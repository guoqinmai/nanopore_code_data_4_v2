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379" r:id="rId2"/>
    <p:sldId id="918" r:id="rId3"/>
    <p:sldId id="919" r:id="rId4"/>
    <p:sldId id="413" r:id="rId5"/>
    <p:sldId id="921" r:id="rId6"/>
    <p:sldId id="920" r:id="rId7"/>
    <p:sldId id="922" r:id="rId8"/>
    <p:sldId id="909" r:id="rId9"/>
    <p:sldId id="923" r:id="rId10"/>
    <p:sldId id="924" r:id="rId11"/>
    <p:sldId id="925" r:id="rId12"/>
    <p:sldId id="926" r:id="rId13"/>
    <p:sldId id="927" r:id="rId14"/>
    <p:sldId id="928" r:id="rId15"/>
    <p:sldId id="929" r:id="rId16"/>
    <p:sldId id="931" r:id="rId17"/>
  </p:sldIdLst>
  <p:sldSz cx="12192000" cy="6858000"/>
  <p:notesSz cx="6888163" cy="100203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>
          <p15:clr>
            <a:srgbClr val="A4A3A4"/>
          </p15:clr>
        </p15:guide>
        <p15:guide id="2" pos="1572">
          <p15:clr>
            <a:srgbClr val="A4A3A4"/>
          </p15:clr>
        </p15:guide>
        <p15:guide id="3" pos="6063">
          <p15:clr>
            <a:srgbClr val="A4A3A4"/>
          </p15:clr>
        </p15:guide>
        <p15:guide id="4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CC00"/>
    <a:srgbClr val="127FB8"/>
    <a:srgbClr val="3366FF"/>
    <a:srgbClr val="FF99CC"/>
    <a:srgbClr val="3CB1EC"/>
    <a:srgbClr val="DEDEDE"/>
    <a:srgbClr val="2B2F3A"/>
    <a:srgbClr val="E5E3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43" autoAdjust="0"/>
    <p:restoredTop sz="93593" autoAdjust="0"/>
  </p:normalViewPr>
  <p:slideViewPr>
    <p:cSldViewPr snapToGrid="0" showGuides="1">
      <p:cViewPr varScale="1">
        <p:scale>
          <a:sx n="88" d="100"/>
          <a:sy n="88" d="100"/>
        </p:scale>
        <p:origin x="33" y="219"/>
      </p:cViewPr>
      <p:guideLst>
        <p:guide orient="horz" pos="2205"/>
        <p:guide pos="1572"/>
        <p:guide pos="606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678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101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50101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r">
              <a:defRPr sz="1300"/>
            </a:lvl1pPr>
          </a:lstStyle>
          <a:p>
            <a:fld id="{D597475B-E5C3-4BB6-9921-DC9B88C4F5C9}" type="datetimeFigureOut">
              <a:rPr lang="zh-CN" altLang="en-US" smtClean="0"/>
              <a:t>2026-08-16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04775" y="750888"/>
            <a:ext cx="6678613" cy="37576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16" tIns="48308" rIns="96616" bIns="48308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8817" y="4759643"/>
            <a:ext cx="5510530" cy="4509135"/>
          </a:xfrm>
          <a:prstGeom prst="rect">
            <a:avLst/>
          </a:prstGeom>
        </p:spPr>
        <p:txBody>
          <a:bodyPr vert="horz" lIns="96616" tIns="48308" rIns="96616" bIns="48308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517546"/>
            <a:ext cx="2984871" cy="501015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901698" y="9517546"/>
            <a:ext cx="2984871" cy="501015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r">
              <a:defRPr sz="1300"/>
            </a:lvl1pPr>
          </a:lstStyle>
          <a:p>
            <a:fld id="{9FF98F60-3D16-45BB-959F-99DD0BF9EA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9019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98F60-3D16-45BB-959F-99DD0BF9EA9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61932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3E41F-4B15-594F-B5AF-7D883CE43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6B55709-2BEC-1788-F373-50E1DAC201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602602E-D891-728B-DD7D-ADB6D56241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BC600C-DB87-D37B-ACA4-AC81D41163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98F60-3D16-45BB-959F-99DD0BF9EA9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66929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60911-7350-6690-D2AE-4CB4191B1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6672CE1-3802-729C-156A-A092D3EE4D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2656284-42BE-F30E-82CC-B24EB57EC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26C5E4-1B15-8DFD-F4E5-F0AC7D0C47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98F60-3D16-45BB-959F-99DD0BF9EA9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55572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98F60-3D16-45BB-959F-99DD0BF9EA9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7435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F94C4-98DD-6F40-909B-100CC249D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B2B453C-4721-9A34-42DF-81D31CE011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233D6B9-51BB-1932-58DE-8658CCAD77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751F18-666F-269B-21A8-2C89938DF1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98F60-3D16-45BB-959F-99DD0BF9EA9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734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E360B-B556-50EB-E38E-BD873C054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ACB39AC-8B39-F209-89CD-9C0FD57D17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6FEDFC4-55A6-8019-5F4E-2C05347DB1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8E9369F-5516-4D9E-AD57-F9F3CC8288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98F60-3D16-45BB-959F-99DD0BF9EA9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050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227FD-FCC8-4D04-A1A1-56BE469CF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63A5AAC-15D5-155C-F99B-23E6BCE36D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E748980-BD65-21FA-6DD6-F900716B54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83EDDC-88A8-B86E-C7E6-EE52F5DAA3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98F60-3D16-45BB-959F-99DD0BF9EA9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48232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B242E-02A6-C6A3-1ADF-2589A13E9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FE31567-4E2A-374B-D1B4-606FE062B1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F6A60E0-1693-BC5F-DD14-09C35E7116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44CFAF-BF3A-33B8-3003-C28CCE944B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98F60-3D16-45BB-959F-99DD0BF9EA9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84028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2177B-72B2-4853-14DF-6990EE9AB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3AA69F5-5120-5D9D-8C7B-178D3787C3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21D5B99-82B0-58B2-64E6-B75FA50CF1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BA29F2-56C7-5FF2-CF97-4DFCB2A2C8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98F60-3D16-45BB-959F-99DD0BF9EA9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87176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BEB5B-898C-DE46-C85E-D57344C01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99FCA16-9681-EE7E-082F-54226CEFBF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7A844F0-BB4D-9757-9052-609BEF0250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01B9E2B-DE1B-FE73-C966-759FE29F52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98F60-3D16-45BB-959F-99DD0BF9EA92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98513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B81E6-8CAA-E1A6-A488-941DD13AC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E3BED8A-0C0C-3FD7-5F52-FFB41E2A7C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7ACE1E8-A21C-5DD8-9413-554DB44015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73CFB08-AB4C-1AC4-EFEB-BEF38C6D2B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98F60-3D16-45BB-959F-99DD0BF9EA92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908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A33C7-1A8A-1448-7FAD-5AD5F6E85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B9CF974-4ECE-73DC-5D91-680E6DB5EC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427EAB9-26C3-E6DE-F75C-5930F2373B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6DF996-E5F8-1542-5216-EEFEE4FC7B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98F60-3D16-45BB-959F-99DD0BF9EA92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50233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D9EB4-E01A-6865-E17F-C64E59BD2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237A90C-C424-8F50-C31C-D9A9859E4B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F894DFE-111D-989E-1EC1-1C1427274F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1EB6CED-8FD4-F485-3A2D-00A0174123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98F60-3D16-45BB-959F-99DD0BF9EA92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90398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0ADC6-B5D6-9DDA-CA4D-801C634E3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D7D613C-07D9-6BF1-DF8B-3FDF8EEB2C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C5345F0-76BE-54D9-35FD-1BD7453C5C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92F795-7FF0-535C-7532-3E43965F64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98F60-3D16-45BB-959F-99DD0BF9EA92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84993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E32BE-52CE-AE95-030C-1EB8254DD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F68E637-B480-CD44-9CB2-C025B31CFD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72780E4-DE70-F0E6-1B40-C116B5BE91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6EE555E-7ED5-B8A7-C33A-5541FD3708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98F60-3D16-45BB-959F-99DD0BF9EA92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26338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27C9A-FE0E-72BE-6405-D3D9BAE82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93D95B8-199B-3B46-2762-4B52E6ED7E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9A44A58-3B31-2850-5115-10B7902B3D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170F0E9-C068-DD26-EEB6-AF2E8EC859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98F60-3D16-45BB-959F-99DD0BF9EA92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85245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母版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6323428"/>
            <a:ext cx="12192000" cy="534572"/>
          </a:xfrm>
          <a:prstGeom prst="rect">
            <a:avLst/>
          </a:prstGeom>
          <a:solidFill>
            <a:srgbClr val="127F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0" y="0"/>
            <a:ext cx="2815730" cy="1292870"/>
            <a:chOff x="-328564" y="4677697"/>
            <a:chExt cx="7440012" cy="2563904"/>
          </a:xfrm>
        </p:grpSpPr>
        <p:sp>
          <p:nvSpPr>
            <p:cNvPr id="3" name="平行四边形 2"/>
            <p:cNvSpPr/>
            <p:nvPr/>
          </p:nvSpPr>
          <p:spPr>
            <a:xfrm flipH="1">
              <a:off x="2729947" y="4677697"/>
              <a:ext cx="4381501" cy="2563904"/>
            </a:xfrm>
            <a:prstGeom prst="parallelogram">
              <a:avLst>
                <a:gd name="adj" fmla="val 88899"/>
              </a:avLst>
            </a:prstGeom>
            <a:solidFill>
              <a:srgbClr val="127F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Light"/>
                <a:ea typeface="思源黑体 CN Light"/>
                <a:cs typeface="+mn-cs"/>
              </a:endParaRPr>
            </a:p>
          </p:txBody>
        </p:sp>
        <p:sp>
          <p:nvSpPr>
            <p:cNvPr id="4" name="平行四边形 3"/>
            <p:cNvSpPr/>
            <p:nvPr/>
          </p:nvSpPr>
          <p:spPr>
            <a:xfrm>
              <a:off x="-328564" y="4677697"/>
              <a:ext cx="4381500" cy="2563904"/>
            </a:xfrm>
            <a:prstGeom prst="parallelogram">
              <a:avLst>
                <a:gd name="adj" fmla="val 88899"/>
              </a:avLst>
            </a:prstGeom>
            <a:solidFill>
              <a:srgbClr val="3CB1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Light"/>
                <a:ea typeface="思源黑体 CN Light"/>
                <a:cs typeface="+mn-cs"/>
              </a:endParaRPr>
            </a:p>
          </p:txBody>
        </p:sp>
      </p:grpSp>
      <p:sp>
        <p:nvSpPr>
          <p:cNvPr id="5" name="文本框 4"/>
          <p:cNvSpPr txBox="1"/>
          <p:nvPr userDrawn="1"/>
        </p:nvSpPr>
        <p:spPr>
          <a:xfrm>
            <a:off x="0" y="646435"/>
            <a:ext cx="254000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lvl="0">
              <a:defRPr sz="5400"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algn="ctr"/>
            <a:r>
              <a:rPr lang="zh-CN" altLang="en-US" sz="6000" dirty="0">
                <a:solidFill>
                  <a:srgbClr val="127F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1085" y="6365763"/>
            <a:ext cx="2237047" cy="457162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C85BA72E-561E-8D2C-837E-46BCA0F445FF}"/>
              </a:ext>
            </a:extLst>
          </p:cNvPr>
          <p:cNvSpPr/>
          <p:nvPr userDrawn="1"/>
        </p:nvSpPr>
        <p:spPr>
          <a:xfrm>
            <a:off x="0" y="0"/>
            <a:ext cx="3400746" cy="24041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1BF3BD4-05B7-DDE2-7152-DA110D963D28}"/>
              </a:ext>
            </a:extLst>
          </p:cNvPr>
          <p:cNvSpPr/>
          <p:nvPr userDrawn="1"/>
        </p:nvSpPr>
        <p:spPr>
          <a:xfrm>
            <a:off x="9721389" y="6323428"/>
            <a:ext cx="2356586" cy="457162"/>
          </a:xfrm>
          <a:prstGeom prst="rect">
            <a:avLst/>
          </a:prstGeom>
          <a:solidFill>
            <a:srgbClr val="127F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E07DDA0-F1D6-0990-728C-70D9C3986BB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4265" y="6298234"/>
            <a:ext cx="3319581" cy="5486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母版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 userDrawn="1"/>
        </p:nvCxnSpPr>
        <p:spPr>
          <a:xfrm>
            <a:off x="2777101" y="6137084"/>
            <a:ext cx="12652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 userDrawn="1"/>
        </p:nvCxnSpPr>
        <p:spPr>
          <a:xfrm>
            <a:off x="8148638" y="6137084"/>
            <a:ext cx="37433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/>
          <p:cNvGrpSpPr/>
          <p:nvPr userDrawn="1"/>
        </p:nvGrpSpPr>
        <p:grpSpPr>
          <a:xfrm>
            <a:off x="9505362" y="0"/>
            <a:ext cx="2686637" cy="2983173"/>
            <a:chOff x="9505362" y="0"/>
            <a:chExt cx="2686637" cy="2983173"/>
          </a:xfrm>
        </p:grpSpPr>
        <p:sp>
          <p:nvSpPr>
            <p:cNvPr id="8" name="Freeform 215"/>
            <p:cNvSpPr/>
            <p:nvPr/>
          </p:nvSpPr>
          <p:spPr bwMode="auto">
            <a:xfrm>
              <a:off x="10398812" y="1494206"/>
              <a:ext cx="578752" cy="500863"/>
            </a:xfrm>
            <a:custGeom>
              <a:avLst/>
              <a:gdLst>
                <a:gd name="T0" fmla="*/ 416 w 1657"/>
                <a:gd name="T1" fmla="*/ 1434 h 1434"/>
                <a:gd name="T2" fmla="*/ 0 w 1657"/>
                <a:gd name="T3" fmla="*/ 718 h 1434"/>
                <a:gd name="T4" fmla="*/ 416 w 1657"/>
                <a:gd name="T5" fmla="*/ 0 h 1434"/>
                <a:gd name="T6" fmla="*/ 1244 w 1657"/>
                <a:gd name="T7" fmla="*/ 0 h 1434"/>
                <a:gd name="T8" fmla="*/ 1657 w 1657"/>
                <a:gd name="T9" fmla="*/ 718 h 1434"/>
                <a:gd name="T10" fmla="*/ 1244 w 1657"/>
                <a:gd name="T11" fmla="*/ 1434 h 1434"/>
                <a:gd name="T12" fmla="*/ 416 w 1657"/>
                <a:gd name="T13" fmla="*/ 1434 h 1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7" h="1434">
                  <a:moveTo>
                    <a:pt x="416" y="1434"/>
                  </a:moveTo>
                  <a:lnTo>
                    <a:pt x="0" y="718"/>
                  </a:lnTo>
                  <a:lnTo>
                    <a:pt x="416" y="0"/>
                  </a:lnTo>
                  <a:lnTo>
                    <a:pt x="1244" y="0"/>
                  </a:lnTo>
                  <a:lnTo>
                    <a:pt x="1657" y="718"/>
                  </a:lnTo>
                  <a:lnTo>
                    <a:pt x="1244" y="1434"/>
                  </a:lnTo>
                  <a:lnTo>
                    <a:pt x="416" y="1434"/>
                  </a:lnTo>
                  <a:close/>
                </a:path>
              </a:pathLst>
            </a:custGeom>
            <a:solidFill>
              <a:srgbClr val="127FB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Freeform 216"/>
            <p:cNvSpPr/>
            <p:nvPr/>
          </p:nvSpPr>
          <p:spPr bwMode="auto">
            <a:xfrm>
              <a:off x="10398812" y="1494206"/>
              <a:ext cx="578752" cy="500863"/>
            </a:xfrm>
            <a:custGeom>
              <a:avLst/>
              <a:gdLst>
                <a:gd name="T0" fmla="*/ 416 w 1657"/>
                <a:gd name="T1" fmla="*/ 1434 h 1434"/>
                <a:gd name="T2" fmla="*/ 0 w 1657"/>
                <a:gd name="T3" fmla="*/ 718 h 1434"/>
                <a:gd name="T4" fmla="*/ 416 w 1657"/>
                <a:gd name="T5" fmla="*/ 0 h 1434"/>
                <a:gd name="T6" fmla="*/ 1244 w 1657"/>
                <a:gd name="T7" fmla="*/ 0 h 1434"/>
                <a:gd name="T8" fmla="*/ 1657 w 1657"/>
                <a:gd name="T9" fmla="*/ 718 h 1434"/>
                <a:gd name="T10" fmla="*/ 1244 w 1657"/>
                <a:gd name="T11" fmla="*/ 1434 h 1434"/>
                <a:gd name="T12" fmla="*/ 416 w 1657"/>
                <a:gd name="T13" fmla="*/ 1434 h 1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7" h="1434">
                  <a:moveTo>
                    <a:pt x="416" y="1434"/>
                  </a:moveTo>
                  <a:lnTo>
                    <a:pt x="0" y="718"/>
                  </a:lnTo>
                  <a:lnTo>
                    <a:pt x="416" y="0"/>
                  </a:lnTo>
                  <a:lnTo>
                    <a:pt x="1244" y="0"/>
                  </a:lnTo>
                  <a:lnTo>
                    <a:pt x="1657" y="718"/>
                  </a:lnTo>
                  <a:lnTo>
                    <a:pt x="1244" y="1434"/>
                  </a:lnTo>
                  <a:lnTo>
                    <a:pt x="416" y="143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Freeform 217"/>
            <p:cNvSpPr/>
            <p:nvPr/>
          </p:nvSpPr>
          <p:spPr bwMode="auto">
            <a:xfrm>
              <a:off x="10398812" y="998233"/>
              <a:ext cx="578752" cy="501561"/>
            </a:xfrm>
            <a:custGeom>
              <a:avLst/>
              <a:gdLst>
                <a:gd name="T0" fmla="*/ 416 w 1657"/>
                <a:gd name="T1" fmla="*/ 1436 h 1436"/>
                <a:gd name="T2" fmla="*/ 0 w 1657"/>
                <a:gd name="T3" fmla="*/ 718 h 1436"/>
                <a:gd name="T4" fmla="*/ 416 w 1657"/>
                <a:gd name="T5" fmla="*/ 0 h 1436"/>
                <a:gd name="T6" fmla="*/ 1244 w 1657"/>
                <a:gd name="T7" fmla="*/ 0 h 1436"/>
                <a:gd name="T8" fmla="*/ 1657 w 1657"/>
                <a:gd name="T9" fmla="*/ 718 h 1436"/>
                <a:gd name="T10" fmla="*/ 1244 w 1657"/>
                <a:gd name="T11" fmla="*/ 1436 h 1436"/>
                <a:gd name="T12" fmla="*/ 416 w 1657"/>
                <a:gd name="T13" fmla="*/ 1436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7" h="1436">
                  <a:moveTo>
                    <a:pt x="416" y="1436"/>
                  </a:moveTo>
                  <a:lnTo>
                    <a:pt x="0" y="718"/>
                  </a:lnTo>
                  <a:lnTo>
                    <a:pt x="416" y="0"/>
                  </a:lnTo>
                  <a:lnTo>
                    <a:pt x="1244" y="0"/>
                  </a:lnTo>
                  <a:lnTo>
                    <a:pt x="1657" y="718"/>
                  </a:lnTo>
                  <a:lnTo>
                    <a:pt x="1244" y="1436"/>
                  </a:lnTo>
                  <a:lnTo>
                    <a:pt x="416" y="1436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Freeform 218"/>
            <p:cNvSpPr/>
            <p:nvPr/>
          </p:nvSpPr>
          <p:spPr bwMode="auto">
            <a:xfrm>
              <a:off x="10398812" y="494925"/>
              <a:ext cx="578752" cy="501561"/>
            </a:xfrm>
            <a:custGeom>
              <a:avLst/>
              <a:gdLst>
                <a:gd name="T0" fmla="*/ 416 w 1657"/>
                <a:gd name="T1" fmla="*/ 1436 h 1436"/>
                <a:gd name="T2" fmla="*/ 0 w 1657"/>
                <a:gd name="T3" fmla="*/ 718 h 1436"/>
                <a:gd name="T4" fmla="*/ 416 w 1657"/>
                <a:gd name="T5" fmla="*/ 0 h 1436"/>
                <a:gd name="T6" fmla="*/ 1244 w 1657"/>
                <a:gd name="T7" fmla="*/ 0 h 1436"/>
                <a:gd name="T8" fmla="*/ 1657 w 1657"/>
                <a:gd name="T9" fmla="*/ 718 h 1436"/>
                <a:gd name="T10" fmla="*/ 1244 w 1657"/>
                <a:gd name="T11" fmla="*/ 1436 h 1436"/>
                <a:gd name="T12" fmla="*/ 416 w 1657"/>
                <a:gd name="T13" fmla="*/ 1436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7" h="1436">
                  <a:moveTo>
                    <a:pt x="416" y="1436"/>
                  </a:moveTo>
                  <a:lnTo>
                    <a:pt x="0" y="718"/>
                  </a:lnTo>
                  <a:lnTo>
                    <a:pt x="416" y="0"/>
                  </a:lnTo>
                  <a:lnTo>
                    <a:pt x="1244" y="0"/>
                  </a:lnTo>
                  <a:lnTo>
                    <a:pt x="1657" y="718"/>
                  </a:lnTo>
                  <a:lnTo>
                    <a:pt x="1244" y="1436"/>
                  </a:lnTo>
                  <a:lnTo>
                    <a:pt x="416" y="1436"/>
                  </a:lnTo>
                  <a:close/>
                </a:path>
              </a:pathLst>
            </a:custGeom>
            <a:solidFill>
              <a:sysClr val="window" lastClr="FFFFFF">
                <a:lumMod val="85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Freeform 219"/>
            <p:cNvSpPr/>
            <p:nvPr/>
          </p:nvSpPr>
          <p:spPr bwMode="auto">
            <a:xfrm>
              <a:off x="10398812" y="494925"/>
              <a:ext cx="578752" cy="501561"/>
            </a:xfrm>
            <a:custGeom>
              <a:avLst/>
              <a:gdLst>
                <a:gd name="T0" fmla="*/ 416 w 1657"/>
                <a:gd name="T1" fmla="*/ 1436 h 1436"/>
                <a:gd name="T2" fmla="*/ 0 w 1657"/>
                <a:gd name="T3" fmla="*/ 718 h 1436"/>
                <a:gd name="T4" fmla="*/ 416 w 1657"/>
                <a:gd name="T5" fmla="*/ 0 h 1436"/>
                <a:gd name="T6" fmla="*/ 1244 w 1657"/>
                <a:gd name="T7" fmla="*/ 0 h 1436"/>
                <a:gd name="T8" fmla="*/ 1657 w 1657"/>
                <a:gd name="T9" fmla="*/ 718 h 1436"/>
                <a:gd name="T10" fmla="*/ 1244 w 1657"/>
                <a:gd name="T11" fmla="*/ 1436 h 1436"/>
                <a:gd name="T12" fmla="*/ 416 w 1657"/>
                <a:gd name="T13" fmla="*/ 1436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7" h="1436">
                  <a:moveTo>
                    <a:pt x="416" y="1436"/>
                  </a:moveTo>
                  <a:lnTo>
                    <a:pt x="0" y="718"/>
                  </a:lnTo>
                  <a:lnTo>
                    <a:pt x="416" y="0"/>
                  </a:lnTo>
                  <a:lnTo>
                    <a:pt x="1244" y="0"/>
                  </a:lnTo>
                  <a:lnTo>
                    <a:pt x="1657" y="718"/>
                  </a:lnTo>
                  <a:lnTo>
                    <a:pt x="1244" y="1436"/>
                  </a:lnTo>
                  <a:lnTo>
                    <a:pt x="416" y="143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Freeform 220"/>
            <p:cNvSpPr/>
            <p:nvPr/>
          </p:nvSpPr>
          <p:spPr bwMode="auto">
            <a:xfrm>
              <a:off x="10559130" y="0"/>
              <a:ext cx="1491062" cy="1082409"/>
            </a:xfrm>
            <a:custGeom>
              <a:avLst/>
              <a:gdLst>
                <a:gd name="T0" fmla="*/ 4269 w 4269"/>
                <a:gd name="T1" fmla="*/ 0 h 3099"/>
                <a:gd name="T2" fmla="*/ 395 w 4269"/>
                <a:gd name="T3" fmla="*/ 0 h 3099"/>
                <a:gd name="T4" fmla="*/ 0 w 4269"/>
                <a:gd name="T5" fmla="*/ 680 h 3099"/>
                <a:gd name="T6" fmla="*/ 427 w 4269"/>
                <a:gd name="T7" fmla="*/ 1417 h 3099"/>
                <a:gd name="T8" fmla="*/ 785 w 4269"/>
                <a:gd name="T9" fmla="*/ 1417 h 3099"/>
                <a:gd name="T10" fmla="*/ 1198 w 4269"/>
                <a:gd name="T11" fmla="*/ 2135 h 3099"/>
                <a:gd name="T12" fmla="*/ 1019 w 4269"/>
                <a:gd name="T13" fmla="*/ 2447 h 3099"/>
                <a:gd name="T14" fmla="*/ 1396 w 4269"/>
                <a:gd name="T15" fmla="*/ 3099 h 3099"/>
                <a:gd name="T16" fmla="*/ 3402 w 4269"/>
                <a:gd name="T17" fmla="*/ 3099 h 3099"/>
                <a:gd name="T18" fmla="*/ 2940 w 4269"/>
                <a:gd name="T19" fmla="*/ 2300 h 3099"/>
                <a:gd name="T20" fmla="*/ 4269 w 4269"/>
                <a:gd name="T21" fmla="*/ 0 h 30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269" h="3099">
                  <a:moveTo>
                    <a:pt x="4269" y="0"/>
                  </a:moveTo>
                  <a:lnTo>
                    <a:pt x="395" y="0"/>
                  </a:lnTo>
                  <a:lnTo>
                    <a:pt x="0" y="680"/>
                  </a:lnTo>
                  <a:lnTo>
                    <a:pt x="427" y="1417"/>
                  </a:lnTo>
                  <a:lnTo>
                    <a:pt x="785" y="1417"/>
                  </a:lnTo>
                  <a:lnTo>
                    <a:pt x="1198" y="2135"/>
                  </a:lnTo>
                  <a:lnTo>
                    <a:pt x="1019" y="2447"/>
                  </a:lnTo>
                  <a:lnTo>
                    <a:pt x="1396" y="3099"/>
                  </a:lnTo>
                  <a:lnTo>
                    <a:pt x="3402" y="3099"/>
                  </a:lnTo>
                  <a:lnTo>
                    <a:pt x="2940" y="2300"/>
                  </a:lnTo>
                  <a:lnTo>
                    <a:pt x="4269" y="0"/>
                  </a:lnTo>
                  <a:close/>
                </a:path>
              </a:pathLst>
            </a:custGeom>
            <a:solidFill>
              <a:srgbClr val="127FB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Freeform 221"/>
            <p:cNvSpPr/>
            <p:nvPr/>
          </p:nvSpPr>
          <p:spPr bwMode="auto">
            <a:xfrm>
              <a:off x="10559130" y="0"/>
              <a:ext cx="1491062" cy="1082409"/>
            </a:xfrm>
            <a:custGeom>
              <a:avLst/>
              <a:gdLst>
                <a:gd name="T0" fmla="*/ 4269 w 4269"/>
                <a:gd name="T1" fmla="*/ 0 h 3099"/>
                <a:gd name="T2" fmla="*/ 395 w 4269"/>
                <a:gd name="T3" fmla="*/ 0 h 3099"/>
                <a:gd name="T4" fmla="*/ 0 w 4269"/>
                <a:gd name="T5" fmla="*/ 680 h 3099"/>
                <a:gd name="T6" fmla="*/ 427 w 4269"/>
                <a:gd name="T7" fmla="*/ 1417 h 3099"/>
                <a:gd name="T8" fmla="*/ 785 w 4269"/>
                <a:gd name="T9" fmla="*/ 1417 h 3099"/>
                <a:gd name="T10" fmla="*/ 1198 w 4269"/>
                <a:gd name="T11" fmla="*/ 2135 h 3099"/>
                <a:gd name="T12" fmla="*/ 1019 w 4269"/>
                <a:gd name="T13" fmla="*/ 2447 h 3099"/>
                <a:gd name="T14" fmla="*/ 1396 w 4269"/>
                <a:gd name="T15" fmla="*/ 3099 h 3099"/>
                <a:gd name="T16" fmla="*/ 3402 w 4269"/>
                <a:gd name="T17" fmla="*/ 3099 h 3099"/>
                <a:gd name="T18" fmla="*/ 2940 w 4269"/>
                <a:gd name="T19" fmla="*/ 2300 h 3099"/>
                <a:gd name="T20" fmla="*/ 4269 w 4269"/>
                <a:gd name="T21" fmla="*/ 0 h 30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269" h="3099">
                  <a:moveTo>
                    <a:pt x="4269" y="0"/>
                  </a:moveTo>
                  <a:lnTo>
                    <a:pt x="395" y="0"/>
                  </a:lnTo>
                  <a:lnTo>
                    <a:pt x="0" y="680"/>
                  </a:lnTo>
                  <a:lnTo>
                    <a:pt x="427" y="1417"/>
                  </a:lnTo>
                  <a:lnTo>
                    <a:pt x="785" y="1417"/>
                  </a:lnTo>
                  <a:lnTo>
                    <a:pt x="1198" y="2135"/>
                  </a:lnTo>
                  <a:lnTo>
                    <a:pt x="1019" y="2447"/>
                  </a:lnTo>
                  <a:lnTo>
                    <a:pt x="1396" y="3099"/>
                  </a:lnTo>
                  <a:lnTo>
                    <a:pt x="3402" y="3099"/>
                  </a:lnTo>
                  <a:lnTo>
                    <a:pt x="2940" y="2300"/>
                  </a:lnTo>
                  <a:lnTo>
                    <a:pt x="426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Freeform 222"/>
            <p:cNvSpPr/>
            <p:nvPr/>
          </p:nvSpPr>
          <p:spPr bwMode="auto">
            <a:xfrm>
              <a:off x="10708272" y="494925"/>
              <a:ext cx="269292" cy="359755"/>
            </a:xfrm>
            <a:custGeom>
              <a:avLst/>
              <a:gdLst>
                <a:gd name="T0" fmla="*/ 358 w 771"/>
                <a:gd name="T1" fmla="*/ 0 h 1030"/>
                <a:gd name="T2" fmla="*/ 0 w 771"/>
                <a:gd name="T3" fmla="*/ 0 h 1030"/>
                <a:gd name="T4" fmla="*/ 592 w 771"/>
                <a:gd name="T5" fmla="*/ 1030 h 1030"/>
                <a:gd name="T6" fmla="*/ 771 w 771"/>
                <a:gd name="T7" fmla="*/ 718 h 1030"/>
                <a:gd name="T8" fmla="*/ 358 w 771"/>
                <a:gd name="T9" fmla="*/ 0 h 10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1" h="1030">
                  <a:moveTo>
                    <a:pt x="358" y="0"/>
                  </a:moveTo>
                  <a:lnTo>
                    <a:pt x="0" y="0"/>
                  </a:lnTo>
                  <a:lnTo>
                    <a:pt x="592" y="1030"/>
                  </a:lnTo>
                  <a:lnTo>
                    <a:pt x="771" y="718"/>
                  </a:lnTo>
                  <a:lnTo>
                    <a:pt x="358" y="0"/>
                  </a:lnTo>
                  <a:close/>
                </a:path>
              </a:pathLst>
            </a:custGeom>
            <a:solidFill>
              <a:sysClr val="window" lastClr="FFFFFF">
                <a:lumMod val="50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Freeform 223"/>
            <p:cNvSpPr/>
            <p:nvPr/>
          </p:nvSpPr>
          <p:spPr bwMode="auto">
            <a:xfrm>
              <a:off x="10708272" y="494925"/>
              <a:ext cx="269292" cy="359755"/>
            </a:xfrm>
            <a:custGeom>
              <a:avLst/>
              <a:gdLst>
                <a:gd name="T0" fmla="*/ 358 w 771"/>
                <a:gd name="T1" fmla="*/ 0 h 1030"/>
                <a:gd name="T2" fmla="*/ 0 w 771"/>
                <a:gd name="T3" fmla="*/ 0 h 1030"/>
                <a:gd name="T4" fmla="*/ 592 w 771"/>
                <a:gd name="T5" fmla="*/ 1030 h 1030"/>
                <a:gd name="T6" fmla="*/ 771 w 771"/>
                <a:gd name="T7" fmla="*/ 718 h 1030"/>
                <a:gd name="T8" fmla="*/ 358 w 771"/>
                <a:gd name="T9" fmla="*/ 0 h 10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1" h="1030">
                  <a:moveTo>
                    <a:pt x="358" y="0"/>
                  </a:moveTo>
                  <a:lnTo>
                    <a:pt x="0" y="0"/>
                  </a:lnTo>
                  <a:lnTo>
                    <a:pt x="592" y="1030"/>
                  </a:lnTo>
                  <a:lnTo>
                    <a:pt x="771" y="718"/>
                  </a:lnTo>
                  <a:lnTo>
                    <a:pt x="35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Freeform 224"/>
            <p:cNvSpPr/>
            <p:nvPr/>
          </p:nvSpPr>
          <p:spPr bwMode="auto">
            <a:xfrm>
              <a:off x="11747370" y="0"/>
              <a:ext cx="444629" cy="1645443"/>
            </a:xfrm>
            <a:custGeom>
              <a:avLst/>
              <a:gdLst>
                <a:gd name="T0" fmla="*/ 1273 w 1273"/>
                <a:gd name="T1" fmla="*/ 0 h 4711"/>
                <a:gd name="T2" fmla="*/ 867 w 1273"/>
                <a:gd name="T3" fmla="*/ 0 h 4711"/>
                <a:gd name="T4" fmla="*/ 1273 w 1273"/>
                <a:gd name="T5" fmla="*/ 0 h 4711"/>
                <a:gd name="T6" fmla="*/ 1273 w 1273"/>
                <a:gd name="T7" fmla="*/ 2247 h 4711"/>
                <a:gd name="T8" fmla="*/ 782 w 1273"/>
                <a:gd name="T9" fmla="*/ 3099 h 4711"/>
                <a:gd name="T10" fmla="*/ 0 w 1273"/>
                <a:gd name="T11" fmla="*/ 3099 h 4711"/>
                <a:gd name="T12" fmla="*/ 931 w 1273"/>
                <a:gd name="T13" fmla="*/ 4711 h 4711"/>
                <a:gd name="T14" fmla="*/ 1273 w 1273"/>
                <a:gd name="T15" fmla="*/ 4711 h 4711"/>
                <a:gd name="T16" fmla="*/ 1273 w 1273"/>
                <a:gd name="T17" fmla="*/ 0 h 47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73" h="4711">
                  <a:moveTo>
                    <a:pt x="1273" y="0"/>
                  </a:moveTo>
                  <a:lnTo>
                    <a:pt x="867" y="0"/>
                  </a:lnTo>
                  <a:lnTo>
                    <a:pt x="1273" y="0"/>
                  </a:lnTo>
                  <a:lnTo>
                    <a:pt x="1273" y="2247"/>
                  </a:lnTo>
                  <a:lnTo>
                    <a:pt x="782" y="3099"/>
                  </a:lnTo>
                  <a:lnTo>
                    <a:pt x="0" y="3099"/>
                  </a:lnTo>
                  <a:lnTo>
                    <a:pt x="931" y="4711"/>
                  </a:lnTo>
                  <a:lnTo>
                    <a:pt x="1273" y="4711"/>
                  </a:lnTo>
                  <a:lnTo>
                    <a:pt x="1273" y="0"/>
                  </a:lnTo>
                  <a:close/>
                </a:path>
              </a:pathLst>
            </a:custGeom>
            <a:solidFill>
              <a:srgbClr val="5B9BD5">
                <a:lumMod val="75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Freeform 225"/>
            <p:cNvSpPr/>
            <p:nvPr/>
          </p:nvSpPr>
          <p:spPr bwMode="auto">
            <a:xfrm>
              <a:off x="11747370" y="0"/>
              <a:ext cx="444629" cy="1645443"/>
            </a:xfrm>
            <a:custGeom>
              <a:avLst/>
              <a:gdLst>
                <a:gd name="T0" fmla="*/ 1273 w 1273"/>
                <a:gd name="T1" fmla="*/ 0 h 4711"/>
                <a:gd name="T2" fmla="*/ 867 w 1273"/>
                <a:gd name="T3" fmla="*/ 0 h 4711"/>
                <a:gd name="T4" fmla="*/ 1273 w 1273"/>
                <a:gd name="T5" fmla="*/ 0 h 4711"/>
                <a:gd name="T6" fmla="*/ 1273 w 1273"/>
                <a:gd name="T7" fmla="*/ 2247 h 4711"/>
                <a:gd name="T8" fmla="*/ 782 w 1273"/>
                <a:gd name="T9" fmla="*/ 3099 h 4711"/>
                <a:gd name="T10" fmla="*/ 0 w 1273"/>
                <a:gd name="T11" fmla="*/ 3099 h 4711"/>
                <a:gd name="T12" fmla="*/ 931 w 1273"/>
                <a:gd name="T13" fmla="*/ 4711 h 4711"/>
                <a:gd name="T14" fmla="*/ 1273 w 1273"/>
                <a:gd name="T15" fmla="*/ 4711 h 4711"/>
                <a:gd name="T16" fmla="*/ 1273 w 1273"/>
                <a:gd name="T17" fmla="*/ 0 h 47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73" h="4711">
                  <a:moveTo>
                    <a:pt x="1273" y="0"/>
                  </a:moveTo>
                  <a:lnTo>
                    <a:pt x="867" y="0"/>
                  </a:lnTo>
                  <a:lnTo>
                    <a:pt x="1273" y="0"/>
                  </a:lnTo>
                  <a:lnTo>
                    <a:pt x="1273" y="2247"/>
                  </a:lnTo>
                  <a:lnTo>
                    <a:pt x="782" y="3099"/>
                  </a:lnTo>
                  <a:lnTo>
                    <a:pt x="0" y="3099"/>
                  </a:lnTo>
                  <a:lnTo>
                    <a:pt x="931" y="4711"/>
                  </a:lnTo>
                  <a:lnTo>
                    <a:pt x="1273" y="4711"/>
                  </a:lnTo>
                  <a:lnTo>
                    <a:pt x="127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Freeform 226"/>
            <p:cNvSpPr/>
            <p:nvPr/>
          </p:nvSpPr>
          <p:spPr bwMode="auto">
            <a:xfrm>
              <a:off x="11586004" y="0"/>
              <a:ext cx="605995" cy="1082409"/>
            </a:xfrm>
            <a:custGeom>
              <a:avLst/>
              <a:gdLst>
                <a:gd name="T0" fmla="*/ 1735 w 1735"/>
                <a:gd name="T1" fmla="*/ 0 h 3099"/>
                <a:gd name="T2" fmla="*/ 1329 w 1735"/>
                <a:gd name="T3" fmla="*/ 0 h 3099"/>
                <a:gd name="T4" fmla="*/ 0 w 1735"/>
                <a:gd name="T5" fmla="*/ 2300 h 3099"/>
                <a:gd name="T6" fmla="*/ 462 w 1735"/>
                <a:gd name="T7" fmla="*/ 3099 h 3099"/>
                <a:gd name="T8" fmla="*/ 1244 w 1735"/>
                <a:gd name="T9" fmla="*/ 3099 h 3099"/>
                <a:gd name="T10" fmla="*/ 1735 w 1735"/>
                <a:gd name="T11" fmla="*/ 2247 h 3099"/>
                <a:gd name="T12" fmla="*/ 1735 w 1735"/>
                <a:gd name="T13" fmla="*/ 0 h 30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35" h="3099">
                  <a:moveTo>
                    <a:pt x="1735" y="0"/>
                  </a:moveTo>
                  <a:lnTo>
                    <a:pt x="1329" y="0"/>
                  </a:lnTo>
                  <a:lnTo>
                    <a:pt x="0" y="2300"/>
                  </a:lnTo>
                  <a:lnTo>
                    <a:pt x="462" y="3099"/>
                  </a:lnTo>
                  <a:lnTo>
                    <a:pt x="1244" y="3099"/>
                  </a:lnTo>
                  <a:lnTo>
                    <a:pt x="1735" y="2247"/>
                  </a:lnTo>
                  <a:lnTo>
                    <a:pt x="1735" y="0"/>
                  </a:lnTo>
                  <a:close/>
                </a:path>
              </a:pathLst>
            </a:custGeom>
            <a:solidFill>
              <a:srgbClr val="24436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Freeform 227"/>
            <p:cNvSpPr/>
            <p:nvPr/>
          </p:nvSpPr>
          <p:spPr bwMode="auto">
            <a:xfrm>
              <a:off x="11586004" y="0"/>
              <a:ext cx="605995" cy="1082409"/>
            </a:xfrm>
            <a:custGeom>
              <a:avLst/>
              <a:gdLst>
                <a:gd name="T0" fmla="*/ 1735 w 1735"/>
                <a:gd name="T1" fmla="*/ 0 h 3099"/>
                <a:gd name="T2" fmla="*/ 1329 w 1735"/>
                <a:gd name="T3" fmla="*/ 0 h 3099"/>
                <a:gd name="T4" fmla="*/ 0 w 1735"/>
                <a:gd name="T5" fmla="*/ 2300 h 3099"/>
                <a:gd name="T6" fmla="*/ 462 w 1735"/>
                <a:gd name="T7" fmla="*/ 3099 h 3099"/>
                <a:gd name="T8" fmla="*/ 1244 w 1735"/>
                <a:gd name="T9" fmla="*/ 3099 h 3099"/>
                <a:gd name="T10" fmla="*/ 1735 w 1735"/>
                <a:gd name="T11" fmla="*/ 2247 h 3099"/>
                <a:gd name="T12" fmla="*/ 1735 w 1735"/>
                <a:gd name="T13" fmla="*/ 0 h 30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35" h="3099">
                  <a:moveTo>
                    <a:pt x="1735" y="0"/>
                  </a:moveTo>
                  <a:lnTo>
                    <a:pt x="1329" y="0"/>
                  </a:lnTo>
                  <a:lnTo>
                    <a:pt x="0" y="2300"/>
                  </a:lnTo>
                  <a:lnTo>
                    <a:pt x="462" y="3099"/>
                  </a:lnTo>
                  <a:lnTo>
                    <a:pt x="1244" y="3099"/>
                  </a:lnTo>
                  <a:lnTo>
                    <a:pt x="1735" y="2247"/>
                  </a:lnTo>
                  <a:lnTo>
                    <a:pt x="173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Freeform 228"/>
            <p:cNvSpPr/>
            <p:nvPr/>
          </p:nvSpPr>
          <p:spPr bwMode="auto">
            <a:xfrm>
              <a:off x="9968503" y="0"/>
              <a:ext cx="578402" cy="250781"/>
            </a:xfrm>
            <a:custGeom>
              <a:avLst/>
              <a:gdLst>
                <a:gd name="T0" fmla="*/ 1656 w 1656"/>
                <a:gd name="T1" fmla="*/ 0 h 718"/>
                <a:gd name="T2" fmla="*/ 0 w 1656"/>
                <a:gd name="T3" fmla="*/ 0 h 718"/>
                <a:gd name="T4" fmla="*/ 413 w 1656"/>
                <a:gd name="T5" fmla="*/ 718 h 718"/>
                <a:gd name="T6" fmla="*/ 1243 w 1656"/>
                <a:gd name="T7" fmla="*/ 718 h 718"/>
                <a:gd name="T8" fmla="*/ 1656 w 1656"/>
                <a:gd name="T9" fmla="*/ 0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56" h="718">
                  <a:moveTo>
                    <a:pt x="1656" y="0"/>
                  </a:moveTo>
                  <a:lnTo>
                    <a:pt x="0" y="0"/>
                  </a:lnTo>
                  <a:lnTo>
                    <a:pt x="413" y="718"/>
                  </a:lnTo>
                  <a:lnTo>
                    <a:pt x="1243" y="718"/>
                  </a:lnTo>
                  <a:lnTo>
                    <a:pt x="1656" y="0"/>
                  </a:lnTo>
                  <a:close/>
                </a:path>
              </a:pathLst>
            </a:custGeom>
            <a:solidFill>
              <a:sysClr val="window" lastClr="FFFFFF">
                <a:lumMod val="75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Freeform 229"/>
            <p:cNvSpPr/>
            <p:nvPr/>
          </p:nvSpPr>
          <p:spPr bwMode="auto">
            <a:xfrm>
              <a:off x="9968503" y="0"/>
              <a:ext cx="578402" cy="250781"/>
            </a:xfrm>
            <a:custGeom>
              <a:avLst/>
              <a:gdLst>
                <a:gd name="T0" fmla="*/ 1656 w 1656"/>
                <a:gd name="T1" fmla="*/ 0 h 718"/>
                <a:gd name="T2" fmla="*/ 0 w 1656"/>
                <a:gd name="T3" fmla="*/ 0 h 718"/>
                <a:gd name="T4" fmla="*/ 413 w 1656"/>
                <a:gd name="T5" fmla="*/ 718 h 718"/>
                <a:gd name="T6" fmla="*/ 1243 w 1656"/>
                <a:gd name="T7" fmla="*/ 718 h 718"/>
                <a:gd name="T8" fmla="*/ 1656 w 1656"/>
                <a:gd name="T9" fmla="*/ 0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56" h="718">
                  <a:moveTo>
                    <a:pt x="1656" y="0"/>
                  </a:moveTo>
                  <a:lnTo>
                    <a:pt x="0" y="0"/>
                  </a:lnTo>
                  <a:lnTo>
                    <a:pt x="413" y="718"/>
                  </a:lnTo>
                  <a:lnTo>
                    <a:pt x="1243" y="718"/>
                  </a:lnTo>
                  <a:lnTo>
                    <a:pt x="165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Freeform 230"/>
            <p:cNvSpPr/>
            <p:nvPr/>
          </p:nvSpPr>
          <p:spPr bwMode="auto">
            <a:xfrm>
              <a:off x="9535051" y="1003123"/>
              <a:ext cx="578752" cy="500514"/>
            </a:xfrm>
            <a:custGeom>
              <a:avLst/>
              <a:gdLst>
                <a:gd name="T0" fmla="*/ 413 w 1657"/>
                <a:gd name="T1" fmla="*/ 1433 h 1433"/>
                <a:gd name="T2" fmla="*/ 0 w 1657"/>
                <a:gd name="T3" fmla="*/ 715 h 1433"/>
                <a:gd name="T4" fmla="*/ 413 w 1657"/>
                <a:gd name="T5" fmla="*/ 0 h 1433"/>
                <a:gd name="T6" fmla="*/ 1243 w 1657"/>
                <a:gd name="T7" fmla="*/ 0 h 1433"/>
                <a:gd name="T8" fmla="*/ 1657 w 1657"/>
                <a:gd name="T9" fmla="*/ 715 h 1433"/>
                <a:gd name="T10" fmla="*/ 1243 w 1657"/>
                <a:gd name="T11" fmla="*/ 1433 h 1433"/>
                <a:gd name="T12" fmla="*/ 413 w 1657"/>
                <a:gd name="T13" fmla="*/ 1433 h 1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7" h="1433">
                  <a:moveTo>
                    <a:pt x="413" y="1433"/>
                  </a:moveTo>
                  <a:lnTo>
                    <a:pt x="0" y="715"/>
                  </a:lnTo>
                  <a:lnTo>
                    <a:pt x="413" y="0"/>
                  </a:lnTo>
                  <a:lnTo>
                    <a:pt x="1243" y="0"/>
                  </a:lnTo>
                  <a:lnTo>
                    <a:pt x="1657" y="715"/>
                  </a:lnTo>
                  <a:lnTo>
                    <a:pt x="1243" y="1433"/>
                  </a:lnTo>
                  <a:lnTo>
                    <a:pt x="413" y="1433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Freeform 231"/>
            <p:cNvSpPr/>
            <p:nvPr/>
          </p:nvSpPr>
          <p:spPr bwMode="auto">
            <a:xfrm>
              <a:off x="10833312" y="1746035"/>
              <a:ext cx="578402" cy="501561"/>
            </a:xfrm>
            <a:custGeom>
              <a:avLst/>
              <a:gdLst>
                <a:gd name="T0" fmla="*/ 413 w 1656"/>
                <a:gd name="T1" fmla="*/ 1436 h 1436"/>
                <a:gd name="T2" fmla="*/ 0 w 1656"/>
                <a:gd name="T3" fmla="*/ 718 h 1436"/>
                <a:gd name="T4" fmla="*/ 413 w 1656"/>
                <a:gd name="T5" fmla="*/ 0 h 1436"/>
                <a:gd name="T6" fmla="*/ 1240 w 1656"/>
                <a:gd name="T7" fmla="*/ 0 h 1436"/>
                <a:gd name="T8" fmla="*/ 1656 w 1656"/>
                <a:gd name="T9" fmla="*/ 718 h 1436"/>
                <a:gd name="T10" fmla="*/ 1240 w 1656"/>
                <a:gd name="T11" fmla="*/ 1436 h 1436"/>
                <a:gd name="T12" fmla="*/ 413 w 1656"/>
                <a:gd name="T13" fmla="*/ 1436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6" h="1436">
                  <a:moveTo>
                    <a:pt x="413" y="1436"/>
                  </a:moveTo>
                  <a:lnTo>
                    <a:pt x="0" y="718"/>
                  </a:lnTo>
                  <a:lnTo>
                    <a:pt x="413" y="0"/>
                  </a:lnTo>
                  <a:lnTo>
                    <a:pt x="1240" y="0"/>
                  </a:lnTo>
                  <a:lnTo>
                    <a:pt x="1656" y="718"/>
                  </a:lnTo>
                  <a:lnTo>
                    <a:pt x="1240" y="1436"/>
                  </a:lnTo>
                  <a:lnTo>
                    <a:pt x="413" y="1436"/>
                  </a:lnTo>
                  <a:close/>
                </a:path>
              </a:pathLst>
            </a:custGeom>
            <a:solidFill>
              <a:sysClr val="window" lastClr="FFFFFF">
                <a:lumMod val="50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Freeform 232"/>
            <p:cNvSpPr/>
            <p:nvPr/>
          </p:nvSpPr>
          <p:spPr bwMode="auto">
            <a:xfrm>
              <a:off x="10833312" y="1746035"/>
              <a:ext cx="578402" cy="501561"/>
            </a:xfrm>
            <a:custGeom>
              <a:avLst/>
              <a:gdLst>
                <a:gd name="T0" fmla="*/ 413 w 1656"/>
                <a:gd name="T1" fmla="*/ 1436 h 1436"/>
                <a:gd name="T2" fmla="*/ 0 w 1656"/>
                <a:gd name="T3" fmla="*/ 718 h 1436"/>
                <a:gd name="T4" fmla="*/ 413 w 1656"/>
                <a:gd name="T5" fmla="*/ 0 h 1436"/>
                <a:gd name="T6" fmla="*/ 1240 w 1656"/>
                <a:gd name="T7" fmla="*/ 0 h 1436"/>
                <a:gd name="T8" fmla="*/ 1656 w 1656"/>
                <a:gd name="T9" fmla="*/ 718 h 1436"/>
                <a:gd name="T10" fmla="*/ 1240 w 1656"/>
                <a:gd name="T11" fmla="*/ 1436 h 1436"/>
                <a:gd name="T12" fmla="*/ 413 w 1656"/>
                <a:gd name="T13" fmla="*/ 1436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6" h="1436">
                  <a:moveTo>
                    <a:pt x="413" y="1436"/>
                  </a:moveTo>
                  <a:lnTo>
                    <a:pt x="0" y="718"/>
                  </a:lnTo>
                  <a:lnTo>
                    <a:pt x="413" y="0"/>
                  </a:lnTo>
                  <a:lnTo>
                    <a:pt x="1240" y="0"/>
                  </a:lnTo>
                  <a:lnTo>
                    <a:pt x="1656" y="718"/>
                  </a:lnTo>
                  <a:lnTo>
                    <a:pt x="1240" y="1436"/>
                  </a:lnTo>
                  <a:lnTo>
                    <a:pt x="413" y="143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Freeform 233"/>
            <p:cNvSpPr/>
            <p:nvPr/>
          </p:nvSpPr>
          <p:spPr bwMode="auto">
            <a:xfrm>
              <a:off x="11263622" y="1494206"/>
              <a:ext cx="577704" cy="500863"/>
            </a:xfrm>
            <a:custGeom>
              <a:avLst/>
              <a:gdLst>
                <a:gd name="T0" fmla="*/ 414 w 1654"/>
                <a:gd name="T1" fmla="*/ 1434 h 1434"/>
                <a:gd name="T2" fmla="*/ 0 w 1654"/>
                <a:gd name="T3" fmla="*/ 718 h 1434"/>
                <a:gd name="T4" fmla="*/ 414 w 1654"/>
                <a:gd name="T5" fmla="*/ 0 h 1434"/>
                <a:gd name="T6" fmla="*/ 1241 w 1654"/>
                <a:gd name="T7" fmla="*/ 0 h 1434"/>
                <a:gd name="T8" fmla="*/ 1654 w 1654"/>
                <a:gd name="T9" fmla="*/ 718 h 1434"/>
                <a:gd name="T10" fmla="*/ 1241 w 1654"/>
                <a:gd name="T11" fmla="*/ 1434 h 1434"/>
                <a:gd name="T12" fmla="*/ 414 w 1654"/>
                <a:gd name="T13" fmla="*/ 1434 h 1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4" h="1434">
                  <a:moveTo>
                    <a:pt x="414" y="1434"/>
                  </a:moveTo>
                  <a:lnTo>
                    <a:pt x="0" y="718"/>
                  </a:lnTo>
                  <a:lnTo>
                    <a:pt x="414" y="0"/>
                  </a:lnTo>
                  <a:lnTo>
                    <a:pt x="1241" y="0"/>
                  </a:lnTo>
                  <a:lnTo>
                    <a:pt x="1654" y="718"/>
                  </a:lnTo>
                  <a:lnTo>
                    <a:pt x="1241" y="1434"/>
                  </a:lnTo>
                  <a:lnTo>
                    <a:pt x="414" y="1434"/>
                  </a:lnTo>
                  <a:close/>
                </a:path>
              </a:pathLst>
            </a:custGeom>
            <a:solidFill>
              <a:srgbClr val="127FB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Freeform 234"/>
            <p:cNvSpPr/>
            <p:nvPr/>
          </p:nvSpPr>
          <p:spPr bwMode="auto">
            <a:xfrm>
              <a:off x="11263622" y="1494206"/>
              <a:ext cx="577704" cy="500863"/>
            </a:xfrm>
            <a:custGeom>
              <a:avLst/>
              <a:gdLst>
                <a:gd name="T0" fmla="*/ 414 w 1654"/>
                <a:gd name="T1" fmla="*/ 1434 h 1434"/>
                <a:gd name="T2" fmla="*/ 0 w 1654"/>
                <a:gd name="T3" fmla="*/ 718 h 1434"/>
                <a:gd name="T4" fmla="*/ 414 w 1654"/>
                <a:gd name="T5" fmla="*/ 0 h 1434"/>
                <a:gd name="T6" fmla="*/ 1241 w 1654"/>
                <a:gd name="T7" fmla="*/ 0 h 1434"/>
                <a:gd name="T8" fmla="*/ 1654 w 1654"/>
                <a:gd name="T9" fmla="*/ 718 h 1434"/>
                <a:gd name="T10" fmla="*/ 1241 w 1654"/>
                <a:gd name="T11" fmla="*/ 1434 h 1434"/>
                <a:gd name="T12" fmla="*/ 414 w 1654"/>
                <a:gd name="T13" fmla="*/ 1434 h 1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4" h="1434">
                  <a:moveTo>
                    <a:pt x="414" y="1434"/>
                  </a:moveTo>
                  <a:lnTo>
                    <a:pt x="0" y="718"/>
                  </a:lnTo>
                  <a:lnTo>
                    <a:pt x="414" y="0"/>
                  </a:lnTo>
                  <a:lnTo>
                    <a:pt x="1241" y="0"/>
                  </a:lnTo>
                  <a:lnTo>
                    <a:pt x="1654" y="718"/>
                  </a:lnTo>
                  <a:lnTo>
                    <a:pt x="1241" y="1434"/>
                  </a:lnTo>
                  <a:lnTo>
                    <a:pt x="414" y="143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Freeform 235"/>
            <p:cNvSpPr>
              <a:spLocks noEditPoints="1"/>
            </p:cNvSpPr>
            <p:nvPr/>
          </p:nvSpPr>
          <p:spPr bwMode="auto">
            <a:xfrm>
              <a:off x="11289817" y="1687356"/>
              <a:ext cx="538585" cy="34578"/>
            </a:xfrm>
            <a:custGeom>
              <a:avLst/>
              <a:gdLst>
                <a:gd name="T0" fmla="*/ 1526 w 1542"/>
                <a:gd name="T1" fmla="*/ 72 h 99"/>
                <a:gd name="T2" fmla="*/ 1526 w 1542"/>
                <a:gd name="T3" fmla="*/ 72 h 99"/>
                <a:gd name="T4" fmla="*/ 1542 w 1542"/>
                <a:gd name="T5" fmla="*/ 99 h 99"/>
                <a:gd name="T6" fmla="*/ 1526 w 1542"/>
                <a:gd name="T7" fmla="*/ 72 h 99"/>
                <a:gd name="T8" fmla="*/ 19 w 1542"/>
                <a:gd name="T9" fmla="*/ 0 h 99"/>
                <a:gd name="T10" fmla="*/ 0 w 1542"/>
                <a:gd name="T11" fmla="*/ 35 h 99"/>
                <a:gd name="T12" fmla="*/ 19 w 1542"/>
                <a:gd name="T13" fmla="*/ 0 h 99"/>
                <a:gd name="T14" fmla="*/ 19 w 1542"/>
                <a:gd name="T15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2" h="99">
                  <a:moveTo>
                    <a:pt x="1526" y="72"/>
                  </a:moveTo>
                  <a:lnTo>
                    <a:pt x="1526" y="72"/>
                  </a:lnTo>
                  <a:lnTo>
                    <a:pt x="1542" y="99"/>
                  </a:lnTo>
                  <a:lnTo>
                    <a:pt x="1526" y="72"/>
                  </a:lnTo>
                  <a:close/>
                  <a:moveTo>
                    <a:pt x="19" y="0"/>
                  </a:moveTo>
                  <a:lnTo>
                    <a:pt x="0" y="35"/>
                  </a:lnTo>
                  <a:lnTo>
                    <a:pt x="19" y="0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FFC4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Freeform 236"/>
            <p:cNvSpPr>
              <a:spLocks noEditPoints="1"/>
            </p:cNvSpPr>
            <p:nvPr/>
          </p:nvSpPr>
          <p:spPr bwMode="auto">
            <a:xfrm>
              <a:off x="11289817" y="1687356"/>
              <a:ext cx="538585" cy="34578"/>
            </a:xfrm>
            <a:custGeom>
              <a:avLst/>
              <a:gdLst>
                <a:gd name="T0" fmla="*/ 1526 w 1542"/>
                <a:gd name="T1" fmla="*/ 72 h 99"/>
                <a:gd name="T2" fmla="*/ 1526 w 1542"/>
                <a:gd name="T3" fmla="*/ 72 h 99"/>
                <a:gd name="T4" fmla="*/ 1542 w 1542"/>
                <a:gd name="T5" fmla="*/ 99 h 99"/>
                <a:gd name="T6" fmla="*/ 1526 w 1542"/>
                <a:gd name="T7" fmla="*/ 72 h 99"/>
                <a:gd name="T8" fmla="*/ 19 w 1542"/>
                <a:gd name="T9" fmla="*/ 0 h 99"/>
                <a:gd name="T10" fmla="*/ 0 w 1542"/>
                <a:gd name="T11" fmla="*/ 35 h 99"/>
                <a:gd name="T12" fmla="*/ 19 w 1542"/>
                <a:gd name="T13" fmla="*/ 0 h 99"/>
                <a:gd name="T14" fmla="*/ 19 w 1542"/>
                <a:gd name="T15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2" h="99">
                  <a:moveTo>
                    <a:pt x="1526" y="72"/>
                  </a:moveTo>
                  <a:lnTo>
                    <a:pt x="1526" y="72"/>
                  </a:lnTo>
                  <a:lnTo>
                    <a:pt x="1542" y="99"/>
                  </a:lnTo>
                  <a:lnTo>
                    <a:pt x="1526" y="72"/>
                  </a:lnTo>
                  <a:moveTo>
                    <a:pt x="19" y="0"/>
                  </a:moveTo>
                  <a:lnTo>
                    <a:pt x="0" y="35"/>
                  </a:lnTo>
                  <a:lnTo>
                    <a:pt x="19" y="0"/>
                  </a:lnTo>
                  <a:lnTo>
                    <a:pt x="1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Freeform 238"/>
            <p:cNvSpPr/>
            <p:nvPr/>
          </p:nvSpPr>
          <p:spPr bwMode="auto">
            <a:xfrm>
              <a:off x="11288769" y="1577334"/>
              <a:ext cx="541379" cy="286058"/>
            </a:xfrm>
            <a:custGeom>
              <a:avLst/>
              <a:gdLst>
                <a:gd name="T0" fmla="*/ 1054 w 1550"/>
                <a:gd name="T1" fmla="*/ 0 h 819"/>
                <a:gd name="T2" fmla="*/ 985 w 1550"/>
                <a:gd name="T3" fmla="*/ 475 h 819"/>
                <a:gd name="T4" fmla="*/ 755 w 1550"/>
                <a:gd name="T5" fmla="*/ 475 h 819"/>
                <a:gd name="T6" fmla="*/ 683 w 1550"/>
                <a:gd name="T7" fmla="*/ 243 h 819"/>
                <a:gd name="T8" fmla="*/ 593 w 1550"/>
                <a:gd name="T9" fmla="*/ 659 h 819"/>
                <a:gd name="T10" fmla="*/ 521 w 1550"/>
                <a:gd name="T11" fmla="*/ 0 h 819"/>
                <a:gd name="T12" fmla="*/ 451 w 1550"/>
                <a:gd name="T13" fmla="*/ 475 h 819"/>
                <a:gd name="T14" fmla="*/ 222 w 1550"/>
                <a:gd name="T15" fmla="*/ 475 h 819"/>
                <a:gd name="T16" fmla="*/ 152 w 1550"/>
                <a:gd name="T17" fmla="*/ 243 h 819"/>
                <a:gd name="T18" fmla="*/ 59 w 1550"/>
                <a:gd name="T19" fmla="*/ 659 h 819"/>
                <a:gd name="T20" fmla="*/ 22 w 1550"/>
                <a:gd name="T21" fmla="*/ 315 h 819"/>
                <a:gd name="T22" fmla="*/ 3 w 1550"/>
                <a:gd name="T23" fmla="*/ 350 h 819"/>
                <a:gd name="T24" fmla="*/ 0 w 1550"/>
                <a:gd name="T25" fmla="*/ 352 h 819"/>
                <a:gd name="T26" fmla="*/ 35 w 1550"/>
                <a:gd name="T27" fmla="*/ 665 h 819"/>
                <a:gd name="T28" fmla="*/ 62 w 1550"/>
                <a:gd name="T29" fmla="*/ 710 h 819"/>
                <a:gd name="T30" fmla="*/ 72 w 1550"/>
                <a:gd name="T31" fmla="*/ 729 h 819"/>
                <a:gd name="T32" fmla="*/ 155 w 1550"/>
                <a:gd name="T33" fmla="*/ 347 h 819"/>
                <a:gd name="T34" fmla="*/ 203 w 1550"/>
                <a:gd name="T35" fmla="*/ 499 h 819"/>
                <a:gd name="T36" fmla="*/ 473 w 1550"/>
                <a:gd name="T37" fmla="*/ 499 h 819"/>
                <a:gd name="T38" fmla="*/ 518 w 1550"/>
                <a:gd name="T39" fmla="*/ 205 h 819"/>
                <a:gd name="T40" fmla="*/ 585 w 1550"/>
                <a:gd name="T41" fmla="*/ 819 h 819"/>
                <a:gd name="T42" fmla="*/ 689 w 1550"/>
                <a:gd name="T43" fmla="*/ 347 h 819"/>
                <a:gd name="T44" fmla="*/ 737 w 1550"/>
                <a:gd name="T45" fmla="*/ 499 h 819"/>
                <a:gd name="T46" fmla="*/ 1006 w 1550"/>
                <a:gd name="T47" fmla="*/ 499 h 819"/>
                <a:gd name="T48" fmla="*/ 1051 w 1550"/>
                <a:gd name="T49" fmla="*/ 205 h 819"/>
                <a:gd name="T50" fmla="*/ 1118 w 1550"/>
                <a:gd name="T51" fmla="*/ 819 h 819"/>
                <a:gd name="T52" fmla="*/ 1222 w 1550"/>
                <a:gd name="T53" fmla="*/ 347 h 819"/>
                <a:gd name="T54" fmla="*/ 1270 w 1550"/>
                <a:gd name="T55" fmla="*/ 499 h 819"/>
                <a:gd name="T56" fmla="*/ 1540 w 1550"/>
                <a:gd name="T57" fmla="*/ 499 h 819"/>
                <a:gd name="T58" fmla="*/ 1550 w 1550"/>
                <a:gd name="T59" fmla="*/ 424 h 819"/>
                <a:gd name="T60" fmla="*/ 1545 w 1550"/>
                <a:gd name="T61" fmla="*/ 414 h 819"/>
                <a:gd name="T62" fmla="*/ 1529 w 1550"/>
                <a:gd name="T63" fmla="*/ 387 h 819"/>
                <a:gd name="T64" fmla="*/ 1518 w 1550"/>
                <a:gd name="T65" fmla="*/ 475 h 819"/>
                <a:gd name="T66" fmla="*/ 1289 w 1550"/>
                <a:gd name="T67" fmla="*/ 475 h 819"/>
                <a:gd name="T68" fmla="*/ 1217 w 1550"/>
                <a:gd name="T69" fmla="*/ 243 h 819"/>
                <a:gd name="T70" fmla="*/ 1126 w 1550"/>
                <a:gd name="T71" fmla="*/ 659 h 819"/>
                <a:gd name="T72" fmla="*/ 1054 w 1550"/>
                <a:gd name="T73" fmla="*/ 0 h 8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550" h="819">
                  <a:moveTo>
                    <a:pt x="1054" y="0"/>
                  </a:moveTo>
                  <a:lnTo>
                    <a:pt x="985" y="475"/>
                  </a:lnTo>
                  <a:lnTo>
                    <a:pt x="755" y="475"/>
                  </a:lnTo>
                  <a:lnTo>
                    <a:pt x="683" y="243"/>
                  </a:lnTo>
                  <a:lnTo>
                    <a:pt x="593" y="659"/>
                  </a:lnTo>
                  <a:lnTo>
                    <a:pt x="521" y="0"/>
                  </a:lnTo>
                  <a:lnTo>
                    <a:pt x="451" y="475"/>
                  </a:lnTo>
                  <a:lnTo>
                    <a:pt x="222" y="475"/>
                  </a:lnTo>
                  <a:lnTo>
                    <a:pt x="152" y="243"/>
                  </a:lnTo>
                  <a:lnTo>
                    <a:pt x="59" y="659"/>
                  </a:lnTo>
                  <a:lnTo>
                    <a:pt x="22" y="315"/>
                  </a:lnTo>
                  <a:lnTo>
                    <a:pt x="3" y="350"/>
                  </a:lnTo>
                  <a:lnTo>
                    <a:pt x="0" y="352"/>
                  </a:lnTo>
                  <a:lnTo>
                    <a:pt x="35" y="665"/>
                  </a:lnTo>
                  <a:lnTo>
                    <a:pt x="62" y="710"/>
                  </a:lnTo>
                  <a:lnTo>
                    <a:pt x="72" y="729"/>
                  </a:lnTo>
                  <a:lnTo>
                    <a:pt x="155" y="347"/>
                  </a:lnTo>
                  <a:lnTo>
                    <a:pt x="203" y="499"/>
                  </a:lnTo>
                  <a:lnTo>
                    <a:pt x="473" y="499"/>
                  </a:lnTo>
                  <a:lnTo>
                    <a:pt x="518" y="205"/>
                  </a:lnTo>
                  <a:lnTo>
                    <a:pt x="585" y="819"/>
                  </a:lnTo>
                  <a:lnTo>
                    <a:pt x="689" y="347"/>
                  </a:lnTo>
                  <a:lnTo>
                    <a:pt x="737" y="499"/>
                  </a:lnTo>
                  <a:lnTo>
                    <a:pt x="1006" y="499"/>
                  </a:lnTo>
                  <a:lnTo>
                    <a:pt x="1051" y="205"/>
                  </a:lnTo>
                  <a:lnTo>
                    <a:pt x="1118" y="819"/>
                  </a:lnTo>
                  <a:lnTo>
                    <a:pt x="1222" y="347"/>
                  </a:lnTo>
                  <a:lnTo>
                    <a:pt x="1270" y="499"/>
                  </a:lnTo>
                  <a:lnTo>
                    <a:pt x="1540" y="499"/>
                  </a:lnTo>
                  <a:lnTo>
                    <a:pt x="1550" y="424"/>
                  </a:lnTo>
                  <a:lnTo>
                    <a:pt x="1545" y="414"/>
                  </a:lnTo>
                  <a:lnTo>
                    <a:pt x="1529" y="387"/>
                  </a:lnTo>
                  <a:lnTo>
                    <a:pt x="1518" y="475"/>
                  </a:lnTo>
                  <a:lnTo>
                    <a:pt x="1289" y="475"/>
                  </a:lnTo>
                  <a:lnTo>
                    <a:pt x="1217" y="243"/>
                  </a:lnTo>
                  <a:lnTo>
                    <a:pt x="1126" y="659"/>
                  </a:lnTo>
                  <a:lnTo>
                    <a:pt x="105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Freeform 239"/>
            <p:cNvSpPr>
              <a:spLocks noEditPoints="1"/>
            </p:cNvSpPr>
            <p:nvPr/>
          </p:nvSpPr>
          <p:spPr bwMode="auto">
            <a:xfrm>
              <a:off x="10905962" y="1619247"/>
              <a:ext cx="54836" cy="207820"/>
            </a:xfrm>
            <a:custGeom>
              <a:avLst/>
              <a:gdLst>
                <a:gd name="T0" fmla="*/ 125 w 157"/>
                <a:gd name="T1" fmla="*/ 499 h 595"/>
                <a:gd name="T2" fmla="*/ 69 w 157"/>
                <a:gd name="T3" fmla="*/ 595 h 595"/>
                <a:gd name="T4" fmla="*/ 69 w 157"/>
                <a:gd name="T5" fmla="*/ 595 h 595"/>
                <a:gd name="T6" fmla="*/ 125 w 157"/>
                <a:gd name="T7" fmla="*/ 499 h 595"/>
                <a:gd name="T8" fmla="*/ 149 w 157"/>
                <a:gd name="T9" fmla="*/ 262 h 595"/>
                <a:gd name="T10" fmla="*/ 149 w 157"/>
                <a:gd name="T11" fmla="*/ 262 h 595"/>
                <a:gd name="T12" fmla="*/ 157 w 157"/>
                <a:gd name="T13" fmla="*/ 275 h 595"/>
                <a:gd name="T14" fmla="*/ 149 w 157"/>
                <a:gd name="T15" fmla="*/ 262 h 595"/>
                <a:gd name="T16" fmla="*/ 0 w 157"/>
                <a:gd name="T17" fmla="*/ 0 h 595"/>
                <a:gd name="T18" fmla="*/ 0 w 157"/>
                <a:gd name="T19" fmla="*/ 0 h 595"/>
                <a:gd name="T20" fmla="*/ 18 w 157"/>
                <a:gd name="T21" fmla="*/ 35 h 595"/>
                <a:gd name="T22" fmla="*/ 0 w 157"/>
                <a:gd name="T23" fmla="*/ 0 h 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7" h="595">
                  <a:moveTo>
                    <a:pt x="125" y="499"/>
                  </a:moveTo>
                  <a:lnTo>
                    <a:pt x="69" y="595"/>
                  </a:lnTo>
                  <a:lnTo>
                    <a:pt x="69" y="595"/>
                  </a:lnTo>
                  <a:lnTo>
                    <a:pt x="125" y="499"/>
                  </a:lnTo>
                  <a:close/>
                  <a:moveTo>
                    <a:pt x="149" y="262"/>
                  </a:moveTo>
                  <a:lnTo>
                    <a:pt x="149" y="262"/>
                  </a:lnTo>
                  <a:lnTo>
                    <a:pt x="157" y="275"/>
                  </a:lnTo>
                  <a:lnTo>
                    <a:pt x="149" y="26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18" y="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4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Freeform 240"/>
            <p:cNvSpPr>
              <a:spLocks noEditPoints="1"/>
            </p:cNvSpPr>
            <p:nvPr/>
          </p:nvSpPr>
          <p:spPr bwMode="auto">
            <a:xfrm>
              <a:off x="10905962" y="1619247"/>
              <a:ext cx="54836" cy="207820"/>
            </a:xfrm>
            <a:custGeom>
              <a:avLst/>
              <a:gdLst>
                <a:gd name="T0" fmla="*/ 125 w 157"/>
                <a:gd name="T1" fmla="*/ 499 h 595"/>
                <a:gd name="T2" fmla="*/ 69 w 157"/>
                <a:gd name="T3" fmla="*/ 595 h 595"/>
                <a:gd name="T4" fmla="*/ 69 w 157"/>
                <a:gd name="T5" fmla="*/ 595 h 595"/>
                <a:gd name="T6" fmla="*/ 125 w 157"/>
                <a:gd name="T7" fmla="*/ 499 h 595"/>
                <a:gd name="T8" fmla="*/ 149 w 157"/>
                <a:gd name="T9" fmla="*/ 262 h 595"/>
                <a:gd name="T10" fmla="*/ 149 w 157"/>
                <a:gd name="T11" fmla="*/ 262 h 595"/>
                <a:gd name="T12" fmla="*/ 157 w 157"/>
                <a:gd name="T13" fmla="*/ 275 h 595"/>
                <a:gd name="T14" fmla="*/ 149 w 157"/>
                <a:gd name="T15" fmla="*/ 262 h 595"/>
                <a:gd name="T16" fmla="*/ 0 w 157"/>
                <a:gd name="T17" fmla="*/ 0 h 595"/>
                <a:gd name="T18" fmla="*/ 0 w 157"/>
                <a:gd name="T19" fmla="*/ 0 h 595"/>
                <a:gd name="T20" fmla="*/ 18 w 157"/>
                <a:gd name="T21" fmla="*/ 35 h 595"/>
                <a:gd name="T22" fmla="*/ 0 w 157"/>
                <a:gd name="T23" fmla="*/ 0 h 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7" h="595">
                  <a:moveTo>
                    <a:pt x="125" y="499"/>
                  </a:moveTo>
                  <a:lnTo>
                    <a:pt x="69" y="595"/>
                  </a:lnTo>
                  <a:lnTo>
                    <a:pt x="69" y="595"/>
                  </a:lnTo>
                  <a:lnTo>
                    <a:pt x="125" y="499"/>
                  </a:lnTo>
                  <a:moveTo>
                    <a:pt x="149" y="262"/>
                  </a:moveTo>
                  <a:lnTo>
                    <a:pt x="149" y="262"/>
                  </a:lnTo>
                  <a:lnTo>
                    <a:pt x="157" y="275"/>
                  </a:lnTo>
                  <a:lnTo>
                    <a:pt x="149" y="26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18" y="35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Freeform 242"/>
            <p:cNvSpPr/>
            <p:nvPr/>
          </p:nvSpPr>
          <p:spPr bwMode="auto">
            <a:xfrm>
              <a:off x="10400908" y="1577334"/>
              <a:ext cx="563733" cy="286058"/>
            </a:xfrm>
            <a:custGeom>
              <a:avLst/>
              <a:gdLst>
                <a:gd name="T0" fmla="*/ 928 w 1614"/>
                <a:gd name="T1" fmla="*/ 0 h 819"/>
                <a:gd name="T2" fmla="*/ 859 w 1614"/>
                <a:gd name="T3" fmla="*/ 475 h 819"/>
                <a:gd name="T4" fmla="*/ 629 w 1614"/>
                <a:gd name="T5" fmla="*/ 475 h 819"/>
                <a:gd name="T6" fmla="*/ 560 w 1614"/>
                <a:gd name="T7" fmla="*/ 243 h 819"/>
                <a:gd name="T8" fmla="*/ 469 w 1614"/>
                <a:gd name="T9" fmla="*/ 659 h 819"/>
                <a:gd name="T10" fmla="*/ 394 w 1614"/>
                <a:gd name="T11" fmla="*/ 0 h 819"/>
                <a:gd name="T12" fmla="*/ 325 w 1614"/>
                <a:gd name="T13" fmla="*/ 475 h 819"/>
                <a:gd name="T14" fmla="*/ 0 w 1614"/>
                <a:gd name="T15" fmla="*/ 475 h 819"/>
                <a:gd name="T16" fmla="*/ 0 w 1614"/>
                <a:gd name="T17" fmla="*/ 488 h 819"/>
                <a:gd name="T18" fmla="*/ 8 w 1614"/>
                <a:gd name="T19" fmla="*/ 499 h 819"/>
                <a:gd name="T20" fmla="*/ 349 w 1614"/>
                <a:gd name="T21" fmla="*/ 499 h 819"/>
                <a:gd name="T22" fmla="*/ 392 w 1614"/>
                <a:gd name="T23" fmla="*/ 205 h 819"/>
                <a:gd name="T24" fmla="*/ 458 w 1614"/>
                <a:gd name="T25" fmla="*/ 819 h 819"/>
                <a:gd name="T26" fmla="*/ 563 w 1614"/>
                <a:gd name="T27" fmla="*/ 347 h 819"/>
                <a:gd name="T28" fmla="*/ 611 w 1614"/>
                <a:gd name="T29" fmla="*/ 499 h 819"/>
                <a:gd name="T30" fmla="*/ 883 w 1614"/>
                <a:gd name="T31" fmla="*/ 499 h 819"/>
                <a:gd name="T32" fmla="*/ 925 w 1614"/>
                <a:gd name="T33" fmla="*/ 205 h 819"/>
                <a:gd name="T34" fmla="*/ 992 w 1614"/>
                <a:gd name="T35" fmla="*/ 819 h 819"/>
                <a:gd name="T36" fmla="*/ 1096 w 1614"/>
                <a:gd name="T37" fmla="*/ 347 h 819"/>
                <a:gd name="T38" fmla="*/ 1144 w 1614"/>
                <a:gd name="T39" fmla="*/ 499 h 819"/>
                <a:gd name="T40" fmla="*/ 1416 w 1614"/>
                <a:gd name="T41" fmla="*/ 499 h 819"/>
                <a:gd name="T42" fmla="*/ 1459 w 1614"/>
                <a:gd name="T43" fmla="*/ 205 h 819"/>
                <a:gd name="T44" fmla="*/ 1515 w 1614"/>
                <a:gd name="T45" fmla="*/ 715 h 819"/>
                <a:gd name="T46" fmla="*/ 1571 w 1614"/>
                <a:gd name="T47" fmla="*/ 619 h 819"/>
                <a:gd name="T48" fmla="*/ 1614 w 1614"/>
                <a:gd name="T49" fmla="*/ 416 h 819"/>
                <a:gd name="T50" fmla="*/ 1603 w 1614"/>
                <a:gd name="T51" fmla="*/ 395 h 819"/>
                <a:gd name="T52" fmla="*/ 1595 w 1614"/>
                <a:gd name="T53" fmla="*/ 382 h 819"/>
                <a:gd name="T54" fmla="*/ 1536 w 1614"/>
                <a:gd name="T55" fmla="*/ 659 h 819"/>
                <a:gd name="T56" fmla="*/ 1483 w 1614"/>
                <a:gd name="T57" fmla="*/ 187 h 819"/>
                <a:gd name="T58" fmla="*/ 1464 w 1614"/>
                <a:gd name="T59" fmla="*/ 155 h 819"/>
                <a:gd name="T60" fmla="*/ 1446 w 1614"/>
                <a:gd name="T61" fmla="*/ 120 h 819"/>
                <a:gd name="T62" fmla="*/ 1392 w 1614"/>
                <a:gd name="T63" fmla="*/ 475 h 819"/>
                <a:gd name="T64" fmla="*/ 1163 w 1614"/>
                <a:gd name="T65" fmla="*/ 475 h 819"/>
                <a:gd name="T66" fmla="*/ 1094 w 1614"/>
                <a:gd name="T67" fmla="*/ 243 h 819"/>
                <a:gd name="T68" fmla="*/ 1003 w 1614"/>
                <a:gd name="T69" fmla="*/ 659 h 819"/>
                <a:gd name="T70" fmla="*/ 928 w 1614"/>
                <a:gd name="T71" fmla="*/ 0 h 8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14" h="819">
                  <a:moveTo>
                    <a:pt x="928" y="0"/>
                  </a:moveTo>
                  <a:lnTo>
                    <a:pt x="859" y="475"/>
                  </a:lnTo>
                  <a:lnTo>
                    <a:pt x="629" y="475"/>
                  </a:lnTo>
                  <a:lnTo>
                    <a:pt x="560" y="243"/>
                  </a:lnTo>
                  <a:lnTo>
                    <a:pt x="469" y="659"/>
                  </a:lnTo>
                  <a:lnTo>
                    <a:pt x="394" y="0"/>
                  </a:lnTo>
                  <a:lnTo>
                    <a:pt x="325" y="475"/>
                  </a:lnTo>
                  <a:lnTo>
                    <a:pt x="0" y="475"/>
                  </a:lnTo>
                  <a:lnTo>
                    <a:pt x="0" y="488"/>
                  </a:lnTo>
                  <a:lnTo>
                    <a:pt x="8" y="499"/>
                  </a:lnTo>
                  <a:lnTo>
                    <a:pt x="349" y="499"/>
                  </a:lnTo>
                  <a:lnTo>
                    <a:pt x="392" y="205"/>
                  </a:lnTo>
                  <a:lnTo>
                    <a:pt x="458" y="819"/>
                  </a:lnTo>
                  <a:lnTo>
                    <a:pt x="563" y="347"/>
                  </a:lnTo>
                  <a:lnTo>
                    <a:pt x="611" y="499"/>
                  </a:lnTo>
                  <a:lnTo>
                    <a:pt x="883" y="499"/>
                  </a:lnTo>
                  <a:lnTo>
                    <a:pt x="925" y="205"/>
                  </a:lnTo>
                  <a:lnTo>
                    <a:pt x="992" y="819"/>
                  </a:lnTo>
                  <a:lnTo>
                    <a:pt x="1096" y="347"/>
                  </a:lnTo>
                  <a:lnTo>
                    <a:pt x="1144" y="499"/>
                  </a:lnTo>
                  <a:lnTo>
                    <a:pt x="1416" y="499"/>
                  </a:lnTo>
                  <a:lnTo>
                    <a:pt x="1459" y="205"/>
                  </a:lnTo>
                  <a:lnTo>
                    <a:pt x="1515" y="715"/>
                  </a:lnTo>
                  <a:lnTo>
                    <a:pt x="1571" y="619"/>
                  </a:lnTo>
                  <a:lnTo>
                    <a:pt x="1614" y="416"/>
                  </a:lnTo>
                  <a:lnTo>
                    <a:pt x="1603" y="395"/>
                  </a:lnTo>
                  <a:lnTo>
                    <a:pt x="1595" y="382"/>
                  </a:lnTo>
                  <a:lnTo>
                    <a:pt x="1536" y="659"/>
                  </a:lnTo>
                  <a:lnTo>
                    <a:pt x="1483" y="187"/>
                  </a:lnTo>
                  <a:lnTo>
                    <a:pt x="1464" y="155"/>
                  </a:lnTo>
                  <a:lnTo>
                    <a:pt x="1446" y="120"/>
                  </a:lnTo>
                  <a:lnTo>
                    <a:pt x="1392" y="475"/>
                  </a:lnTo>
                  <a:lnTo>
                    <a:pt x="1163" y="475"/>
                  </a:lnTo>
                  <a:lnTo>
                    <a:pt x="1094" y="243"/>
                  </a:lnTo>
                  <a:lnTo>
                    <a:pt x="1003" y="659"/>
                  </a:lnTo>
                  <a:lnTo>
                    <a:pt x="92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Freeform 243"/>
            <p:cNvSpPr/>
            <p:nvPr/>
          </p:nvSpPr>
          <p:spPr bwMode="auto">
            <a:xfrm>
              <a:off x="9968503" y="1248315"/>
              <a:ext cx="578402" cy="500514"/>
            </a:xfrm>
            <a:custGeom>
              <a:avLst/>
              <a:gdLst>
                <a:gd name="T0" fmla="*/ 413 w 1656"/>
                <a:gd name="T1" fmla="*/ 1433 h 1433"/>
                <a:gd name="T2" fmla="*/ 0 w 1656"/>
                <a:gd name="T3" fmla="*/ 718 h 1433"/>
                <a:gd name="T4" fmla="*/ 413 w 1656"/>
                <a:gd name="T5" fmla="*/ 0 h 1433"/>
                <a:gd name="T6" fmla="*/ 1240 w 1656"/>
                <a:gd name="T7" fmla="*/ 0 h 1433"/>
                <a:gd name="T8" fmla="*/ 1656 w 1656"/>
                <a:gd name="T9" fmla="*/ 718 h 1433"/>
                <a:gd name="T10" fmla="*/ 1240 w 1656"/>
                <a:gd name="T11" fmla="*/ 1433 h 1433"/>
                <a:gd name="T12" fmla="*/ 413 w 1656"/>
                <a:gd name="T13" fmla="*/ 1433 h 1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6" h="1433">
                  <a:moveTo>
                    <a:pt x="413" y="1433"/>
                  </a:moveTo>
                  <a:lnTo>
                    <a:pt x="0" y="718"/>
                  </a:lnTo>
                  <a:lnTo>
                    <a:pt x="413" y="0"/>
                  </a:lnTo>
                  <a:lnTo>
                    <a:pt x="1240" y="0"/>
                  </a:lnTo>
                  <a:lnTo>
                    <a:pt x="1656" y="718"/>
                  </a:lnTo>
                  <a:lnTo>
                    <a:pt x="1240" y="1433"/>
                  </a:lnTo>
                  <a:lnTo>
                    <a:pt x="413" y="1433"/>
                  </a:lnTo>
                  <a:close/>
                </a:path>
              </a:pathLst>
            </a:custGeom>
            <a:solidFill>
              <a:srgbClr val="24436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Freeform 244"/>
            <p:cNvSpPr/>
            <p:nvPr/>
          </p:nvSpPr>
          <p:spPr bwMode="auto">
            <a:xfrm>
              <a:off x="10116596" y="1357290"/>
              <a:ext cx="281517" cy="282565"/>
            </a:xfrm>
            <a:custGeom>
              <a:avLst/>
              <a:gdLst>
                <a:gd name="T0" fmla="*/ 806 w 806"/>
                <a:gd name="T1" fmla="*/ 555 h 809"/>
                <a:gd name="T2" fmla="*/ 555 w 806"/>
                <a:gd name="T3" fmla="*/ 555 h 809"/>
                <a:gd name="T4" fmla="*/ 555 w 806"/>
                <a:gd name="T5" fmla="*/ 809 h 809"/>
                <a:gd name="T6" fmla="*/ 251 w 806"/>
                <a:gd name="T7" fmla="*/ 809 h 809"/>
                <a:gd name="T8" fmla="*/ 251 w 806"/>
                <a:gd name="T9" fmla="*/ 555 h 809"/>
                <a:gd name="T10" fmla="*/ 0 w 806"/>
                <a:gd name="T11" fmla="*/ 555 h 809"/>
                <a:gd name="T12" fmla="*/ 0 w 806"/>
                <a:gd name="T13" fmla="*/ 254 h 809"/>
                <a:gd name="T14" fmla="*/ 251 w 806"/>
                <a:gd name="T15" fmla="*/ 254 h 809"/>
                <a:gd name="T16" fmla="*/ 251 w 806"/>
                <a:gd name="T17" fmla="*/ 0 h 809"/>
                <a:gd name="T18" fmla="*/ 555 w 806"/>
                <a:gd name="T19" fmla="*/ 0 h 809"/>
                <a:gd name="T20" fmla="*/ 555 w 806"/>
                <a:gd name="T21" fmla="*/ 254 h 809"/>
                <a:gd name="T22" fmla="*/ 806 w 806"/>
                <a:gd name="T23" fmla="*/ 254 h 809"/>
                <a:gd name="T24" fmla="*/ 806 w 806"/>
                <a:gd name="T25" fmla="*/ 555 h 8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06" h="809">
                  <a:moveTo>
                    <a:pt x="806" y="555"/>
                  </a:moveTo>
                  <a:lnTo>
                    <a:pt x="555" y="555"/>
                  </a:lnTo>
                  <a:lnTo>
                    <a:pt x="555" y="809"/>
                  </a:lnTo>
                  <a:lnTo>
                    <a:pt x="251" y="809"/>
                  </a:lnTo>
                  <a:lnTo>
                    <a:pt x="251" y="555"/>
                  </a:lnTo>
                  <a:lnTo>
                    <a:pt x="0" y="555"/>
                  </a:lnTo>
                  <a:lnTo>
                    <a:pt x="0" y="254"/>
                  </a:lnTo>
                  <a:lnTo>
                    <a:pt x="251" y="254"/>
                  </a:lnTo>
                  <a:lnTo>
                    <a:pt x="251" y="0"/>
                  </a:lnTo>
                  <a:lnTo>
                    <a:pt x="555" y="0"/>
                  </a:lnTo>
                  <a:lnTo>
                    <a:pt x="555" y="254"/>
                  </a:lnTo>
                  <a:lnTo>
                    <a:pt x="806" y="254"/>
                  </a:lnTo>
                  <a:lnTo>
                    <a:pt x="806" y="555"/>
                  </a:lnTo>
                  <a:close/>
                </a:path>
              </a:pathLst>
            </a:custGeom>
            <a:solidFill>
              <a:srgbClr val="FFFB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Freeform 245"/>
            <p:cNvSpPr/>
            <p:nvPr/>
          </p:nvSpPr>
          <p:spPr bwMode="auto">
            <a:xfrm>
              <a:off x="10394272" y="1492460"/>
              <a:ext cx="588881" cy="510992"/>
            </a:xfrm>
            <a:custGeom>
              <a:avLst/>
              <a:gdLst>
                <a:gd name="T0" fmla="*/ 1259 w 1686"/>
                <a:gd name="T1" fmla="*/ 1463 h 1463"/>
                <a:gd name="T2" fmla="*/ 424 w 1686"/>
                <a:gd name="T3" fmla="*/ 1463 h 1463"/>
                <a:gd name="T4" fmla="*/ 0 w 1686"/>
                <a:gd name="T5" fmla="*/ 731 h 1463"/>
                <a:gd name="T6" fmla="*/ 424 w 1686"/>
                <a:gd name="T7" fmla="*/ 0 h 1463"/>
                <a:gd name="T8" fmla="*/ 1267 w 1686"/>
                <a:gd name="T9" fmla="*/ 0 h 1463"/>
                <a:gd name="T10" fmla="*/ 1686 w 1686"/>
                <a:gd name="T11" fmla="*/ 723 h 1463"/>
                <a:gd name="T12" fmla="*/ 1657 w 1686"/>
                <a:gd name="T13" fmla="*/ 739 h 1463"/>
                <a:gd name="T14" fmla="*/ 1249 w 1686"/>
                <a:gd name="T15" fmla="*/ 32 h 1463"/>
                <a:gd name="T16" fmla="*/ 443 w 1686"/>
                <a:gd name="T17" fmla="*/ 32 h 1463"/>
                <a:gd name="T18" fmla="*/ 37 w 1686"/>
                <a:gd name="T19" fmla="*/ 731 h 1463"/>
                <a:gd name="T20" fmla="*/ 443 w 1686"/>
                <a:gd name="T21" fmla="*/ 1431 h 1463"/>
                <a:gd name="T22" fmla="*/ 1259 w 1686"/>
                <a:gd name="T23" fmla="*/ 1431 h 1463"/>
                <a:gd name="T24" fmla="*/ 1259 w 1686"/>
                <a:gd name="T25" fmla="*/ 1463 h 1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86" h="1463">
                  <a:moveTo>
                    <a:pt x="1259" y="1463"/>
                  </a:moveTo>
                  <a:lnTo>
                    <a:pt x="424" y="1463"/>
                  </a:lnTo>
                  <a:lnTo>
                    <a:pt x="0" y="731"/>
                  </a:lnTo>
                  <a:lnTo>
                    <a:pt x="424" y="0"/>
                  </a:lnTo>
                  <a:lnTo>
                    <a:pt x="1267" y="0"/>
                  </a:lnTo>
                  <a:lnTo>
                    <a:pt x="1686" y="723"/>
                  </a:lnTo>
                  <a:lnTo>
                    <a:pt x="1657" y="739"/>
                  </a:lnTo>
                  <a:lnTo>
                    <a:pt x="1249" y="32"/>
                  </a:lnTo>
                  <a:lnTo>
                    <a:pt x="443" y="32"/>
                  </a:lnTo>
                  <a:lnTo>
                    <a:pt x="37" y="731"/>
                  </a:lnTo>
                  <a:lnTo>
                    <a:pt x="443" y="1431"/>
                  </a:lnTo>
                  <a:lnTo>
                    <a:pt x="1259" y="1431"/>
                  </a:lnTo>
                  <a:lnTo>
                    <a:pt x="1259" y="1463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Oval 246"/>
            <p:cNvSpPr>
              <a:spLocks noChangeArrowheads="1"/>
            </p:cNvSpPr>
            <p:nvPr/>
          </p:nvSpPr>
          <p:spPr bwMode="auto">
            <a:xfrm>
              <a:off x="10370172" y="1718092"/>
              <a:ext cx="62171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Oval 247"/>
            <p:cNvSpPr>
              <a:spLocks noChangeArrowheads="1"/>
            </p:cNvSpPr>
            <p:nvPr/>
          </p:nvSpPr>
          <p:spPr bwMode="auto">
            <a:xfrm>
              <a:off x="10946827" y="1718092"/>
              <a:ext cx="62521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Oval 248"/>
            <p:cNvSpPr>
              <a:spLocks noChangeArrowheads="1"/>
            </p:cNvSpPr>
            <p:nvPr/>
          </p:nvSpPr>
          <p:spPr bwMode="auto">
            <a:xfrm>
              <a:off x="10514423" y="1467312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Oval 249"/>
            <p:cNvSpPr>
              <a:spLocks noChangeArrowheads="1"/>
            </p:cNvSpPr>
            <p:nvPr/>
          </p:nvSpPr>
          <p:spPr bwMode="auto">
            <a:xfrm>
              <a:off x="10514423" y="1966079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Oval 250"/>
            <p:cNvSpPr>
              <a:spLocks noChangeArrowheads="1"/>
            </p:cNvSpPr>
            <p:nvPr/>
          </p:nvSpPr>
          <p:spPr bwMode="auto">
            <a:xfrm>
              <a:off x="10802576" y="1467312"/>
              <a:ext cx="61473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Oval 251"/>
            <p:cNvSpPr>
              <a:spLocks noChangeArrowheads="1"/>
            </p:cNvSpPr>
            <p:nvPr/>
          </p:nvSpPr>
          <p:spPr bwMode="auto">
            <a:xfrm>
              <a:off x="10802576" y="1966079"/>
              <a:ext cx="61473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Freeform 252"/>
            <p:cNvSpPr/>
            <p:nvPr/>
          </p:nvSpPr>
          <p:spPr bwMode="auto">
            <a:xfrm>
              <a:off x="10828422" y="743960"/>
              <a:ext cx="587134" cy="258116"/>
            </a:xfrm>
            <a:custGeom>
              <a:avLst/>
              <a:gdLst>
                <a:gd name="T0" fmla="*/ 1652 w 1681"/>
                <a:gd name="T1" fmla="*/ 739 h 739"/>
                <a:gd name="T2" fmla="*/ 1244 w 1681"/>
                <a:gd name="T3" fmla="*/ 29 h 739"/>
                <a:gd name="T4" fmla="*/ 438 w 1681"/>
                <a:gd name="T5" fmla="*/ 29 h 739"/>
                <a:gd name="T6" fmla="*/ 27 w 1681"/>
                <a:gd name="T7" fmla="*/ 739 h 739"/>
                <a:gd name="T8" fmla="*/ 0 w 1681"/>
                <a:gd name="T9" fmla="*/ 723 h 739"/>
                <a:gd name="T10" fmla="*/ 419 w 1681"/>
                <a:gd name="T11" fmla="*/ 0 h 739"/>
                <a:gd name="T12" fmla="*/ 1262 w 1681"/>
                <a:gd name="T13" fmla="*/ 0 h 739"/>
                <a:gd name="T14" fmla="*/ 1681 w 1681"/>
                <a:gd name="T15" fmla="*/ 723 h 739"/>
                <a:gd name="T16" fmla="*/ 1652 w 1681"/>
                <a:gd name="T17" fmla="*/ 739 h 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81" h="739">
                  <a:moveTo>
                    <a:pt x="1652" y="739"/>
                  </a:moveTo>
                  <a:lnTo>
                    <a:pt x="1244" y="29"/>
                  </a:lnTo>
                  <a:lnTo>
                    <a:pt x="438" y="29"/>
                  </a:lnTo>
                  <a:lnTo>
                    <a:pt x="27" y="739"/>
                  </a:lnTo>
                  <a:lnTo>
                    <a:pt x="0" y="723"/>
                  </a:lnTo>
                  <a:lnTo>
                    <a:pt x="419" y="0"/>
                  </a:lnTo>
                  <a:lnTo>
                    <a:pt x="1262" y="0"/>
                  </a:lnTo>
                  <a:lnTo>
                    <a:pt x="1681" y="723"/>
                  </a:lnTo>
                  <a:lnTo>
                    <a:pt x="1652" y="739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Oval 253"/>
            <p:cNvSpPr>
              <a:spLocks noChangeArrowheads="1"/>
            </p:cNvSpPr>
            <p:nvPr/>
          </p:nvSpPr>
          <p:spPr bwMode="auto">
            <a:xfrm>
              <a:off x="10802576" y="968544"/>
              <a:ext cx="6217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Oval 254"/>
            <p:cNvSpPr>
              <a:spLocks noChangeArrowheads="1"/>
            </p:cNvSpPr>
            <p:nvPr/>
          </p:nvSpPr>
          <p:spPr bwMode="auto">
            <a:xfrm>
              <a:off x="11379232" y="968544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Oval 255"/>
            <p:cNvSpPr>
              <a:spLocks noChangeArrowheads="1"/>
            </p:cNvSpPr>
            <p:nvPr/>
          </p:nvSpPr>
          <p:spPr bwMode="auto">
            <a:xfrm>
              <a:off x="10946827" y="718811"/>
              <a:ext cx="62521" cy="6217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Oval 256"/>
            <p:cNvSpPr>
              <a:spLocks noChangeArrowheads="1"/>
            </p:cNvSpPr>
            <p:nvPr/>
          </p:nvSpPr>
          <p:spPr bwMode="auto">
            <a:xfrm>
              <a:off x="10946827" y="1217579"/>
              <a:ext cx="62521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Oval 257"/>
            <p:cNvSpPr>
              <a:spLocks noChangeArrowheads="1"/>
            </p:cNvSpPr>
            <p:nvPr/>
          </p:nvSpPr>
          <p:spPr bwMode="auto">
            <a:xfrm>
              <a:off x="11234981" y="718811"/>
              <a:ext cx="61473" cy="6217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Oval 258"/>
            <p:cNvSpPr>
              <a:spLocks noChangeArrowheads="1"/>
            </p:cNvSpPr>
            <p:nvPr/>
          </p:nvSpPr>
          <p:spPr bwMode="auto">
            <a:xfrm>
              <a:off x="11234981" y="1217579"/>
              <a:ext cx="61473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Freeform 259"/>
            <p:cNvSpPr/>
            <p:nvPr/>
          </p:nvSpPr>
          <p:spPr bwMode="auto">
            <a:xfrm>
              <a:off x="11260827" y="495973"/>
              <a:ext cx="153682" cy="255321"/>
            </a:xfrm>
            <a:custGeom>
              <a:avLst/>
              <a:gdLst>
                <a:gd name="T0" fmla="*/ 27 w 440"/>
                <a:gd name="T1" fmla="*/ 731 h 731"/>
                <a:gd name="T2" fmla="*/ 0 w 440"/>
                <a:gd name="T3" fmla="*/ 715 h 731"/>
                <a:gd name="T4" fmla="*/ 414 w 440"/>
                <a:gd name="T5" fmla="*/ 0 h 731"/>
                <a:gd name="T6" fmla="*/ 440 w 440"/>
                <a:gd name="T7" fmla="*/ 16 h 731"/>
                <a:gd name="T8" fmla="*/ 27 w 440"/>
                <a:gd name="T9" fmla="*/ 731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0" h="731">
                  <a:moveTo>
                    <a:pt x="27" y="731"/>
                  </a:moveTo>
                  <a:lnTo>
                    <a:pt x="0" y="715"/>
                  </a:lnTo>
                  <a:lnTo>
                    <a:pt x="414" y="0"/>
                  </a:lnTo>
                  <a:lnTo>
                    <a:pt x="440" y="16"/>
                  </a:lnTo>
                  <a:lnTo>
                    <a:pt x="27" y="731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Oval 260"/>
            <p:cNvSpPr>
              <a:spLocks noChangeArrowheads="1"/>
            </p:cNvSpPr>
            <p:nvPr/>
          </p:nvSpPr>
          <p:spPr bwMode="auto">
            <a:xfrm>
              <a:off x="11379232" y="468031"/>
              <a:ext cx="62521" cy="6217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Freeform 261"/>
            <p:cNvSpPr/>
            <p:nvPr/>
          </p:nvSpPr>
          <p:spPr bwMode="auto">
            <a:xfrm>
              <a:off x="9532257" y="1497000"/>
              <a:ext cx="153682" cy="255670"/>
            </a:xfrm>
            <a:custGeom>
              <a:avLst/>
              <a:gdLst>
                <a:gd name="T0" fmla="*/ 27 w 440"/>
                <a:gd name="T1" fmla="*/ 732 h 732"/>
                <a:gd name="T2" fmla="*/ 0 w 440"/>
                <a:gd name="T3" fmla="*/ 716 h 732"/>
                <a:gd name="T4" fmla="*/ 411 w 440"/>
                <a:gd name="T5" fmla="*/ 0 h 732"/>
                <a:gd name="T6" fmla="*/ 440 w 440"/>
                <a:gd name="T7" fmla="*/ 16 h 732"/>
                <a:gd name="T8" fmla="*/ 27 w 440"/>
                <a:gd name="T9" fmla="*/ 732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0" h="732">
                  <a:moveTo>
                    <a:pt x="27" y="732"/>
                  </a:moveTo>
                  <a:lnTo>
                    <a:pt x="0" y="716"/>
                  </a:lnTo>
                  <a:lnTo>
                    <a:pt x="411" y="0"/>
                  </a:lnTo>
                  <a:lnTo>
                    <a:pt x="440" y="16"/>
                  </a:lnTo>
                  <a:lnTo>
                    <a:pt x="27" y="732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Oval 262"/>
            <p:cNvSpPr>
              <a:spLocks noChangeArrowheads="1"/>
            </p:cNvSpPr>
            <p:nvPr/>
          </p:nvSpPr>
          <p:spPr bwMode="auto">
            <a:xfrm>
              <a:off x="9505362" y="1719839"/>
              <a:ext cx="6217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Oval 263"/>
            <p:cNvSpPr>
              <a:spLocks noChangeArrowheads="1"/>
            </p:cNvSpPr>
            <p:nvPr/>
          </p:nvSpPr>
          <p:spPr bwMode="auto">
            <a:xfrm>
              <a:off x="9650661" y="1470106"/>
              <a:ext cx="61473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Freeform 264"/>
            <p:cNvSpPr/>
            <p:nvPr/>
          </p:nvSpPr>
          <p:spPr bwMode="auto">
            <a:xfrm>
              <a:off x="11693232" y="1244473"/>
              <a:ext cx="153682" cy="255321"/>
            </a:xfrm>
            <a:custGeom>
              <a:avLst/>
              <a:gdLst>
                <a:gd name="T0" fmla="*/ 27 w 440"/>
                <a:gd name="T1" fmla="*/ 731 h 731"/>
                <a:gd name="T2" fmla="*/ 0 w 440"/>
                <a:gd name="T3" fmla="*/ 715 h 731"/>
                <a:gd name="T4" fmla="*/ 411 w 440"/>
                <a:gd name="T5" fmla="*/ 0 h 731"/>
                <a:gd name="T6" fmla="*/ 440 w 440"/>
                <a:gd name="T7" fmla="*/ 16 h 731"/>
                <a:gd name="T8" fmla="*/ 27 w 440"/>
                <a:gd name="T9" fmla="*/ 731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0" h="731">
                  <a:moveTo>
                    <a:pt x="27" y="731"/>
                  </a:moveTo>
                  <a:lnTo>
                    <a:pt x="0" y="715"/>
                  </a:lnTo>
                  <a:lnTo>
                    <a:pt x="411" y="0"/>
                  </a:lnTo>
                  <a:lnTo>
                    <a:pt x="440" y="16"/>
                  </a:lnTo>
                  <a:lnTo>
                    <a:pt x="27" y="731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Oval 265"/>
            <p:cNvSpPr>
              <a:spLocks noChangeArrowheads="1"/>
            </p:cNvSpPr>
            <p:nvPr/>
          </p:nvSpPr>
          <p:spPr bwMode="auto">
            <a:xfrm>
              <a:off x="11666338" y="1467312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Oval 266"/>
            <p:cNvSpPr>
              <a:spLocks noChangeArrowheads="1"/>
            </p:cNvSpPr>
            <p:nvPr/>
          </p:nvSpPr>
          <p:spPr bwMode="auto">
            <a:xfrm>
              <a:off x="11811636" y="1217579"/>
              <a:ext cx="61473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8" name="Freeform 267"/>
            <p:cNvSpPr/>
            <p:nvPr/>
          </p:nvSpPr>
          <p:spPr bwMode="auto">
            <a:xfrm>
              <a:off x="10397066" y="495973"/>
              <a:ext cx="153682" cy="255321"/>
            </a:xfrm>
            <a:custGeom>
              <a:avLst/>
              <a:gdLst>
                <a:gd name="T0" fmla="*/ 27 w 440"/>
                <a:gd name="T1" fmla="*/ 731 h 731"/>
                <a:gd name="T2" fmla="*/ 0 w 440"/>
                <a:gd name="T3" fmla="*/ 715 h 731"/>
                <a:gd name="T4" fmla="*/ 411 w 440"/>
                <a:gd name="T5" fmla="*/ 0 h 731"/>
                <a:gd name="T6" fmla="*/ 440 w 440"/>
                <a:gd name="T7" fmla="*/ 16 h 731"/>
                <a:gd name="T8" fmla="*/ 27 w 440"/>
                <a:gd name="T9" fmla="*/ 731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0" h="731">
                  <a:moveTo>
                    <a:pt x="27" y="731"/>
                  </a:moveTo>
                  <a:lnTo>
                    <a:pt x="0" y="715"/>
                  </a:lnTo>
                  <a:lnTo>
                    <a:pt x="411" y="0"/>
                  </a:lnTo>
                  <a:lnTo>
                    <a:pt x="440" y="16"/>
                  </a:lnTo>
                  <a:lnTo>
                    <a:pt x="27" y="731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Oval 268"/>
            <p:cNvSpPr>
              <a:spLocks noChangeArrowheads="1"/>
            </p:cNvSpPr>
            <p:nvPr/>
          </p:nvSpPr>
          <p:spPr bwMode="auto">
            <a:xfrm>
              <a:off x="10370172" y="718811"/>
              <a:ext cx="62171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Oval 269"/>
            <p:cNvSpPr>
              <a:spLocks noChangeArrowheads="1"/>
            </p:cNvSpPr>
            <p:nvPr/>
          </p:nvSpPr>
          <p:spPr bwMode="auto">
            <a:xfrm>
              <a:off x="10515470" y="468031"/>
              <a:ext cx="61473" cy="6217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" name="Freeform 270"/>
            <p:cNvSpPr/>
            <p:nvPr/>
          </p:nvSpPr>
          <p:spPr bwMode="auto">
            <a:xfrm>
              <a:off x="10397066" y="245192"/>
              <a:ext cx="153682" cy="255321"/>
            </a:xfrm>
            <a:custGeom>
              <a:avLst/>
              <a:gdLst>
                <a:gd name="T0" fmla="*/ 413 w 440"/>
                <a:gd name="T1" fmla="*/ 731 h 731"/>
                <a:gd name="T2" fmla="*/ 0 w 440"/>
                <a:gd name="T3" fmla="*/ 16 h 731"/>
                <a:gd name="T4" fmla="*/ 27 w 440"/>
                <a:gd name="T5" fmla="*/ 0 h 731"/>
                <a:gd name="T6" fmla="*/ 440 w 440"/>
                <a:gd name="T7" fmla="*/ 715 h 731"/>
                <a:gd name="T8" fmla="*/ 413 w 440"/>
                <a:gd name="T9" fmla="*/ 731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0" h="731">
                  <a:moveTo>
                    <a:pt x="413" y="731"/>
                  </a:moveTo>
                  <a:lnTo>
                    <a:pt x="0" y="16"/>
                  </a:lnTo>
                  <a:lnTo>
                    <a:pt x="27" y="0"/>
                  </a:lnTo>
                  <a:lnTo>
                    <a:pt x="440" y="715"/>
                  </a:lnTo>
                  <a:lnTo>
                    <a:pt x="413" y="731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2" name="Oval 271"/>
            <p:cNvSpPr>
              <a:spLocks noChangeArrowheads="1"/>
            </p:cNvSpPr>
            <p:nvPr/>
          </p:nvSpPr>
          <p:spPr bwMode="auto">
            <a:xfrm>
              <a:off x="10370172" y="217949"/>
              <a:ext cx="62171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" name="Freeform 272"/>
            <p:cNvSpPr/>
            <p:nvPr/>
          </p:nvSpPr>
          <p:spPr bwMode="auto">
            <a:xfrm>
              <a:off x="9532257" y="748500"/>
              <a:ext cx="153682" cy="255321"/>
            </a:xfrm>
            <a:custGeom>
              <a:avLst/>
              <a:gdLst>
                <a:gd name="T0" fmla="*/ 413 w 440"/>
                <a:gd name="T1" fmla="*/ 731 h 731"/>
                <a:gd name="T2" fmla="*/ 0 w 440"/>
                <a:gd name="T3" fmla="*/ 16 h 731"/>
                <a:gd name="T4" fmla="*/ 27 w 440"/>
                <a:gd name="T5" fmla="*/ 0 h 731"/>
                <a:gd name="T6" fmla="*/ 440 w 440"/>
                <a:gd name="T7" fmla="*/ 715 h 731"/>
                <a:gd name="T8" fmla="*/ 413 w 440"/>
                <a:gd name="T9" fmla="*/ 731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0" h="731">
                  <a:moveTo>
                    <a:pt x="413" y="731"/>
                  </a:moveTo>
                  <a:lnTo>
                    <a:pt x="0" y="16"/>
                  </a:lnTo>
                  <a:lnTo>
                    <a:pt x="27" y="0"/>
                  </a:lnTo>
                  <a:lnTo>
                    <a:pt x="440" y="715"/>
                  </a:lnTo>
                  <a:lnTo>
                    <a:pt x="413" y="731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Oval 273"/>
            <p:cNvSpPr>
              <a:spLocks noChangeArrowheads="1"/>
            </p:cNvSpPr>
            <p:nvPr/>
          </p:nvSpPr>
          <p:spPr bwMode="auto">
            <a:xfrm>
              <a:off x="9650661" y="971339"/>
              <a:ext cx="61473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5" name="Oval 274"/>
            <p:cNvSpPr>
              <a:spLocks noChangeArrowheads="1"/>
            </p:cNvSpPr>
            <p:nvPr/>
          </p:nvSpPr>
          <p:spPr bwMode="auto">
            <a:xfrm>
              <a:off x="9505362" y="720558"/>
              <a:ext cx="6217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Freeform 275"/>
            <p:cNvSpPr/>
            <p:nvPr/>
          </p:nvSpPr>
          <p:spPr bwMode="auto">
            <a:xfrm>
              <a:off x="9962915" y="1244473"/>
              <a:ext cx="438692" cy="510992"/>
            </a:xfrm>
            <a:custGeom>
              <a:avLst/>
              <a:gdLst>
                <a:gd name="T0" fmla="*/ 1256 w 1256"/>
                <a:gd name="T1" fmla="*/ 1463 h 1463"/>
                <a:gd name="T2" fmla="*/ 421 w 1256"/>
                <a:gd name="T3" fmla="*/ 1463 h 1463"/>
                <a:gd name="T4" fmla="*/ 0 w 1256"/>
                <a:gd name="T5" fmla="*/ 731 h 1463"/>
                <a:gd name="T6" fmla="*/ 421 w 1256"/>
                <a:gd name="T7" fmla="*/ 0 h 1463"/>
                <a:gd name="T8" fmla="*/ 1256 w 1256"/>
                <a:gd name="T9" fmla="*/ 0 h 1463"/>
                <a:gd name="T10" fmla="*/ 1256 w 1256"/>
                <a:gd name="T11" fmla="*/ 32 h 1463"/>
                <a:gd name="T12" fmla="*/ 440 w 1256"/>
                <a:gd name="T13" fmla="*/ 32 h 1463"/>
                <a:gd name="T14" fmla="*/ 37 w 1256"/>
                <a:gd name="T15" fmla="*/ 731 h 1463"/>
                <a:gd name="T16" fmla="*/ 440 w 1256"/>
                <a:gd name="T17" fmla="*/ 1431 h 1463"/>
                <a:gd name="T18" fmla="*/ 1256 w 1256"/>
                <a:gd name="T19" fmla="*/ 1431 h 1463"/>
                <a:gd name="T20" fmla="*/ 1256 w 1256"/>
                <a:gd name="T21" fmla="*/ 1463 h 1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56" h="1463">
                  <a:moveTo>
                    <a:pt x="1256" y="1463"/>
                  </a:moveTo>
                  <a:lnTo>
                    <a:pt x="421" y="1463"/>
                  </a:lnTo>
                  <a:lnTo>
                    <a:pt x="0" y="731"/>
                  </a:lnTo>
                  <a:lnTo>
                    <a:pt x="421" y="0"/>
                  </a:lnTo>
                  <a:lnTo>
                    <a:pt x="1256" y="0"/>
                  </a:lnTo>
                  <a:lnTo>
                    <a:pt x="1256" y="32"/>
                  </a:lnTo>
                  <a:lnTo>
                    <a:pt x="440" y="32"/>
                  </a:lnTo>
                  <a:lnTo>
                    <a:pt x="37" y="731"/>
                  </a:lnTo>
                  <a:lnTo>
                    <a:pt x="440" y="1431"/>
                  </a:lnTo>
                  <a:lnTo>
                    <a:pt x="1256" y="1431"/>
                  </a:lnTo>
                  <a:lnTo>
                    <a:pt x="1256" y="1463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Oval 276"/>
            <p:cNvSpPr>
              <a:spLocks noChangeArrowheads="1"/>
            </p:cNvSpPr>
            <p:nvPr/>
          </p:nvSpPr>
          <p:spPr bwMode="auto">
            <a:xfrm>
              <a:off x="9937767" y="1470106"/>
              <a:ext cx="62171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Oval 277"/>
            <p:cNvSpPr>
              <a:spLocks noChangeArrowheads="1"/>
            </p:cNvSpPr>
            <p:nvPr/>
          </p:nvSpPr>
          <p:spPr bwMode="auto">
            <a:xfrm>
              <a:off x="10083066" y="1219325"/>
              <a:ext cx="61473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Oval 278"/>
            <p:cNvSpPr>
              <a:spLocks noChangeArrowheads="1"/>
            </p:cNvSpPr>
            <p:nvPr/>
          </p:nvSpPr>
          <p:spPr bwMode="auto">
            <a:xfrm>
              <a:off x="10083066" y="1718092"/>
              <a:ext cx="61473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Oval 279"/>
            <p:cNvSpPr>
              <a:spLocks noChangeArrowheads="1"/>
            </p:cNvSpPr>
            <p:nvPr/>
          </p:nvSpPr>
          <p:spPr bwMode="auto">
            <a:xfrm>
              <a:off x="10370172" y="1219325"/>
              <a:ext cx="6217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1" name="Freeform 280"/>
            <p:cNvSpPr/>
            <p:nvPr/>
          </p:nvSpPr>
          <p:spPr bwMode="auto">
            <a:xfrm>
              <a:off x="10395319" y="993693"/>
              <a:ext cx="587833" cy="508198"/>
            </a:xfrm>
            <a:custGeom>
              <a:avLst/>
              <a:gdLst>
                <a:gd name="T0" fmla="*/ 416 w 1683"/>
                <a:gd name="T1" fmla="*/ 1455 h 1455"/>
                <a:gd name="T2" fmla="*/ 0 w 1683"/>
                <a:gd name="T3" fmla="*/ 731 h 1455"/>
                <a:gd name="T4" fmla="*/ 421 w 1683"/>
                <a:gd name="T5" fmla="*/ 0 h 1455"/>
                <a:gd name="T6" fmla="*/ 1264 w 1683"/>
                <a:gd name="T7" fmla="*/ 0 h 1455"/>
                <a:gd name="T8" fmla="*/ 1683 w 1683"/>
                <a:gd name="T9" fmla="*/ 723 h 1455"/>
                <a:gd name="T10" fmla="*/ 1654 w 1683"/>
                <a:gd name="T11" fmla="*/ 739 h 1455"/>
                <a:gd name="T12" fmla="*/ 1246 w 1683"/>
                <a:gd name="T13" fmla="*/ 32 h 1455"/>
                <a:gd name="T14" fmla="*/ 440 w 1683"/>
                <a:gd name="T15" fmla="*/ 32 h 1455"/>
                <a:gd name="T16" fmla="*/ 34 w 1683"/>
                <a:gd name="T17" fmla="*/ 731 h 1455"/>
                <a:gd name="T18" fmla="*/ 442 w 1683"/>
                <a:gd name="T19" fmla="*/ 1439 h 1455"/>
                <a:gd name="T20" fmla="*/ 416 w 1683"/>
                <a:gd name="T21" fmla="*/ 1455 h 14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683" h="1455">
                  <a:moveTo>
                    <a:pt x="416" y="1455"/>
                  </a:moveTo>
                  <a:lnTo>
                    <a:pt x="0" y="731"/>
                  </a:lnTo>
                  <a:lnTo>
                    <a:pt x="421" y="0"/>
                  </a:lnTo>
                  <a:lnTo>
                    <a:pt x="1264" y="0"/>
                  </a:lnTo>
                  <a:lnTo>
                    <a:pt x="1683" y="723"/>
                  </a:lnTo>
                  <a:lnTo>
                    <a:pt x="1654" y="739"/>
                  </a:lnTo>
                  <a:lnTo>
                    <a:pt x="1246" y="32"/>
                  </a:lnTo>
                  <a:lnTo>
                    <a:pt x="440" y="32"/>
                  </a:lnTo>
                  <a:lnTo>
                    <a:pt x="34" y="731"/>
                  </a:lnTo>
                  <a:lnTo>
                    <a:pt x="442" y="1439"/>
                  </a:lnTo>
                  <a:lnTo>
                    <a:pt x="416" y="1455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" name="Oval 281"/>
            <p:cNvSpPr>
              <a:spLocks noChangeArrowheads="1"/>
            </p:cNvSpPr>
            <p:nvPr/>
          </p:nvSpPr>
          <p:spPr bwMode="auto">
            <a:xfrm>
              <a:off x="10514423" y="968544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" name="Freeform 282"/>
            <p:cNvSpPr/>
            <p:nvPr/>
          </p:nvSpPr>
          <p:spPr bwMode="auto">
            <a:xfrm>
              <a:off x="9964661" y="742912"/>
              <a:ext cx="436945" cy="258116"/>
            </a:xfrm>
            <a:custGeom>
              <a:avLst/>
              <a:gdLst>
                <a:gd name="T0" fmla="*/ 27 w 1251"/>
                <a:gd name="T1" fmla="*/ 739 h 739"/>
                <a:gd name="T2" fmla="*/ 0 w 1251"/>
                <a:gd name="T3" fmla="*/ 723 h 739"/>
                <a:gd name="T4" fmla="*/ 416 w 1251"/>
                <a:gd name="T5" fmla="*/ 0 h 739"/>
                <a:gd name="T6" fmla="*/ 1251 w 1251"/>
                <a:gd name="T7" fmla="*/ 0 h 739"/>
                <a:gd name="T8" fmla="*/ 1251 w 1251"/>
                <a:gd name="T9" fmla="*/ 32 h 739"/>
                <a:gd name="T10" fmla="*/ 435 w 1251"/>
                <a:gd name="T11" fmla="*/ 32 h 739"/>
                <a:gd name="T12" fmla="*/ 27 w 1251"/>
                <a:gd name="T13" fmla="*/ 739 h 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51" h="739">
                  <a:moveTo>
                    <a:pt x="27" y="739"/>
                  </a:moveTo>
                  <a:lnTo>
                    <a:pt x="0" y="723"/>
                  </a:lnTo>
                  <a:lnTo>
                    <a:pt x="416" y="0"/>
                  </a:lnTo>
                  <a:lnTo>
                    <a:pt x="1251" y="0"/>
                  </a:lnTo>
                  <a:lnTo>
                    <a:pt x="1251" y="32"/>
                  </a:lnTo>
                  <a:lnTo>
                    <a:pt x="435" y="32"/>
                  </a:lnTo>
                  <a:lnTo>
                    <a:pt x="27" y="739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Oval 283"/>
            <p:cNvSpPr>
              <a:spLocks noChangeArrowheads="1"/>
            </p:cNvSpPr>
            <p:nvPr/>
          </p:nvSpPr>
          <p:spPr bwMode="auto">
            <a:xfrm>
              <a:off x="10083066" y="718811"/>
              <a:ext cx="61473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" name="Freeform 284"/>
            <p:cNvSpPr/>
            <p:nvPr/>
          </p:nvSpPr>
          <p:spPr bwMode="auto">
            <a:xfrm>
              <a:off x="11259081" y="1492460"/>
              <a:ext cx="587833" cy="510992"/>
            </a:xfrm>
            <a:custGeom>
              <a:avLst/>
              <a:gdLst>
                <a:gd name="T0" fmla="*/ 1257 w 1683"/>
                <a:gd name="T1" fmla="*/ 1463 h 1463"/>
                <a:gd name="T2" fmla="*/ 421 w 1683"/>
                <a:gd name="T3" fmla="*/ 1463 h 1463"/>
                <a:gd name="T4" fmla="*/ 0 w 1683"/>
                <a:gd name="T5" fmla="*/ 731 h 1463"/>
                <a:gd name="T6" fmla="*/ 421 w 1683"/>
                <a:gd name="T7" fmla="*/ 0 h 1463"/>
                <a:gd name="T8" fmla="*/ 1267 w 1683"/>
                <a:gd name="T9" fmla="*/ 0 h 1463"/>
                <a:gd name="T10" fmla="*/ 1683 w 1683"/>
                <a:gd name="T11" fmla="*/ 723 h 1463"/>
                <a:gd name="T12" fmla="*/ 1657 w 1683"/>
                <a:gd name="T13" fmla="*/ 739 h 1463"/>
                <a:gd name="T14" fmla="*/ 1249 w 1683"/>
                <a:gd name="T15" fmla="*/ 32 h 1463"/>
                <a:gd name="T16" fmla="*/ 440 w 1683"/>
                <a:gd name="T17" fmla="*/ 32 h 1463"/>
                <a:gd name="T18" fmla="*/ 37 w 1683"/>
                <a:gd name="T19" fmla="*/ 731 h 1463"/>
                <a:gd name="T20" fmla="*/ 440 w 1683"/>
                <a:gd name="T21" fmla="*/ 1431 h 1463"/>
                <a:gd name="T22" fmla="*/ 1257 w 1683"/>
                <a:gd name="T23" fmla="*/ 1431 h 1463"/>
                <a:gd name="T24" fmla="*/ 1257 w 1683"/>
                <a:gd name="T25" fmla="*/ 1463 h 1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83" h="1463">
                  <a:moveTo>
                    <a:pt x="1257" y="1463"/>
                  </a:moveTo>
                  <a:lnTo>
                    <a:pt x="421" y="1463"/>
                  </a:lnTo>
                  <a:lnTo>
                    <a:pt x="0" y="731"/>
                  </a:lnTo>
                  <a:lnTo>
                    <a:pt x="421" y="0"/>
                  </a:lnTo>
                  <a:lnTo>
                    <a:pt x="1267" y="0"/>
                  </a:lnTo>
                  <a:lnTo>
                    <a:pt x="1683" y="723"/>
                  </a:lnTo>
                  <a:lnTo>
                    <a:pt x="1657" y="739"/>
                  </a:lnTo>
                  <a:lnTo>
                    <a:pt x="1249" y="32"/>
                  </a:lnTo>
                  <a:lnTo>
                    <a:pt x="440" y="32"/>
                  </a:lnTo>
                  <a:lnTo>
                    <a:pt x="37" y="731"/>
                  </a:lnTo>
                  <a:lnTo>
                    <a:pt x="440" y="1431"/>
                  </a:lnTo>
                  <a:lnTo>
                    <a:pt x="1257" y="1431"/>
                  </a:lnTo>
                  <a:lnTo>
                    <a:pt x="1257" y="1463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Oval 285"/>
            <p:cNvSpPr>
              <a:spLocks noChangeArrowheads="1"/>
            </p:cNvSpPr>
            <p:nvPr/>
          </p:nvSpPr>
          <p:spPr bwMode="auto">
            <a:xfrm>
              <a:off x="11234981" y="1718092"/>
              <a:ext cx="61473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7" name="Oval 286"/>
            <p:cNvSpPr>
              <a:spLocks noChangeArrowheads="1"/>
            </p:cNvSpPr>
            <p:nvPr/>
          </p:nvSpPr>
          <p:spPr bwMode="auto">
            <a:xfrm>
              <a:off x="11811636" y="1718092"/>
              <a:ext cx="61473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" name="Oval 287"/>
            <p:cNvSpPr>
              <a:spLocks noChangeArrowheads="1"/>
            </p:cNvSpPr>
            <p:nvPr/>
          </p:nvSpPr>
          <p:spPr bwMode="auto">
            <a:xfrm>
              <a:off x="11379232" y="1467312"/>
              <a:ext cx="61473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" name="Oval 288"/>
            <p:cNvSpPr>
              <a:spLocks noChangeArrowheads="1"/>
            </p:cNvSpPr>
            <p:nvPr/>
          </p:nvSpPr>
          <p:spPr bwMode="auto">
            <a:xfrm>
              <a:off x="11379232" y="1966079"/>
              <a:ext cx="61473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0" name="Oval 289"/>
            <p:cNvSpPr>
              <a:spLocks noChangeArrowheads="1"/>
            </p:cNvSpPr>
            <p:nvPr/>
          </p:nvSpPr>
          <p:spPr bwMode="auto">
            <a:xfrm>
              <a:off x="11666338" y="1966079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1" name="Freeform 290"/>
            <p:cNvSpPr/>
            <p:nvPr/>
          </p:nvSpPr>
          <p:spPr bwMode="auto">
            <a:xfrm>
              <a:off x="9532257" y="995439"/>
              <a:ext cx="586087" cy="258465"/>
            </a:xfrm>
            <a:custGeom>
              <a:avLst/>
              <a:gdLst>
                <a:gd name="T0" fmla="*/ 27 w 1678"/>
                <a:gd name="T1" fmla="*/ 740 h 740"/>
                <a:gd name="T2" fmla="*/ 0 w 1678"/>
                <a:gd name="T3" fmla="*/ 724 h 740"/>
                <a:gd name="T4" fmla="*/ 416 w 1678"/>
                <a:gd name="T5" fmla="*/ 0 h 740"/>
                <a:gd name="T6" fmla="*/ 1262 w 1678"/>
                <a:gd name="T7" fmla="*/ 0 h 740"/>
                <a:gd name="T8" fmla="*/ 1678 w 1678"/>
                <a:gd name="T9" fmla="*/ 724 h 740"/>
                <a:gd name="T10" fmla="*/ 1651 w 1678"/>
                <a:gd name="T11" fmla="*/ 740 h 740"/>
                <a:gd name="T12" fmla="*/ 1243 w 1678"/>
                <a:gd name="T13" fmla="*/ 32 h 740"/>
                <a:gd name="T14" fmla="*/ 435 w 1678"/>
                <a:gd name="T15" fmla="*/ 32 h 740"/>
                <a:gd name="T16" fmla="*/ 27 w 1678"/>
                <a:gd name="T17" fmla="*/ 740 h 7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8" h="740">
                  <a:moveTo>
                    <a:pt x="27" y="740"/>
                  </a:moveTo>
                  <a:lnTo>
                    <a:pt x="0" y="724"/>
                  </a:lnTo>
                  <a:lnTo>
                    <a:pt x="416" y="0"/>
                  </a:lnTo>
                  <a:lnTo>
                    <a:pt x="1262" y="0"/>
                  </a:lnTo>
                  <a:lnTo>
                    <a:pt x="1678" y="724"/>
                  </a:lnTo>
                  <a:lnTo>
                    <a:pt x="1651" y="740"/>
                  </a:lnTo>
                  <a:lnTo>
                    <a:pt x="1243" y="32"/>
                  </a:lnTo>
                  <a:lnTo>
                    <a:pt x="435" y="32"/>
                  </a:lnTo>
                  <a:lnTo>
                    <a:pt x="27" y="740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2" name="Rectangle 291"/>
            <p:cNvSpPr>
              <a:spLocks noChangeArrowheads="1"/>
            </p:cNvSpPr>
            <p:nvPr/>
          </p:nvSpPr>
          <p:spPr bwMode="auto">
            <a:xfrm>
              <a:off x="9681398" y="1496302"/>
              <a:ext cx="287804" cy="11177"/>
            </a:xfrm>
            <a:prstGeom prst="rect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3" name="Oval 292"/>
            <p:cNvSpPr>
              <a:spLocks noChangeArrowheads="1"/>
            </p:cNvSpPr>
            <p:nvPr/>
          </p:nvSpPr>
          <p:spPr bwMode="auto">
            <a:xfrm>
              <a:off x="9506060" y="1221072"/>
              <a:ext cx="61473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4" name="Oval 293"/>
            <p:cNvSpPr>
              <a:spLocks noChangeArrowheads="1"/>
            </p:cNvSpPr>
            <p:nvPr/>
          </p:nvSpPr>
          <p:spPr bwMode="auto">
            <a:xfrm>
              <a:off x="9937767" y="971339"/>
              <a:ext cx="62171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5" name="Freeform 294"/>
            <p:cNvSpPr/>
            <p:nvPr/>
          </p:nvSpPr>
          <p:spPr bwMode="auto">
            <a:xfrm>
              <a:off x="10828422" y="1241679"/>
              <a:ext cx="587134" cy="258116"/>
            </a:xfrm>
            <a:custGeom>
              <a:avLst/>
              <a:gdLst>
                <a:gd name="T0" fmla="*/ 1652 w 1681"/>
                <a:gd name="T1" fmla="*/ 739 h 739"/>
                <a:gd name="T2" fmla="*/ 1244 w 1681"/>
                <a:gd name="T3" fmla="*/ 32 h 739"/>
                <a:gd name="T4" fmla="*/ 435 w 1681"/>
                <a:gd name="T5" fmla="*/ 32 h 739"/>
                <a:gd name="T6" fmla="*/ 27 w 1681"/>
                <a:gd name="T7" fmla="*/ 739 h 739"/>
                <a:gd name="T8" fmla="*/ 0 w 1681"/>
                <a:gd name="T9" fmla="*/ 723 h 739"/>
                <a:gd name="T10" fmla="*/ 416 w 1681"/>
                <a:gd name="T11" fmla="*/ 0 h 739"/>
                <a:gd name="T12" fmla="*/ 1262 w 1681"/>
                <a:gd name="T13" fmla="*/ 0 h 739"/>
                <a:gd name="T14" fmla="*/ 1681 w 1681"/>
                <a:gd name="T15" fmla="*/ 723 h 739"/>
                <a:gd name="T16" fmla="*/ 1652 w 1681"/>
                <a:gd name="T17" fmla="*/ 739 h 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81" h="739">
                  <a:moveTo>
                    <a:pt x="1652" y="739"/>
                  </a:moveTo>
                  <a:lnTo>
                    <a:pt x="1244" y="32"/>
                  </a:lnTo>
                  <a:lnTo>
                    <a:pt x="435" y="32"/>
                  </a:lnTo>
                  <a:lnTo>
                    <a:pt x="27" y="739"/>
                  </a:lnTo>
                  <a:lnTo>
                    <a:pt x="0" y="723"/>
                  </a:lnTo>
                  <a:lnTo>
                    <a:pt x="416" y="0"/>
                  </a:lnTo>
                  <a:lnTo>
                    <a:pt x="1262" y="0"/>
                  </a:lnTo>
                  <a:lnTo>
                    <a:pt x="1681" y="723"/>
                  </a:lnTo>
                  <a:lnTo>
                    <a:pt x="1652" y="739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6" name="Freeform 295"/>
            <p:cNvSpPr/>
            <p:nvPr/>
          </p:nvSpPr>
          <p:spPr bwMode="auto">
            <a:xfrm>
              <a:off x="10826676" y="2240960"/>
              <a:ext cx="587833" cy="508198"/>
            </a:xfrm>
            <a:custGeom>
              <a:avLst/>
              <a:gdLst>
                <a:gd name="T0" fmla="*/ 419 w 1683"/>
                <a:gd name="T1" fmla="*/ 1455 h 1455"/>
                <a:gd name="T2" fmla="*/ 0 w 1683"/>
                <a:gd name="T3" fmla="*/ 732 h 1455"/>
                <a:gd name="T4" fmla="*/ 421 w 1683"/>
                <a:gd name="T5" fmla="*/ 0 h 1455"/>
                <a:gd name="T6" fmla="*/ 1267 w 1683"/>
                <a:gd name="T7" fmla="*/ 0 h 1455"/>
                <a:gd name="T8" fmla="*/ 1683 w 1683"/>
                <a:gd name="T9" fmla="*/ 724 h 1455"/>
                <a:gd name="T10" fmla="*/ 1657 w 1683"/>
                <a:gd name="T11" fmla="*/ 740 h 1455"/>
                <a:gd name="T12" fmla="*/ 1249 w 1683"/>
                <a:gd name="T13" fmla="*/ 32 h 1455"/>
                <a:gd name="T14" fmla="*/ 440 w 1683"/>
                <a:gd name="T15" fmla="*/ 32 h 1455"/>
                <a:gd name="T16" fmla="*/ 37 w 1683"/>
                <a:gd name="T17" fmla="*/ 732 h 1455"/>
                <a:gd name="T18" fmla="*/ 445 w 1683"/>
                <a:gd name="T19" fmla="*/ 1439 h 1455"/>
                <a:gd name="T20" fmla="*/ 419 w 1683"/>
                <a:gd name="T21" fmla="*/ 1455 h 14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683" h="1455">
                  <a:moveTo>
                    <a:pt x="419" y="1455"/>
                  </a:moveTo>
                  <a:lnTo>
                    <a:pt x="0" y="732"/>
                  </a:lnTo>
                  <a:lnTo>
                    <a:pt x="421" y="0"/>
                  </a:lnTo>
                  <a:lnTo>
                    <a:pt x="1267" y="0"/>
                  </a:lnTo>
                  <a:lnTo>
                    <a:pt x="1683" y="724"/>
                  </a:lnTo>
                  <a:lnTo>
                    <a:pt x="1657" y="740"/>
                  </a:lnTo>
                  <a:lnTo>
                    <a:pt x="1249" y="32"/>
                  </a:lnTo>
                  <a:lnTo>
                    <a:pt x="440" y="32"/>
                  </a:lnTo>
                  <a:lnTo>
                    <a:pt x="37" y="732"/>
                  </a:lnTo>
                  <a:lnTo>
                    <a:pt x="445" y="1439"/>
                  </a:lnTo>
                  <a:lnTo>
                    <a:pt x="419" y="1455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7" name="Oval 296"/>
            <p:cNvSpPr>
              <a:spLocks noChangeArrowheads="1"/>
            </p:cNvSpPr>
            <p:nvPr/>
          </p:nvSpPr>
          <p:spPr bwMode="auto">
            <a:xfrm>
              <a:off x="10802576" y="2466592"/>
              <a:ext cx="61473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8" name="Oval 297"/>
            <p:cNvSpPr>
              <a:spLocks noChangeArrowheads="1"/>
            </p:cNvSpPr>
            <p:nvPr/>
          </p:nvSpPr>
          <p:spPr bwMode="auto">
            <a:xfrm>
              <a:off x="11379232" y="2466592"/>
              <a:ext cx="61473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9" name="Oval 298"/>
            <p:cNvSpPr>
              <a:spLocks noChangeArrowheads="1"/>
            </p:cNvSpPr>
            <p:nvPr/>
          </p:nvSpPr>
          <p:spPr bwMode="auto">
            <a:xfrm>
              <a:off x="10946827" y="2215812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0" name="Oval 299"/>
            <p:cNvSpPr>
              <a:spLocks noChangeArrowheads="1"/>
            </p:cNvSpPr>
            <p:nvPr/>
          </p:nvSpPr>
          <p:spPr bwMode="auto">
            <a:xfrm>
              <a:off x="10946827" y="2714579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1" name="Oval 300"/>
            <p:cNvSpPr>
              <a:spLocks noChangeArrowheads="1"/>
            </p:cNvSpPr>
            <p:nvPr/>
          </p:nvSpPr>
          <p:spPr bwMode="auto">
            <a:xfrm>
              <a:off x="11233933" y="2215812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2" name="Freeform 301"/>
            <p:cNvSpPr/>
            <p:nvPr/>
          </p:nvSpPr>
          <p:spPr bwMode="auto">
            <a:xfrm>
              <a:off x="11260827" y="1995069"/>
              <a:ext cx="154730" cy="256369"/>
            </a:xfrm>
            <a:custGeom>
              <a:avLst/>
              <a:gdLst>
                <a:gd name="T0" fmla="*/ 30 w 443"/>
                <a:gd name="T1" fmla="*/ 734 h 734"/>
                <a:gd name="T2" fmla="*/ 0 w 443"/>
                <a:gd name="T3" fmla="*/ 718 h 734"/>
                <a:gd name="T4" fmla="*/ 414 w 443"/>
                <a:gd name="T5" fmla="*/ 0 h 734"/>
                <a:gd name="T6" fmla="*/ 443 w 443"/>
                <a:gd name="T7" fmla="*/ 16 h 734"/>
                <a:gd name="T8" fmla="*/ 30 w 443"/>
                <a:gd name="T9" fmla="*/ 734 h 7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3" h="734">
                  <a:moveTo>
                    <a:pt x="30" y="734"/>
                  </a:moveTo>
                  <a:lnTo>
                    <a:pt x="0" y="718"/>
                  </a:lnTo>
                  <a:lnTo>
                    <a:pt x="414" y="0"/>
                  </a:lnTo>
                  <a:lnTo>
                    <a:pt x="443" y="16"/>
                  </a:lnTo>
                  <a:lnTo>
                    <a:pt x="30" y="734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3" name="Freeform 302"/>
            <p:cNvSpPr/>
            <p:nvPr/>
          </p:nvSpPr>
          <p:spPr bwMode="auto">
            <a:xfrm>
              <a:off x="10826676" y="1742193"/>
              <a:ext cx="439740" cy="509246"/>
            </a:xfrm>
            <a:custGeom>
              <a:avLst/>
              <a:gdLst>
                <a:gd name="T0" fmla="*/ 419 w 1259"/>
                <a:gd name="T1" fmla="*/ 1458 h 1458"/>
                <a:gd name="T2" fmla="*/ 0 w 1259"/>
                <a:gd name="T3" fmla="*/ 732 h 1458"/>
                <a:gd name="T4" fmla="*/ 421 w 1259"/>
                <a:gd name="T5" fmla="*/ 0 h 1458"/>
                <a:gd name="T6" fmla="*/ 1259 w 1259"/>
                <a:gd name="T7" fmla="*/ 0 h 1458"/>
                <a:gd name="T8" fmla="*/ 1259 w 1259"/>
                <a:gd name="T9" fmla="*/ 32 h 1458"/>
                <a:gd name="T10" fmla="*/ 440 w 1259"/>
                <a:gd name="T11" fmla="*/ 32 h 1458"/>
                <a:gd name="T12" fmla="*/ 37 w 1259"/>
                <a:gd name="T13" fmla="*/ 732 h 1458"/>
                <a:gd name="T14" fmla="*/ 445 w 1259"/>
                <a:gd name="T15" fmla="*/ 1442 h 1458"/>
                <a:gd name="T16" fmla="*/ 419 w 1259"/>
                <a:gd name="T17" fmla="*/ 1458 h 14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9" h="1458">
                  <a:moveTo>
                    <a:pt x="419" y="1458"/>
                  </a:moveTo>
                  <a:lnTo>
                    <a:pt x="0" y="732"/>
                  </a:lnTo>
                  <a:lnTo>
                    <a:pt x="421" y="0"/>
                  </a:lnTo>
                  <a:lnTo>
                    <a:pt x="1259" y="0"/>
                  </a:lnTo>
                  <a:lnTo>
                    <a:pt x="1259" y="32"/>
                  </a:lnTo>
                  <a:lnTo>
                    <a:pt x="440" y="32"/>
                  </a:lnTo>
                  <a:lnTo>
                    <a:pt x="37" y="732"/>
                  </a:lnTo>
                  <a:lnTo>
                    <a:pt x="445" y="1442"/>
                  </a:lnTo>
                  <a:lnTo>
                    <a:pt x="419" y="1458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4" name="Freeform 304"/>
            <p:cNvSpPr/>
            <p:nvPr/>
          </p:nvSpPr>
          <p:spPr bwMode="auto">
            <a:xfrm>
              <a:off x="11236727" y="2015327"/>
              <a:ext cx="955272" cy="967846"/>
            </a:xfrm>
            <a:custGeom>
              <a:avLst/>
              <a:gdLst>
                <a:gd name="T0" fmla="*/ 2735 w 2735"/>
                <a:gd name="T1" fmla="*/ 0 h 2771"/>
                <a:gd name="T2" fmla="*/ 1598 w 2735"/>
                <a:gd name="T3" fmla="*/ 0 h 2771"/>
                <a:gd name="T4" fmla="*/ 0 w 2735"/>
                <a:gd name="T5" fmla="*/ 2771 h 2771"/>
                <a:gd name="T6" fmla="*/ 2735 w 2735"/>
                <a:gd name="T7" fmla="*/ 2771 h 2771"/>
                <a:gd name="T8" fmla="*/ 2735 w 2735"/>
                <a:gd name="T9" fmla="*/ 0 h 27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35" h="2771">
                  <a:moveTo>
                    <a:pt x="2735" y="0"/>
                  </a:moveTo>
                  <a:lnTo>
                    <a:pt x="1598" y="0"/>
                  </a:lnTo>
                  <a:lnTo>
                    <a:pt x="0" y="2771"/>
                  </a:lnTo>
                  <a:lnTo>
                    <a:pt x="2735" y="2771"/>
                  </a:lnTo>
                  <a:lnTo>
                    <a:pt x="273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5" name="组合 94"/>
          <p:cNvGrpSpPr/>
          <p:nvPr userDrawn="1"/>
        </p:nvGrpSpPr>
        <p:grpSpPr>
          <a:xfrm flipH="1" flipV="1">
            <a:off x="0" y="3874827"/>
            <a:ext cx="2686637" cy="2983173"/>
            <a:chOff x="9505362" y="0"/>
            <a:chExt cx="2686637" cy="2983173"/>
          </a:xfrm>
        </p:grpSpPr>
        <p:sp>
          <p:nvSpPr>
            <p:cNvPr id="96" name="Freeform 215"/>
            <p:cNvSpPr/>
            <p:nvPr/>
          </p:nvSpPr>
          <p:spPr bwMode="auto">
            <a:xfrm>
              <a:off x="10398812" y="1494206"/>
              <a:ext cx="578752" cy="500863"/>
            </a:xfrm>
            <a:custGeom>
              <a:avLst/>
              <a:gdLst>
                <a:gd name="T0" fmla="*/ 416 w 1657"/>
                <a:gd name="T1" fmla="*/ 1434 h 1434"/>
                <a:gd name="T2" fmla="*/ 0 w 1657"/>
                <a:gd name="T3" fmla="*/ 718 h 1434"/>
                <a:gd name="T4" fmla="*/ 416 w 1657"/>
                <a:gd name="T5" fmla="*/ 0 h 1434"/>
                <a:gd name="T6" fmla="*/ 1244 w 1657"/>
                <a:gd name="T7" fmla="*/ 0 h 1434"/>
                <a:gd name="T8" fmla="*/ 1657 w 1657"/>
                <a:gd name="T9" fmla="*/ 718 h 1434"/>
                <a:gd name="T10" fmla="*/ 1244 w 1657"/>
                <a:gd name="T11" fmla="*/ 1434 h 1434"/>
                <a:gd name="T12" fmla="*/ 416 w 1657"/>
                <a:gd name="T13" fmla="*/ 1434 h 1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7" h="1434">
                  <a:moveTo>
                    <a:pt x="416" y="1434"/>
                  </a:moveTo>
                  <a:lnTo>
                    <a:pt x="0" y="718"/>
                  </a:lnTo>
                  <a:lnTo>
                    <a:pt x="416" y="0"/>
                  </a:lnTo>
                  <a:lnTo>
                    <a:pt x="1244" y="0"/>
                  </a:lnTo>
                  <a:lnTo>
                    <a:pt x="1657" y="718"/>
                  </a:lnTo>
                  <a:lnTo>
                    <a:pt x="1244" y="1434"/>
                  </a:lnTo>
                  <a:lnTo>
                    <a:pt x="416" y="1434"/>
                  </a:lnTo>
                  <a:close/>
                </a:path>
              </a:pathLst>
            </a:custGeom>
            <a:solidFill>
              <a:srgbClr val="127FB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7" name="Freeform 216"/>
            <p:cNvSpPr/>
            <p:nvPr/>
          </p:nvSpPr>
          <p:spPr bwMode="auto">
            <a:xfrm>
              <a:off x="10398812" y="1494206"/>
              <a:ext cx="578752" cy="500863"/>
            </a:xfrm>
            <a:custGeom>
              <a:avLst/>
              <a:gdLst>
                <a:gd name="T0" fmla="*/ 416 w 1657"/>
                <a:gd name="T1" fmla="*/ 1434 h 1434"/>
                <a:gd name="T2" fmla="*/ 0 w 1657"/>
                <a:gd name="T3" fmla="*/ 718 h 1434"/>
                <a:gd name="T4" fmla="*/ 416 w 1657"/>
                <a:gd name="T5" fmla="*/ 0 h 1434"/>
                <a:gd name="T6" fmla="*/ 1244 w 1657"/>
                <a:gd name="T7" fmla="*/ 0 h 1434"/>
                <a:gd name="T8" fmla="*/ 1657 w 1657"/>
                <a:gd name="T9" fmla="*/ 718 h 1434"/>
                <a:gd name="T10" fmla="*/ 1244 w 1657"/>
                <a:gd name="T11" fmla="*/ 1434 h 1434"/>
                <a:gd name="T12" fmla="*/ 416 w 1657"/>
                <a:gd name="T13" fmla="*/ 1434 h 1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7" h="1434">
                  <a:moveTo>
                    <a:pt x="416" y="1434"/>
                  </a:moveTo>
                  <a:lnTo>
                    <a:pt x="0" y="718"/>
                  </a:lnTo>
                  <a:lnTo>
                    <a:pt x="416" y="0"/>
                  </a:lnTo>
                  <a:lnTo>
                    <a:pt x="1244" y="0"/>
                  </a:lnTo>
                  <a:lnTo>
                    <a:pt x="1657" y="718"/>
                  </a:lnTo>
                  <a:lnTo>
                    <a:pt x="1244" y="1434"/>
                  </a:lnTo>
                  <a:lnTo>
                    <a:pt x="416" y="143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8" name="Freeform 217"/>
            <p:cNvSpPr/>
            <p:nvPr/>
          </p:nvSpPr>
          <p:spPr bwMode="auto">
            <a:xfrm>
              <a:off x="10398812" y="998233"/>
              <a:ext cx="578752" cy="501561"/>
            </a:xfrm>
            <a:custGeom>
              <a:avLst/>
              <a:gdLst>
                <a:gd name="T0" fmla="*/ 416 w 1657"/>
                <a:gd name="T1" fmla="*/ 1436 h 1436"/>
                <a:gd name="T2" fmla="*/ 0 w 1657"/>
                <a:gd name="T3" fmla="*/ 718 h 1436"/>
                <a:gd name="T4" fmla="*/ 416 w 1657"/>
                <a:gd name="T5" fmla="*/ 0 h 1436"/>
                <a:gd name="T6" fmla="*/ 1244 w 1657"/>
                <a:gd name="T7" fmla="*/ 0 h 1436"/>
                <a:gd name="T8" fmla="*/ 1657 w 1657"/>
                <a:gd name="T9" fmla="*/ 718 h 1436"/>
                <a:gd name="T10" fmla="*/ 1244 w 1657"/>
                <a:gd name="T11" fmla="*/ 1436 h 1436"/>
                <a:gd name="T12" fmla="*/ 416 w 1657"/>
                <a:gd name="T13" fmla="*/ 1436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7" h="1436">
                  <a:moveTo>
                    <a:pt x="416" y="1436"/>
                  </a:moveTo>
                  <a:lnTo>
                    <a:pt x="0" y="718"/>
                  </a:lnTo>
                  <a:lnTo>
                    <a:pt x="416" y="0"/>
                  </a:lnTo>
                  <a:lnTo>
                    <a:pt x="1244" y="0"/>
                  </a:lnTo>
                  <a:lnTo>
                    <a:pt x="1657" y="718"/>
                  </a:lnTo>
                  <a:lnTo>
                    <a:pt x="1244" y="1436"/>
                  </a:lnTo>
                  <a:lnTo>
                    <a:pt x="416" y="1436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9" name="Freeform 218"/>
            <p:cNvSpPr/>
            <p:nvPr/>
          </p:nvSpPr>
          <p:spPr bwMode="auto">
            <a:xfrm>
              <a:off x="10398812" y="494925"/>
              <a:ext cx="578752" cy="501561"/>
            </a:xfrm>
            <a:custGeom>
              <a:avLst/>
              <a:gdLst>
                <a:gd name="T0" fmla="*/ 416 w 1657"/>
                <a:gd name="T1" fmla="*/ 1436 h 1436"/>
                <a:gd name="T2" fmla="*/ 0 w 1657"/>
                <a:gd name="T3" fmla="*/ 718 h 1436"/>
                <a:gd name="T4" fmla="*/ 416 w 1657"/>
                <a:gd name="T5" fmla="*/ 0 h 1436"/>
                <a:gd name="T6" fmla="*/ 1244 w 1657"/>
                <a:gd name="T7" fmla="*/ 0 h 1436"/>
                <a:gd name="T8" fmla="*/ 1657 w 1657"/>
                <a:gd name="T9" fmla="*/ 718 h 1436"/>
                <a:gd name="T10" fmla="*/ 1244 w 1657"/>
                <a:gd name="T11" fmla="*/ 1436 h 1436"/>
                <a:gd name="T12" fmla="*/ 416 w 1657"/>
                <a:gd name="T13" fmla="*/ 1436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7" h="1436">
                  <a:moveTo>
                    <a:pt x="416" y="1436"/>
                  </a:moveTo>
                  <a:lnTo>
                    <a:pt x="0" y="718"/>
                  </a:lnTo>
                  <a:lnTo>
                    <a:pt x="416" y="0"/>
                  </a:lnTo>
                  <a:lnTo>
                    <a:pt x="1244" y="0"/>
                  </a:lnTo>
                  <a:lnTo>
                    <a:pt x="1657" y="718"/>
                  </a:lnTo>
                  <a:lnTo>
                    <a:pt x="1244" y="1436"/>
                  </a:lnTo>
                  <a:lnTo>
                    <a:pt x="416" y="1436"/>
                  </a:lnTo>
                  <a:close/>
                </a:path>
              </a:pathLst>
            </a:custGeom>
            <a:solidFill>
              <a:sysClr val="window" lastClr="FFFFFF">
                <a:lumMod val="85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" name="Freeform 219"/>
            <p:cNvSpPr/>
            <p:nvPr/>
          </p:nvSpPr>
          <p:spPr bwMode="auto">
            <a:xfrm>
              <a:off x="10398812" y="494925"/>
              <a:ext cx="578752" cy="501561"/>
            </a:xfrm>
            <a:custGeom>
              <a:avLst/>
              <a:gdLst>
                <a:gd name="T0" fmla="*/ 416 w 1657"/>
                <a:gd name="T1" fmla="*/ 1436 h 1436"/>
                <a:gd name="T2" fmla="*/ 0 w 1657"/>
                <a:gd name="T3" fmla="*/ 718 h 1436"/>
                <a:gd name="T4" fmla="*/ 416 w 1657"/>
                <a:gd name="T5" fmla="*/ 0 h 1436"/>
                <a:gd name="T6" fmla="*/ 1244 w 1657"/>
                <a:gd name="T7" fmla="*/ 0 h 1436"/>
                <a:gd name="T8" fmla="*/ 1657 w 1657"/>
                <a:gd name="T9" fmla="*/ 718 h 1436"/>
                <a:gd name="T10" fmla="*/ 1244 w 1657"/>
                <a:gd name="T11" fmla="*/ 1436 h 1436"/>
                <a:gd name="T12" fmla="*/ 416 w 1657"/>
                <a:gd name="T13" fmla="*/ 1436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7" h="1436">
                  <a:moveTo>
                    <a:pt x="416" y="1436"/>
                  </a:moveTo>
                  <a:lnTo>
                    <a:pt x="0" y="718"/>
                  </a:lnTo>
                  <a:lnTo>
                    <a:pt x="416" y="0"/>
                  </a:lnTo>
                  <a:lnTo>
                    <a:pt x="1244" y="0"/>
                  </a:lnTo>
                  <a:lnTo>
                    <a:pt x="1657" y="718"/>
                  </a:lnTo>
                  <a:lnTo>
                    <a:pt x="1244" y="1436"/>
                  </a:lnTo>
                  <a:lnTo>
                    <a:pt x="416" y="143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" name="Freeform 220"/>
            <p:cNvSpPr/>
            <p:nvPr/>
          </p:nvSpPr>
          <p:spPr bwMode="auto">
            <a:xfrm>
              <a:off x="10559130" y="0"/>
              <a:ext cx="1491062" cy="1082409"/>
            </a:xfrm>
            <a:custGeom>
              <a:avLst/>
              <a:gdLst>
                <a:gd name="T0" fmla="*/ 4269 w 4269"/>
                <a:gd name="T1" fmla="*/ 0 h 3099"/>
                <a:gd name="T2" fmla="*/ 395 w 4269"/>
                <a:gd name="T3" fmla="*/ 0 h 3099"/>
                <a:gd name="T4" fmla="*/ 0 w 4269"/>
                <a:gd name="T5" fmla="*/ 680 h 3099"/>
                <a:gd name="T6" fmla="*/ 427 w 4269"/>
                <a:gd name="T7" fmla="*/ 1417 h 3099"/>
                <a:gd name="T8" fmla="*/ 785 w 4269"/>
                <a:gd name="T9" fmla="*/ 1417 h 3099"/>
                <a:gd name="T10" fmla="*/ 1198 w 4269"/>
                <a:gd name="T11" fmla="*/ 2135 h 3099"/>
                <a:gd name="T12" fmla="*/ 1019 w 4269"/>
                <a:gd name="T13" fmla="*/ 2447 h 3099"/>
                <a:gd name="T14" fmla="*/ 1396 w 4269"/>
                <a:gd name="T15" fmla="*/ 3099 h 3099"/>
                <a:gd name="T16" fmla="*/ 3402 w 4269"/>
                <a:gd name="T17" fmla="*/ 3099 h 3099"/>
                <a:gd name="T18" fmla="*/ 2940 w 4269"/>
                <a:gd name="T19" fmla="*/ 2300 h 3099"/>
                <a:gd name="T20" fmla="*/ 4269 w 4269"/>
                <a:gd name="T21" fmla="*/ 0 h 30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269" h="3099">
                  <a:moveTo>
                    <a:pt x="4269" y="0"/>
                  </a:moveTo>
                  <a:lnTo>
                    <a:pt x="395" y="0"/>
                  </a:lnTo>
                  <a:lnTo>
                    <a:pt x="0" y="680"/>
                  </a:lnTo>
                  <a:lnTo>
                    <a:pt x="427" y="1417"/>
                  </a:lnTo>
                  <a:lnTo>
                    <a:pt x="785" y="1417"/>
                  </a:lnTo>
                  <a:lnTo>
                    <a:pt x="1198" y="2135"/>
                  </a:lnTo>
                  <a:lnTo>
                    <a:pt x="1019" y="2447"/>
                  </a:lnTo>
                  <a:lnTo>
                    <a:pt x="1396" y="3099"/>
                  </a:lnTo>
                  <a:lnTo>
                    <a:pt x="3402" y="3099"/>
                  </a:lnTo>
                  <a:lnTo>
                    <a:pt x="2940" y="2300"/>
                  </a:lnTo>
                  <a:lnTo>
                    <a:pt x="4269" y="0"/>
                  </a:lnTo>
                  <a:close/>
                </a:path>
              </a:pathLst>
            </a:custGeom>
            <a:solidFill>
              <a:srgbClr val="127FB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" name="Freeform 221"/>
            <p:cNvSpPr/>
            <p:nvPr/>
          </p:nvSpPr>
          <p:spPr bwMode="auto">
            <a:xfrm>
              <a:off x="10559130" y="0"/>
              <a:ext cx="1491062" cy="1082409"/>
            </a:xfrm>
            <a:custGeom>
              <a:avLst/>
              <a:gdLst>
                <a:gd name="T0" fmla="*/ 4269 w 4269"/>
                <a:gd name="T1" fmla="*/ 0 h 3099"/>
                <a:gd name="T2" fmla="*/ 395 w 4269"/>
                <a:gd name="T3" fmla="*/ 0 h 3099"/>
                <a:gd name="T4" fmla="*/ 0 w 4269"/>
                <a:gd name="T5" fmla="*/ 680 h 3099"/>
                <a:gd name="T6" fmla="*/ 427 w 4269"/>
                <a:gd name="T7" fmla="*/ 1417 h 3099"/>
                <a:gd name="T8" fmla="*/ 785 w 4269"/>
                <a:gd name="T9" fmla="*/ 1417 h 3099"/>
                <a:gd name="T10" fmla="*/ 1198 w 4269"/>
                <a:gd name="T11" fmla="*/ 2135 h 3099"/>
                <a:gd name="T12" fmla="*/ 1019 w 4269"/>
                <a:gd name="T13" fmla="*/ 2447 h 3099"/>
                <a:gd name="T14" fmla="*/ 1396 w 4269"/>
                <a:gd name="T15" fmla="*/ 3099 h 3099"/>
                <a:gd name="T16" fmla="*/ 3402 w 4269"/>
                <a:gd name="T17" fmla="*/ 3099 h 3099"/>
                <a:gd name="T18" fmla="*/ 2940 w 4269"/>
                <a:gd name="T19" fmla="*/ 2300 h 3099"/>
                <a:gd name="T20" fmla="*/ 4269 w 4269"/>
                <a:gd name="T21" fmla="*/ 0 h 30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269" h="3099">
                  <a:moveTo>
                    <a:pt x="4269" y="0"/>
                  </a:moveTo>
                  <a:lnTo>
                    <a:pt x="395" y="0"/>
                  </a:lnTo>
                  <a:lnTo>
                    <a:pt x="0" y="680"/>
                  </a:lnTo>
                  <a:lnTo>
                    <a:pt x="427" y="1417"/>
                  </a:lnTo>
                  <a:lnTo>
                    <a:pt x="785" y="1417"/>
                  </a:lnTo>
                  <a:lnTo>
                    <a:pt x="1198" y="2135"/>
                  </a:lnTo>
                  <a:lnTo>
                    <a:pt x="1019" y="2447"/>
                  </a:lnTo>
                  <a:lnTo>
                    <a:pt x="1396" y="3099"/>
                  </a:lnTo>
                  <a:lnTo>
                    <a:pt x="3402" y="3099"/>
                  </a:lnTo>
                  <a:lnTo>
                    <a:pt x="2940" y="2300"/>
                  </a:lnTo>
                  <a:lnTo>
                    <a:pt x="426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" name="Freeform 222"/>
            <p:cNvSpPr/>
            <p:nvPr/>
          </p:nvSpPr>
          <p:spPr bwMode="auto">
            <a:xfrm>
              <a:off x="10708272" y="494925"/>
              <a:ext cx="269292" cy="359755"/>
            </a:xfrm>
            <a:custGeom>
              <a:avLst/>
              <a:gdLst>
                <a:gd name="T0" fmla="*/ 358 w 771"/>
                <a:gd name="T1" fmla="*/ 0 h 1030"/>
                <a:gd name="T2" fmla="*/ 0 w 771"/>
                <a:gd name="T3" fmla="*/ 0 h 1030"/>
                <a:gd name="T4" fmla="*/ 592 w 771"/>
                <a:gd name="T5" fmla="*/ 1030 h 1030"/>
                <a:gd name="T6" fmla="*/ 771 w 771"/>
                <a:gd name="T7" fmla="*/ 718 h 1030"/>
                <a:gd name="T8" fmla="*/ 358 w 771"/>
                <a:gd name="T9" fmla="*/ 0 h 10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1" h="1030">
                  <a:moveTo>
                    <a:pt x="358" y="0"/>
                  </a:moveTo>
                  <a:lnTo>
                    <a:pt x="0" y="0"/>
                  </a:lnTo>
                  <a:lnTo>
                    <a:pt x="592" y="1030"/>
                  </a:lnTo>
                  <a:lnTo>
                    <a:pt x="771" y="718"/>
                  </a:lnTo>
                  <a:lnTo>
                    <a:pt x="358" y="0"/>
                  </a:lnTo>
                  <a:close/>
                </a:path>
              </a:pathLst>
            </a:custGeom>
            <a:solidFill>
              <a:sysClr val="window" lastClr="FFFFFF">
                <a:lumMod val="50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" name="Freeform 223"/>
            <p:cNvSpPr/>
            <p:nvPr/>
          </p:nvSpPr>
          <p:spPr bwMode="auto">
            <a:xfrm>
              <a:off x="10708272" y="494925"/>
              <a:ext cx="269292" cy="359755"/>
            </a:xfrm>
            <a:custGeom>
              <a:avLst/>
              <a:gdLst>
                <a:gd name="T0" fmla="*/ 358 w 771"/>
                <a:gd name="T1" fmla="*/ 0 h 1030"/>
                <a:gd name="T2" fmla="*/ 0 w 771"/>
                <a:gd name="T3" fmla="*/ 0 h 1030"/>
                <a:gd name="T4" fmla="*/ 592 w 771"/>
                <a:gd name="T5" fmla="*/ 1030 h 1030"/>
                <a:gd name="T6" fmla="*/ 771 w 771"/>
                <a:gd name="T7" fmla="*/ 718 h 1030"/>
                <a:gd name="T8" fmla="*/ 358 w 771"/>
                <a:gd name="T9" fmla="*/ 0 h 10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1" h="1030">
                  <a:moveTo>
                    <a:pt x="358" y="0"/>
                  </a:moveTo>
                  <a:lnTo>
                    <a:pt x="0" y="0"/>
                  </a:lnTo>
                  <a:lnTo>
                    <a:pt x="592" y="1030"/>
                  </a:lnTo>
                  <a:lnTo>
                    <a:pt x="771" y="718"/>
                  </a:lnTo>
                  <a:lnTo>
                    <a:pt x="35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" name="Freeform 224"/>
            <p:cNvSpPr/>
            <p:nvPr/>
          </p:nvSpPr>
          <p:spPr bwMode="auto">
            <a:xfrm>
              <a:off x="11747370" y="0"/>
              <a:ext cx="444629" cy="1645443"/>
            </a:xfrm>
            <a:custGeom>
              <a:avLst/>
              <a:gdLst>
                <a:gd name="T0" fmla="*/ 1273 w 1273"/>
                <a:gd name="T1" fmla="*/ 0 h 4711"/>
                <a:gd name="T2" fmla="*/ 867 w 1273"/>
                <a:gd name="T3" fmla="*/ 0 h 4711"/>
                <a:gd name="T4" fmla="*/ 1273 w 1273"/>
                <a:gd name="T5" fmla="*/ 0 h 4711"/>
                <a:gd name="T6" fmla="*/ 1273 w 1273"/>
                <a:gd name="T7" fmla="*/ 2247 h 4711"/>
                <a:gd name="T8" fmla="*/ 782 w 1273"/>
                <a:gd name="T9" fmla="*/ 3099 h 4711"/>
                <a:gd name="T10" fmla="*/ 0 w 1273"/>
                <a:gd name="T11" fmla="*/ 3099 h 4711"/>
                <a:gd name="T12" fmla="*/ 931 w 1273"/>
                <a:gd name="T13" fmla="*/ 4711 h 4711"/>
                <a:gd name="T14" fmla="*/ 1273 w 1273"/>
                <a:gd name="T15" fmla="*/ 4711 h 4711"/>
                <a:gd name="T16" fmla="*/ 1273 w 1273"/>
                <a:gd name="T17" fmla="*/ 0 h 47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73" h="4711">
                  <a:moveTo>
                    <a:pt x="1273" y="0"/>
                  </a:moveTo>
                  <a:lnTo>
                    <a:pt x="867" y="0"/>
                  </a:lnTo>
                  <a:lnTo>
                    <a:pt x="1273" y="0"/>
                  </a:lnTo>
                  <a:lnTo>
                    <a:pt x="1273" y="2247"/>
                  </a:lnTo>
                  <a:lnTo>
                    <a:pt x="782" y="3099"/>
                  </a:lnTo>
                  <a:lnTo>
                    <a:pt x="0" y="3099"/>
                  </a:lnTo>
                  <a:lnTo>
                    <a:pt x="931" y="4711"/>
                  </a:lnTo>
                  <a:lnTo>
                    <a:pt x="1273" y="4711"/>
                  </a:lnTo>
                  <a:lnTo>
                    <a:pt x="1273" y="0"/>
                  </a:lnTo>
                  <a:close/>
                </a:path>
              </a:pathLst>
            </a:custGeom>
            <a:solidFill>
              <a:srgbClr val="5B9BD5">
                <a:lumMod val="75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" name="Freeform 225"/>
            <p:cNvSpPr/>
            <p:nvPr/>
          </p:nvSpPr>
          <p:spPr bwMode="auto">
            <a:xfrm>
              <a:off x="11747370" y="0"/>
              <a:ext cx="444629" cy="1645443"/>
            </a:xfrm>
            <a:custGeom>
              <a:avLst/>
              <a:gdLst>
                <a:gd name="T0" fmla="*/ 1273 w 1273"/>
                <a:gd name="T1" fmla="*/ 0 h 4711"/>
                <a:gd name="T2" fmla="*/ 867 w 1273"/>
                <a:gd name="T3" fmla="*/ 0 h 4711"/>
                <a:gd name="T4" fmla="*/ 1273 w 1273"/>
                <a:gd name="T5" fmla="*/ 0 h 4711"/>
                <a:gd name="T6" fmla="*/ 1273 w 1273"/>
                <a:gd name="T7" fmla="*/ 2247 h 4711"/>
                <a:gd name="T8" fmla="*/ 782 w 1273"/>
                <a:gd name="T9" fmla="*/ 3099 h 4711"/>
                <a:gd name="T10" fmla="*/ 0 w 1273"/>
                <a:gd name="T11" fmla="*/ 3099 h 4711"/>
                <a:gd name="T12" fmla="*/ 931 w 1273"/>
                <a:gd name="T13" fmla="*/ 4711 h 4711"/>
                <a:gd name="T14" fmla="*/ 1273 w 1273"/>
                <a:gd name="T15" fmla="*/ 4711 h 4711"/>
                <a:gd name="T16" fmla="*/ 1273 w 1273"/>
                <a:gd name="T17" fmla="*/ 0 h 47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73" h="4711">
                  <a:moveTo>
                    <a:pt x="1273" y="0"/>
                  </a:moveTo>
                  <a:lnTo>
                    <a:pt x="867" y="0"/>
                  </a:lnTo>
                  <a:lnTo>
                    <a:pt x="1273" y="0"/>
                  </a:lnTo>
                  <a:lnTo>
                    <a:pt x="1273" y="2247"/>
                  </a:lnTo>
                  <a:lnTo>
                    <a:pt x="782" y="3099"/>
                  </a:lnTo>
                  <a:lnTo>
                    <a:pt x="0" y="3099"/>
                  </a:lnTo>
                  <a:lnTo>
                    <a:pt x="931" y="4711"/>
                  </a:lnTo>
                  <a:lnTo>
                    <a:pt x="1273" y="4711"/>
                  </a:lnTo>
                  <a:lnTo>
                    <a:pt x="127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" name="Freeform 226"/>
            <p:cNvSpPr/>
            <p:nvPr/>
          </p:nvSpPr>
          <p:spPr bwMode="auto">
            <a:xfrm>
              <a:off x="11586004" y="0"/>
              <a:ext cx="605995" cy="1082409"/>
            </a:xfrm>
            <a:custGeom>
              <a:avLst/>
              <a:gdLst>
                <a:gd name="T0" fmla="*/ 1735 w 1735"/>
                <a:gd name="T1" fmla="*/ 0 h 3099"/>
                <a:gd name="T2" fmla="*/ 1329 w 1735"/>
                <a:gd name="T3" fmla="*/ 0 h 3099"/>
                <a:gd name="T4" fmla="*/ 0 w 1735"/>
                <a:gd name="T5" fmla="*/ 2300 h 3099"/>
                <a:gd name="T6" fmla="*/ 462 w 1735"/>
                <a:gd name="T7" fmla="*/ 3099 h 3099"/>
                <a:gd name="T8" fmla="*/ 1244 w 1735"/>
                <a:gd name="T9" fmla="*/ 3099 h 3099"/>
                <a:gd name="T10" fmla="*/ 1735 w 1735"/>
                <a:gd name="T11" fmla="*/ 2247 h 3099"/>
                <a:gd name="T12" fmla="*/ 1735 w 1735"/>
                <a:gd name="T13" fmla="*/ 0 h 30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35" h="3099">
                  <a:moveTo>
                    <a:pt x="1735" y="0"/>
                  </a:moveTo>
                  <a:lnTo>
                    <a:pt x="1329" y="0"/>
                  </a:lnTo>
                  <a:lnTo>
                    <a:pt x="0" y="2300"/>
                  </a:lnTo>
                  <a:lnTo>
                    <a:pt x="462" y="3099"/>
                  </a:lnTo>
                  <a:lnTo>
                    <a:pt x="1244" y="3099"/>
                  </a:lnTo>
                  <a:lnTo>
                    <a:pt x="1735" y="2247"/>
                  </a:lnTo>
                  <a:lnTo>
                    <a:pt x="1735" y="0"/>
                  </a:lnTo>
                  <a:close/>
                </a:path>
              </a:pathLst>
            </a:custGeom>
            <a:solidFill>
              <a:srgbClr val="24436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" name="Freeform 227"/>
            <p:cNvSpPr/>
            <p:nvPr/>
          </p:nvSpPr>
          <p:spPr bwMode="auto">
            <a:xfrm>
              <a:off x="11586004" y="0"/>
              <a:ext cx="605995" cy="1082409"/>
            </a:xfrm>
            <a:custGeom>
              <a:avLst/>
              <a:gdLst>
                <a:gd name="T0" fmla="*/ 1735 w 1735"/>
                <a:gd name="T1" fmla="*/ 0 h 3099"/>
                <a:gd name="T2" fmla="*/ 1329 w 1735"/>
                <a:gd name="T3" fmla="*/ 0 h 3099"/>
                <a:gd name="T4" fmla="*/ 0 w 1735"/>
                <a:gd name="T5" fmla="*/ 2300 h 3099"/>
                <a:gd name="T6" fmla="*/ 462 w 1735"/>
                <a:gd name="T7" fmla="*/ 3099 h 3099"/>
                <a:gd name="T8" fmla="*/ 1244 w 1735"/>
                <a:gd name="T9" fmla="*/ 3099 h 3099"/>
                <a:gd name="T10" fmla="*/ 1735 w 1735"/>
                <a:gd name="T11" fmla="*/ 2247 h 3099"/>
                <a:gd name="T12" fmla="*/ 1735 w 1735"/>
                <a:gd name="T13" fmla="*/ 0 h 30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35" h="3099">
                  <a:moveTo>
                    <a:pt x="1735" y="0"/>
                  </a:moveTo>
                  <a:lnTo>
                    <a:pt x="1329" y="0"/>
                  </a:lnTo>
                  <a:lnTo>
                    <a:pt x="0" y="2300"/>
                  </a:lnTo>
                  <a:lnTo>
                    <a:pt x="462" y="3099"/>
                  </a:lnTo>
                  <a:lnTo>
                    <a:pt x="1244" y="3099"/>
                  </a:lnTo>
                  <a:lnTo>
                    <a:pt x="1735" y="2247"/>
                  </a:lnTo>
                  <a:lnTo>
                    <a:pt x="173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9" name="Freeform 228"/>
            <p:cNvSpPr/>
            <p:nvPr/>
          </p:nvSpPr>
          <p:spPr bwMode="auto">
            <a:xfrm>
              <a:off x="9968503" y="0"/>
              <a:ext cx="578402" cy="250781"/>
            </a:xfrm>
            <a:custGeom>
              <a:avLst/>
              <a:gdLst>
                <a:gd name="T0" fmla="*/ 1656 w 1656"/>
                <a:gd name="T1" fmla="*/ 0 h 718"/>
                <a:gd name="T2" fmla="*/ 0 w 1656"/>
                <a:gd name="T3" fmla="*/ 0 h 718"/>
                <a:gd name="T4" fmla="*/ 413 w 1656"/>
                <a:gd name="T5" fmla="*/ 718 h 718"/>
                <a:gd name="T6" fmla="*/ 1243 w 1656"/>
                <a:gd name="T7" fmla="*/ 718 h 718"/>
                <a:gd name="T8" fmla="*/ 1656 w 1656"/>
                <a:gd name="T9" fmla="*/ 0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56" h="718">
                  <a:moveTo>
                    <a:pt x="1656" y="0"/>
                  </a:moveTo>
                  <a:lnTo>
                    <a:pt x="0" y="0"/>
                  </a:lnTo>
                  <a:lnTo>
                    <a:pt x="413" y="718"/>
                  </a:lnTo>
                  <a:lnTo>
                    <a:pt x="1243" y="718"/>
                  </a:lnTo>
                  <a:lnTo>
                    <a:pt x="1656" y="0"/>
                  </a:lnTo>
                  <a:close/>
                </a:path>
              </a:pathLst>
            </a:custGeom>
            <a:solidFill>
              <a:sysClr val="window" lastClr="FFFFFF">
                <a:lumMod val="75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0" name="Freeform 229"/>
            <p:cNvSpPr/>
            <p:nvPr/>
          </p:nvSpPr>
          <p:spPr bwMode="auto">
            <a:xfrm>
              <a:off x="9968503" y="0"/>
              <a:ext cx="578402" cy="250781"/>
            </a:xfrm>
            <a:custGeom>
              <a:avLst/>
              <a:gdLst>
                <a:gd name="T0" fmla="*/ 1656 w 1656"/>
                <a:gd name="T1" fmla="*/ 0 h 718"/>
                <a:gd name="T2" fmla="*/ 0 w 1656"/>
                <a:gd name="T3" fmla="*/ 0 h 718"/>
                <a:gd name="T4" fmla="*/ 413 w 1656"/>
                <a:gd name="T5" fmla="*/ 718 h 718"/>
                <a:gd name="T6" fmla="*/ 1243 w 1656"/>
                <a:gd name="T7" fmla="*/ 718 h 718"/>
                <a:gd name="T8" fmla="*/ 1656 w 1656"/>
                <a:gd name="T9" fmla="*/ 0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56" h="718">
                  <a:moveTo>
                    <a:pt x="1656" y="0"/>
                  </a:moveTo>
                  <a:lnTo>
                    <a:pt x="0" y="0"/>
                  </a:lnTo>
                  <a:lnTo>
                    <a:pt x="413" y="718"/>
                  </a:lnTo>
                  <a:lnTo>
                    <a:pt x="1243" y="718"/>
                  </a:lnTo>
                  <a:lnTo>
                    <a:pt x="165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" name="Freeform 230"/>
            <p:cNvSpPr/>
            <p:nvPr/>
          </p:nvSpPr>
          <p:spPr bwMode="auto">
            <a:xfrm>
              <a:off x="9535051" y="1003123"/>
              <a:ext cx="578752" cy="500514"/>
            </a:xfrm>
            <a:custGeom>
              <a:avLst/>
              <a:gdLst>
                <a:gd name="T0" fmla="*/ 413 w 1657"/>
                <a:gd name="T1" fmla="*/ 1433 h 1433"/>
                <a:gd name="T2" fmla="*/ 0 w 1657"/>
                <a:gd name="T3" fmla="*/ 715 h 1433"/>
                <a:gd name="T4" fmla="*/ 413 w 1657"/>
                <a:gd name="T5" fmla="*/ 0 h 1433"/>
                <a:gd name="T6" fmla="*/ 1243 w 1657"/>
                <a:gd name="T7" fmla="*/ 0 h 1433"/>
                <a:gd name="T8" fmla="*/ 1657 w 1657"/>
                <a:gd name="T9" fmla="*/ 715 h 1433"/>
                <a:gd name="T10" fmla="*/ 1243 w 1657"/>
                <a:gd name="T11" fmla="*/ 1433 h 1433"/>
                <a:gd name="T12" fmla="*/ 413 w 1657"/>
                <a:gd name="T13" fmla="*/ 1433 h 1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7" h="1433">
                  <a:moveTo>
                    <a:pt x="413" y="1433"/>
                  </a:moveTo>
                  <a:lnTo>
                    <a:pt x="0" y="715"/>
                  </a:lnTo>
                  <a:lnTo>
                    <a:pt x="413" y="0"/>
                  </a:lnTo>
                  <a:lnTo>
                    <a:pt x="1243" y="0"/>
                  </a:lnTo>
                  <a:lnTo>
                    <a:pt x="1657" y="715"/>
                  </a:lnTo>
                  <a:lnTo>
                    <a:pt x="1243" y="1433"/>
                  </a:lnTo>
                  <a:lnTo>
                    <a:pt x="413" y="1433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" name="Freeform 231"/>
            <p:cNvSpPr/>
            <p:nvPr/>
          </p:nvSpPr>
          <p:spPr bwMode="auto">
            <a:xfrm>
              <a:off x="10833312" y="1746035"/>
              <a:ext cx="578402" cy="501561"/>
            </a:xfrm>
            <a:custGeom>
              <a:avLst/>
              <a:gdLst>
                <a:gd name="T0" fmla="*/ 413 w 1656"/>
                <a:gd name="T1" fmla="*/ 1436 h 1436"/>
                <a:gd name="T2" fmla="*/ 0 w 1656"/>
                <a:gd name="T3" fmla="*/ 718 h 1436"/>
                <a:gd name="T4" fmla="*/ 413 w 1656"/>
                <a:gd name="T5" fmla="*/ 0 h 1436"/>
                <a:gd name="T6" fmla="*/ 1240 w 1656"/>
                <a:gd name="T7" fmla="*/ 0 h 1436"/>
                <a:gd name="T8" fmla="*/ 1656 w 1656"/>
                <a:gd name="T9" fmla="*/ 718 h 1436"/>
                <a:gd name="T10" fmla="*/ 1240 w 1656"/>
                <a:gd name="T11" fmla="*/ 1436 h 1436"/>
                <a:gd name="T12" fmla="*/ 413 w 1656"/>
                <a:gd name="T13" fmla="*/ 1436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6" h="1436">
                  <a:moveTo>
                    <a:pt x="413" y="1436"/>
                  </a:moveTo>
                  <a:lnTo>
                    <a:pt x="0" y="718"/>
                  </a:lnTo>
                  <a:lnTo>
                    <a:pt x="413" y="0"/>
                  </a:lnTo>
                  <a:lnTo>
                    <a:pt x="1240" y="0"/>
                  </a:lnTo>
                  <a:lnTo>
                    <a:pt x="1656" y="718"/>
                  </a:lnTo>
                  <a:lnTo>
                    <a:pt x="1240" y="1436"/>
                  </a:lnTo>
                  <a:lnTo>
                    <a:pt x="413" y="1436"/>
                  </a:lnTo>
                  <a:close/>
                </a:path>
              </a:pathLst>
            </a:custGeom>
            <a:solidFill>
              <a:sysClr val="window" lastClr="FFFFFF">
                <a:lumMod val="50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" name="Freeform 232"/>
            <p:cNvSpPr/>
            <p:nvPr/>
          </p:nvSpPr>
          <p:spPr bwMode="auto">
            <a:xfrm>
              <a:off x="10833312" y="1746035"/>
              <a:ext cx="578402" cy="501561"/>
            </a:xfrm>
            <a:custGeom>
              <a:avLst/>
              <a:gdLst>
                <a:gd name="T0" fmla="*/ 413 w 1656"/>
                <a:gd name="T1" fmla="*/ 1436 h 1436"/>
                <a:gd name="T2" fmla="*/ 0 w 1656"/>
                <a:gd name="T3" fmla="*/ 718 h 1436"/>
                <a:gd name="T4" fmla="*/ 413 w 1656"/>
                <a:gd name="T5" fmla="*/ 0 h 1436"/>
                <a:gd name="T6" fmla="*/ 1240 w 1656"/>
                <a:gd name="T7" fmla="*/ 0 h 1436"/>
                <a:gd name="T8" fmla="*/ 1656 w 1656"/>
                <a:gd name="T9" fmla="*/ 718 h 1436"/>
                <a:gd name="T10" fmla="*/ 1240 w 1656"/>
                <a:gd name="T11" fmla="*/ 1436 h 1436"/>
                <a:gd name="T12" fmla="*/ 413 w 1656"/>
                <a:gd name="T13" fmla="*/ 1436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6" h="1436">
                  <a:moveTo>
                    <a:pt x="413" y="1436"/>
                  </a:moveTo>
                  <a:lnTo>
                    <a:pt x="0" y="718"/>
                  </a:lnTo>
                  <a:lnTo>
                    <a:pt x="413" y="0"/>
                  </a:lnTo>
                  <a:lnTo>
                    <a:pt x="1240" y="0"/>
                  </a:lnTo>
                  <a:lnTo>
                    <a:pt x="1656" y="718"/>
                  </a:lnTo>
                  <a:lnTo>
                    <a:pt x="1240" y="1436"/>
                  </a:lnTo>
                  <a:lnTo>
                    <a:pt x="413" y="143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" name="Freeform 233"/>
            <p:cNvSpPr/>
            <p:nvPr/>
          </p:nvSpPr>
          <p:spPr bwMode="auto">
            <a:xfrm>
              <a:off x="11263622" y="1494206"/>
              <a:ext cx="577704" cy="500863"/>
            </a:xfrm>
            <a:custGeom>
              <a:avLst/>
              <a:gdLst>
                <a:gd name="T0" fmla="*/ 414 w 1654"/>
                <a:gd name="T1" fmla="*/ 1434 h 1434"/>
                <a:gd name="T2" fmla="*/ 0 w 1654"/>
                <a:gd name="T3" fmla="*/ 718 h 1434"/>
                <a:gd name="T4" fmla="*/ 414 w 1654"/>
                <a:gd name="T5" fmla="*/ 0 h 1434"/>
                <a:gd name="T6" fmla="*/ 1241 w 1654"/>
                <a:gd name="T7" fmla="*/ 0 h 1434"/>
                <a:gd name="T8" fmla="*/ 1654 w 1654"/>
                <a:gd name="T9" fmla="*/ 718 h 1434"/>
                <a:gd name="T10" fmla="*/ 1241 w 1654"/>
                <a:gd name="T11" fmla="*/ 1434 h 1434"/>
                <a:gd name="T12" fmla="*/ 414 w 1654"/>
                <a:gd name="T13" fmla="*/ 1434 h 1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4" h="1434">
                  <a:moveTo>
                    <a:pt x="414" y="1434"/>
                  </a:moveTo>
                  <a:lnTo>
                    <a:pt x="0" y="718"/>
                  </a:lnTo>
                  <a:lnTo>
                    <a:pt x="414" y="0"/>
                  </a:lnTo>
                  <a:lnTo>
                    <a:pt x="1241" y="0"/>
                  </a:lnTo>
                  <a:lnTo>
                    <a:pt x="1654" y="718"/>
                  </a:lnTo>
                  <a:lnTo>
                    <a:pt x="1241" y="1434"/>
                  </a:lnTo>
                  <a:lnTo>
                    <a:pt x="414" y="1434"/>
                  </a:lnTo>
                  <a:close/>
                </a:path>
              </a:pathLst>
            </a:custGeom>
            <a:solidFill>
              <a:srgbClr val="127FB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" name="Freeform 234"/>
            <p:cNvSpPr/>
            <p:nvPr/>
          </p:nvSpPr>
          <p:spPr bwMode="auto">
            <a:xfrm>
              <a:off x="11263622" y="1494206"/>
              <a:ext cx="577704" cy="500863"/>
            </a:xfrm>
            <a:custGeom>
              <a:avLst/>
              <a:gdLst>
                <a:gd name="T0" fmla="*/ 414 w 1654"/>
                <a:gd name="T1" fmla="*/ 1434 h 1434"/>
                <a:gd name="T2" fmla="*/ 0 w 1654"/>
                <a:gd name="T3" fmla="*/ 718 h 1434"/>
                <a:gd name="T4" fmla="*/ 414 w 1654"/>
                <a:gd name="T5" fmla="*/ 0 h 1434"/>
                <a:gd name="T6" fmla="*/ 1241 w 1654"/>
                <a:gd name="T7" fmla="*/ 0 h 1434"/>
                <a:gd name="T8" fmla="*/ 1654 w 1654"/>
                <a:gd name="T9" fmla="*/ 718 h 1434"/>
                <a:gd name="T10" fmla="*/ 1241 w 1654"/>
                <a:gd name="T11" fmla="*/ 1434 h 1434"/>
                <a:gd name="T12" fmla="*/ 414 w 1654"/>
                <a:gd name="T13" fmla="*/ 1434 h 1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4" h="1434">
                  <a:moveTo>
                    <a:pt x="414" y="1434"/>
                  </a:moveTo>
                  <a:lnTo>
                    <a:pt x="0" y="718"/>
                  </a:lnTo>
                  <a:lnTo>
                    <a:pt x="414" y="0"/>
                  </a:lnTo>
                  <a:lnTo>
                    <a:pt x="1241" y="0"/>
                  </a:lnTo>
                  <a:lnTo>
                    <a:pt x="1654" y="718"/>
                  </a:lnTo>
                  <a:lnTo>
                    <a:pt x="1241" y="1434"/>
                  </a:lnTo>
                  <a:lnTo>
                    <a:pt x="414" y="143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" name="Freeform 235"/>
            <p:cNvSpPr>
              <a:spLocks noEditPoints="1"/>
            </p:cNvSpPr>
            <p:nvPr/>
          </p:nvSpPr>
          <p:spPr bwMode="auto">
            <a:xfrm>
              <a:off x="11289817" y="1687356"/>
              <a:ext cx="538585" cy="34578"/>
            </a:xfrm>
            <a:custGeom>
              <a:avLst/>
              <a:gdLst>
                <a:gd name="T0" fmla="*/ 1526 w 1542"/>
                <a:gd name="T1" fmla="*/ 72 h 99"/>
                <a:gd name="T2" fmla="*/ 1526 w 1542"/>
                <a:gd name="T3" fmla="*/ 72 h 99"/>
                <a:gd name="T4" fmla="*/ 1542 w 1542"/>
                <a:gd name="T5" fmla="*/ 99 h 99"/>
                <a:gd name="T6" fmla="*/ 1526 w 1542"/>
                <a:gd name="T7" fmla="*/ 72 h 99"/>
                <a:gd name="T8" fmla="*/ 19 w 1542"/>
                <a:gd name="T9" fmla="*/ 0 h 99"/>
                <a:gd name="T10" fmla="*/ 0 w 1542"/>
                <a:gd name="T11" fmla="*/ 35 h 99"/>
                <a:gd name="T12" fmla="*/ 19 w 1542"/>
                <a:gd name="T13" fmla="*/ 0 h 99"/>
                <a:gd name="T14" fmla="*/ 19 w 1542"/>
                <a:gd name="T15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2" h="99">
                  <a:moveTo>
                    <a:pt x="1526" y="72"/>
                  </a:moveTo>
                  <a:lnTo>
                    <a:pt x="1526" y="72"/>
                  </a:lnTo>
                  <a:lnTo>
                    <a:pt x="1542" y="99"/>
                  </a:lnTo>
                  <a:lnTo>
                    <a:pt x="1526" y="72"/>
                  </a:lnTo>
                  <a:close/>
                  <a:moveTo>
                    <a:pt x="19" y="0"/>
                  </a:moveTo>
                  <a:lnTo>
                    <a:pt x="0" y="35"/>
                  </a:lnTo>
                  <a:lnTo>
                    <a:pt x="19" y="0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FFC4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" name="Freeform 236"/>
            <p:cNvSpPr>
              <a:spLocks noEditPoints="1"/>
            </p:cNvSpPr>
            <p:nvPr/>
          </p:nvSpPr>
          <p:spPr bwMode="auto">
            <a:xfrm>
              <a:off x="11289817" y="1687356"/>
              <a:ext cx="538585" cy="34578"/>
            </a:xfrm>
            <a:custGeom>
              <a:avLst/>
              <a:gdLst>
                <a:gd name="T0" fmla="*/ 1526 w 1542"/>
                <a:gd name="T1" fmla="*/ 72 h 99"/>
                <a:gd name="T2" fmla="*/ 1526 w 1542"/>
                <a:gd name="T3" fmla="*/ 72 h 99"/>
                <a:gd name="T4" fmla="*/ 1542 w 1542"/>
                <a:gd name="T5" fmla="*/ 99 h 99"/>
                <a:gd name="T6" fmla="*/ 1526 w 1542"/>
                <a:gd name="T7" fmla="*/ 72 h 99"/>
                <a:gd name="T8" fmla="*/ 19 w 1542"/>
                <a:gd name="T9" fmla="*/ 0 h 99"/>
                <a:gd name="T10" fmla="*/ 0 w 1542"/>
                <a:gd name="T11" fmla="*/ 35 h 99"/>
                <a:gd name="T12" fmla="*/ 19 w 1542"/>
                <a:gd name="T13" fmla="*/ 0 h 99"/>
                <a:gd name="T14" fmla="*/ 19 w 1542"/>
                <a:gd name="T15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2" h="99">
                  <a:moveTo>
                    <a:pt x="1526" y="72"/>
                  </a:moveTo>
                  <a:lnTo>
                    <a:pt x="1526" y="72"/>
                  </a:lnTo>
                  <a:lnTo>
                    <a:pt x="1542" y="99"/>
                  </a:lnTo>
                  <a:lnTo>
                    <a:pt x="1526" y="72"/>
                  </a:lnTo>
                  <a:moveTo>
                    <a:pt x="19" y="0"/>
                  </a:moveTo>
                  <a:lnTo>
                    <a:pt x="0" y="35"/>
                  </a:lnTo>
                  <a:lnTo>
                    <a:pt x="19" y="0"/>
                  </a:lnTo>
                  <a:lnTo>
                    <a:pt x="1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" name="Freeform 238"/>
            <p:cNvSpPr/>
            <p:nvPr/>
          </p:nvSpPr>
          <p:spPr bwMode="auto">
            <a:xfrm>
              <a:off x="11288769" y="1577334"/>
              <a:ext cx="541379" cy="286058"/>
            </a:xfrm>
            <a:custGeom>
              <a:avLst/>
              <a:gdLst>
                <a:gd name="T0" fmla="*/ 1054 w 1550"/>
                <a:gd name="T1" fmla="*/ 0 h 819"/>
                <a:gd name="T2" fmla="*/ 985 w 1550"/>
                <a:gd name="T3" fmla="*/ 475 h 819"/>
                <a:gd name="T4" fmla="*/ 755 w 1550"/>
                <a:gd name="T5" fmla="*/ 475 h 819"/>
                <a:gd name="T6" fmla="*/ 683 w 1550"/>
                <a:gd name="T7" fmla="*/ 243 h 819"/>
                <a:gd name="T8" fmla="*/ 593 w 1550"/>
                <a:gd name="T9" fmla="*/ 659 h 819"/>
                <a:gd name="T10" fmla="*/ 521 w 1550"/>
                <a:gd name="T11" fmla="*/ 0 h 819"/>
                <a:gd name="T12" fmla="*/ 451 w 1550"/>
                <a:gd name="T13" fmla="*/ 475 h 819"/>
                <a:gd name="T14" fmla="*/ 222 w 1550"/>
                <a:gd name="T15" fmla="*/ 475 h 819"/>
                <a:gd name="T16" fmla="*/ 152 w 1550"/>
                <a:gd name="T17" fmla="*/ 243 h 819"/>
                <a:gd name="T18" fmla="*/ 59 w 1550"/>
                <a:gd name="T19" fmla="*/ 659 h 819"/>
                <a:gd name="T20" fmla="*/ 22 w 1550"/>
                <a:gd name="T21" fmla="*/ 315 h 819"/>
                <a:gd name="T22" fmla="*/ 3 w 1550"/>
                <a:gd name="T23" fmla="*/ 350 h 819"/>
                <a:gd name="T24" fmla="*/ 0 w 1550"/>
                <a:gd name="T25" fmla="*/ 352 h 819"/>
                <a:gd name="T26" fmla="*/ 35 w 1550"/>
                <a:gd name="T27" fmla="*/ 665 h 819"/>
                <a:gd name="T28" fmla="*/ 62 w 1550"/>
                <a:gd name="T29" fmla="*/ 710 h 819"/>
                <a:gd name="T30" fmla="*/ 72 w 1550"/>
                <a:gd name="T31" fmla="*/ 729 h 819"/>
                <a:gd name="T32" fmla="*/ 155 w 1550"/>
                <a:gd name="T33" fmla="*/ 347 h 819"/>
                <a:gd name="T34" fmla="*/ 203 w 1550"/>
                <a:gd name="T35" fmla="*/ 499 h 819"/>
                <a:gd name="T36" fmla="*/ 473 w 1550"/>
                <a:gd name="T37" fmla="*/ 499 h 819"/>
                <a:gd name="T38" fmla="*/ 518 w 1550"/>
                <a:gd name="T39" fmla="*/ 205 h 819"/>
                <a:gd name="T40" fmla="*/ 585 w 1550"/>
                <a:gd name="T41" fmla="*/ 819 h 819"/>
                <a:gd name="T42" fmla="*/ 689 w 1550"/>
                <a:gd name="T43" fmla="*/ 347 h 819"/>
                <a:gd name="T44" fmla="*/ 737 w 1550"/>
                <a:gd name="T45" fmla="*/ 499 h 819"/>
                <a:gd name="T46" fmla="*/ 1006 w 1550"/>
                <a:gd name="T47" fmla="*/ 499 h 819"/>
                <a:gd name="T48" fmla="*/ 1051 w 1550"/>
                <a:gd name="T49" fmla="*/ 205 h 819"/>
                <a:gd name="T50" fmla="*/ 1118 w 1550"/>
                <a:gd name="T51" fmla="*/ 819 h 819"/>
                <a:gd name="T52" fmla="*/ 1222 w 1550"/>
                <a:gd name="T53" fmla="*/ 347 h 819"/>
                <a:gd name="T54" fmla="*/ 1270 w 1550"/>
                <a:gd name="T55" fmla="*/ 499 h 819"/>
                <a:gd name="T56" fmla="*/ 1540 w 1550"/>
                <a:gd name="T57" fmla="*/ 499 h 819"/>
                <a:gd name="T58" fmla="*/ 1550 w 1550"/>
                <a:gd name="T59" fmla="*/ 424 h 819"/>
                <a:gd name="T60" fmla="*/ 1545 w 1550"/>
                <a:gd name="T61" fmla="*/ 414 h 819"/>
                <a:gd name="T62" fmla="*/ 1529 w 1550"/>
                <a:gd name="T63" fmla="*/ 387 h 819"/>
                <a:gd name="T64" fmla="*/ 1518 w 1550"/>
                <a:gd name="T65" fmla="*/ 475 h 819"/>
                <a:gd name="T66" fmla="*/ 1289 w 1550"/>
                <a:gd name="T67" fmla="*/ 475 h 819"/>
                <a:gd name="T68" fmla="*/ 1217 w 1550"/>
                <a:gd name="T69" fmla="*/ 243 h 819"/>
                <a:gd name="T70" fmla="*/ 1126 w 1550"/>
                <a:gd name="T71" fmla="*/ 659 h 819"/>
                <a:gd name="T72" fmla="*/ 1054 w 1550"/>
                <a:gd name="T73" fmla="*/ 0 h 8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550" h="819">
                  <a:moveTo>
                    <a:pt x="1054" y="0"/>
                  </a:moveTo>
                  <a:lnTo>
                    <a:pt x="985" y="475"/>
                  </a:lnTo>
                  <a:lnTo>
                    <a:pt x="755" y="475"/>
                  </a:lnTo>
                  <a:lnTo>
                    <a:pt x="683" y="243"/>
                  </a:lnTo>
                  <a:lnTo>
                    <a:pt x="593" y="659"/>
                  </a:lnTo>
                  <a:lnTo>
                    <a:pt x="521" y="0"/>
                  </a:lnTo>
                  <a:lnTo>
                    <a:pt x="451" y="475"/>
                  </a:lnTo>
                  <a:lnTo>
                    <a:pt x="222" y="475"/>
                  </a:lnTo>
                  <a:lnTo>
                    <a:pt x="152" y="243"/>
                  </a:lnTo>
                  <a:lnTo>
                    <a:pt x="59" y="659"/>
                  </a:lnTo>
                  <a:lnTo>
                    <a:pt x="22" y="315"/>
                  </a:lnTo>
                  <a:lnTo>
                    <a:pt x="3" y="350"/>
                  </a:lnTo>
                  <a:lnTo>
                    <a:pt x="0" y="352"/>
                  </a:lnTo>
                  <a:lnTo>
                    <a:pt x="35" y="665"/>
                  </a:lnTo>
                  <a:lnTo>
                    <a:pt x="62" y="710"/>
                  </a:lnTo>
                  <a:lnTo>
                    <a:pt x="72" y="729"/>
                  </a:lnTo>
                  <a:lnTo>
                    <a:pt x="155" y="347"/>
                  </a:lnTo>
                  <a:lnTo>
                    <a:pt x="203" y="499"/>
                  </a:lnTo>
                  <a:lnTo>
                    <a:pt x="473" y="499"/>
                  </a:lnTo>
                  <a:lnTo>
                    <a:pt x="518" y="205"/>
                  </a:lnTo>
                  <a:lnTo>
                    <a:pt x="585" y="819"/>
                  </a:lnTo>
                  <a:lnTo>
                    <a:pt x="689" y="347"/>
                  </a:lnTo>
                  <a:lnTo>
                    <a:pt x="737" y="499"/>
                  </a:lnTo>
                  <a:lnTo>
                    <a:pt x="1006" y="499"/>
                  </a:lnTo>
                  <a:lnTo>
                    <a:pt x="1051" y="205"/>
                  </a:lnTo>
                  <a:lnTo>
                    <a:pt x="1118" y="819"/>
                  </a:lnTo>
                  <a:lnTo>
                    <a:pt x="1222" y="347"/>
                  </a:lnTo>
                  <a:lnTo>
                    <a:pt x="1270" y="499"/>
                  </a:lnTo>
                  <a:lnTo>
                    <a:pt x="1540" y="499"/>
                  </a:lnTo>
                  <a:lnTo>
                    <a:pt x="1550" y="424"/>
                  </a:lnTo>
                  <a:lnTo>
                    <a:pt x="1545" y="414"/>
                  </a:lnTo>
                  <a:lnTo>
                    <a:pt x="1529" y="387"/>
                  </a:lnTo>
                  <a:lnTo>
                    <a:pt x="1518" y="475"/>
                  </a:lnTo>
                  <a:lnTo>
                    <a:pt x="1289" y="475"/>
                  </a:lnTo>
                  <a:lnTo>
                    <a:pt x="1217" y="243"/>
                  </a:lnTo>
                  <a:lnTo>
                    <a:pt x="1126" y="659"/>
                  </a:lnTo>
                  <a:lnTo>
                    <a:pt x="105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" name="Freeform 239"/>
            <p:cNvSpPr>
              <a:spLocks noEditPoints="1"/>
            </p:cNvSpPr>
            <p:nvPr/>
          </p:nvSpPr>
          <p:spPr bwMode="auto">
            <a:xfrm>
              <a:off x="10905962" y="1619247"/>
              <a:ext cx="54836" cy="207820"/>
            </a:xfrm>
            <a:custGeom>
              <a:avLst/>
              <a:gdLst>
                <a:gd name="T0" fmla="*/ 125 w 157"/>
                <a:gd name="T1" fmla="*/ 499 h 595"/>
                <a:gd name="T2" fmla="*/ 69 w 157"/>
                <a:gd name="T3" fmla="*/ 595 h 595"/>
                <a:gd name="T4" fmla="*/ 69 w 157"/>
                <a:gd name="T5" fmla="*/ 595 h 595"/>
                <a:gd name="T6" fmla="*/ 125 w 157"/>
                <a:gd name="T7" fmla="*/ 499 h 595"/>
                <a:gd name="T8" fmla="*/ 149 w 157"/>
                <a:gd name="T9" fmla="*/ 262 h 595"/>
                <a:gd name="T10" fmla="*/ 149 w 157"/>
                <a:gd name="T11" fmla="*/ 262 h 595"/>
                <a:gd name="T12" fmla="*/ 157 w 157"/>
                <a:gd name="T13" fmla="*/ 275 h 595"/>
                <a:gd name="T14" fmla="*/ 149 w 157"/>
                <a:gd name="T15" fmla="*/ 262 h 595"/>
                <a:gd name="T16" fmla="*/ 0 w 157"/>
                <a:gd name="T17" fmla="*/ 0 h 595"/>
                <a:gd name="T18" fmla="*/ 0 w 157"/>
                <a:gd name="T19" fmla="*/ 0 h 595"/>
                <a:gd name="T20" fmla="*/ 18 w 157"/>
                <a:gd name="T21" fmla="*/ 35 h 595"/>
                <a:gd name="T22" fmla="*/ 0 w 157"/>
                <a:gd name="T23" fmla="*/ 0 h 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7" h="595">
                  <a:moveTo>
                    <a:pt x="125" y="499"/>
                  </a:moveTo>
                  <a:lnTo>
                    <a:pt x="69" y="595"/>
                  </a:lnTo>
                  <a:lnTo>
                    <a:pt x="69" y="595"/>
                  </a:lnTo>
                  <a:lnTo>
                    <a:pt x="125" y="499"/>
                  </a:lnTo>
                  <a:close/>
                  <a:moveTo>
                    <a:pt x="149" y="262"/>
                  </a:moveTo>
                  <a:lnTo>
                    <a:pt x="149" y="262"/>
                  </a:lnTo>
                  <a:lnTo>
                    <a:pt x="157" y="275"/>
                  </a:lnTo>
                  <a:lnTo>
                    <a:pt x="149" y="26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18" y="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4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" name="Freeform 240"/>
            <p:cNvSpPr>
              <a:spLocks noEditPoints="1"/>
            </p:cNvSpPr>
            <p:nvPr/>
          </p:nvSpPr>
          <p:spPr bwMode="auto">
            <a:xfrm>
              <a:off x="10905962" y="1619247"/>
              <a:ext cx="54836" cy="207820"/>
            </a:xfrm>
            <a:custGeom>
              <a:avLst/>
              <a:gdLst>
                <a:gd name="T0" fmla="*/ 125 w 157"/>
                <a:gd name="T1" fmla="*/ 499 h 595"/>
                <a:gd name="T2" fmla="*/ 69 w 157"/>
                <a:gd name="T3" fmla="*/ 595 h 595"/>
                <a:gd name="T4" fmla="*/ 69 w 157"/>
                <a:gd name="T5" fmla="*/ 595 h 595"/>
                <a:gd name="T6" fmla="*/ 125 w 157"/>
                <a:gd name="T7" fmla="*/ 499 h 595"/>
                <a:gd name="T8" fmla="*/ 149 w 157"/>
                <a:gd name="T9" fmla="*/ 262 h 595"/>
                <a:gd name="T10" fmla="*/ 149 w 157"/>
                <a:gd name="T11" fmla="*/ 262 h 595"/>
                <a:gd name="T12" fmla="*/ 157 w 157"/>
                <a:gd name="T13" fmla="*/ 275 h 595"/>
                <a:gd name="T14" fmla="*/ 149 w 157"/>
                <a:gd name="T15" fmla="*/ 262 h 595"/>
                <a:gd name="T16" fmla="*/ 0 w 157"/>
                <a:gd name="T17" fmla="*/ 0 h 595"/>
                <a:gd name="T18" fmla="*/ 0 w 157"/>
                <a:gd name="T19" fmla="*/ 0 h 595"/>
                <a:gd name="T20" fmla="*/ 18 w 157"/>
                <a:gd name="T21" fmla="*/ 35 h 595"/>
                <a:gd name="T22" fmla="*/ 0 w 157"/>
                <a:gd name="T23" fmla="*/ 0 h 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7" h="595">
                  <a:moveTo>
                    <a:pt x="125" y="499"/>
                  </a:moveTo>
                  <a:lnTo>
                    <a:pt x="69" y="595"/>
                  </a:lnTo>
                  <a:lnTo>
                    <a:pt x="69" y="595"/>
                  </a:lnTo>
                  <a:lnTo>
                    <a:pt x="125" y="499"/>
                  </a:lnTo>
                  <a:moveTo>
                    <a:pt x="149" y="262"/>
                  </a:moveTo>
                  <a:lnTo>
                    <a:pt x="149" y="262"/>
                  </a:lnTo>
                  <a:lnTo>
                    <a:pt x="157" y="275"/>
                  </a:lnTo>
                  <a:lnTo>
                    <a:pt x="149" y="26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18" y="35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" name="Freeform 242"/>
            <p:cNvSpPr/>
            <p:nvPr/>
          </p:nvSpPr>
          <p:spPr bwMode="auto">
            <a:xfrm>
              <a:off x="10400908" y="1577334"/>
              <a:ext cx="563733" cy="286058"/>
            </a:xfrm>
            <a:custGeom>
              <a:avLst/>
              <a:gdLst>
                <a:gd name="T0" fmla="*/ 928 w 1614"/>
                <a:gd name="T1" fmla="*/ 0 h 819"/>
                <a:gd name="T2" fmla="*/ 859 w 1614"/>
                <a:gd name="T3" fmla="*/ 475 h 819"/>
                <a:gd name="T4" fmla="*/ 629 w 1614"/>
                <a:gd name="T5" fmla="*/ 475 h 819"/>
                <a:gd name="T6" fmla="*/ 560 w 1614"/>
                <a:gd name="T7" fmla="*/ 243 h 819"/>
                <a:gd name="T8" fmla="*/ 469 w 1614"/>
                <a:gd name="T9" fmla="*/ 659 h 819"/>
                <a:gd name="T10" fmla="*/ 394 w 1614"/>
                <a:gd name="T11" fmla="*/ 0 h 819"/>
                <a:gd name="T12" fmla="*/ 325 w 1614"/>
                <a:gd name="T13" fmla="*/ 475 h 819"/>
                <a:gd name="T14" fmla="*/ 0 w 1614"/>
                <a:gd name="T15" fmla="*/ 475 h 819"/>
                <a:gd name="T16" fmla="*/ 0 w 1614"/>
                <a:gd name="T17" fmla="*/ 488 h 819"/>
                <a:gd name="T18" fmla="*/ 8 w 1614"/>
                <a:gd name="T19" fmla="*/ 499 h 819"/>
                <a:gd name="T20" fmla="*/ 349 w 1614"/>
                <a:gd name="T21" fmla="*/ 499 h 819"/>
                <a:gd name="T22" fmla="*/ 392 w 1614"/>
                <a:gd name="T23" fmla="*/ 205 h 819"/>
                <a:gd name="T24" fmla="*/ 458 w 1614"/>
                <a:gd name="T25" fmla="*/ 819 h 819"/>
                <a:gd name="T26" fmla="*/ 563 w 1614"/>
                <a:gd name="T27" fmla="*/ 347 h 819"/>
                <a:gd name="T28" fmla="*/ 611 w 1614"/>
                <a:gd name="T29" fmla="*/ 499 h 819"/>
                <a:gd name="T30" fmla="*/ 883 w 1614"/>
                <a:gd name="T31" fmla="*/ 499 h 819"/>
                <a:gd name="T32" fmla="*/ 925 w 1614"/>
                <a:gd name="T33" fmla="*/ 205 h 819"/>
                <a:gd name="T34" fmla="*/ 992 w 1614"/>
                <a:gd name="T35" fmla="*/ 819 h 819"/>
                <a:gd name="T36" fmla="*/ 1096 w 1614"/>
                <a:gd name="T37" fmla="*/ 347 h 819"/>
                <a:gd name="T38" fmla="*/ 1144 w 1614"/>
                <a:gd name="T39" fmla="*/ 499 h 819"/>
                <a:gd name="T40" fmla="*/ 1416 w 1614"/>
                <a:gd name="T41" fmla="*/ 499 h 819"/>
                <a:gd name="T42" fmla="*/ 1459 w 1614"/>
                <a:gd name="T43" fmla="*/ 205 h 819"/>
                <a:gd name="T44" fmla="*/ 1515 w 1614"/>
                <a:gd name="T45" fmla="*/ 715 h 819"/>
                <a:gd name="T46" fmla="*/ 1571 w 1614"/>
                <a:gd name="T47" fmla="*/ 619 h 819"/>
                <a:gd name="T48" fmla="*/ 1614 w 1614"/>
                <a:gd name="T49" fmla="*/ 416 h 819"/>
                <a:gd name="T50" fmla="*/ 1603 w 1614"/>
                <a:gd name="T51" fmla="*/ 395 h 819"/>
                <a:gd name="T52" fmla="*/ 1595 w 1614"/>
                <a:gd name="T53" fmla="*/ 382 h 819"/>
                <a:gd name="T54" fmla="*/ 1536 w 1614"/>
                <a:gd name="T55" fmla="*/ 659 h 819"/>
                <a:gd name="T56" fmla="*/ 1483 w 1614"/>
                <a:gd name="T57" fmla="*/ 187 h 819"/>
                <a:gd name="T58" fmla="*/ 1464 w 1614"/>
                <a:gd name="T59" fmla="*/ 155 h 819"/>
                <a:gd name="T60" fmla="*/ 1446 w 1614"/>
                <a:gd name="T61" fmla="*/ 120 h 819"/>
                <a:gd name="T62" fmla="*/ 1392 w 1614"/>
                <a:gd name="T63" fmla="*/ 475 h 819"/>
                <a:gd name="T64" fmla="*/ 1163 w 1614"/>
                <a:gd name="T65" fmla="*/ 475 h 819"/>
                <a:gd name="T66" fmla="*/ 1094 w 1614"/>
                <a:gd name="T67" fmla="*/ 243 h 819"/>
                <a:gd name="T68" fmla="*/ 1003 w 1614"/>
                <a:gd name="T69" fmla="*/ 659 h 819"/>
                <a:gd name="T70" fmla="*/ 928 w 1614"/>
                <a:gd name="T71" fmla="*/ 0 h 8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14" h="819">
                  <a:moveTo>
                    <a:pt x="928" y="0"/>
                  </a:moveTo>
                  <a:lnTo>
                    <a:pt x="859" y="475"/>
                  </a:lnTo>
                  <a:lnTo>
                    <a:pt x="629" y="475"/>
                  </a:lnTo>
                  <a:lnTo>
                    <a:pt x="560" y="243"/>
                  </a:lnTo>
                  <a:lnTo>
                    <a:pt x="469" y="659"/>
                  </a:lnTo>
                  <a:lnTo>
                    <a:pt x="394" y="0"/>
                  </a:lnTo>
                  <a:lnTo>
                    <a:pt x="325" y="475"/>
                  </a:lnTo>
                  <a:lnTo>
                    <a:pt x="0" y="475"/>
                  </a:lnTo>
                  <a:lnTo>
                    <a:pt x="0" y="488"/>
                  </a:lnTo>
                  <a:lnTo>
                    <a:pt x="8" y="499"/>
                  </a:lnTo>
                  <a:lnTo>
                    <a:pt x="349" y="499"/>
                  </a:lnTo>
                  <a:lnTo>
                    <a:pt x="392" y="205"/>
                  </a:lnTo>
                  <a:lnTo>
                    <a:pt x="458" y="819"/>
                  </a:lnTo>
                  <a:lnTo>
                    <a:pt x="563" y="347"/>
                  </a:lnTo>
                  <a:lnTo>
                    <a:pt x="611" y="499"/>
                  </a:lnTo>
                  <a:lnTo>
                    <a:pt x="883" y="499"/>
                  </a:lnTo>
                  <a:lnTo>
                    <a:pt x="925" y="205"/>
                  </a:lnTo>
                  <a:lnTo>
                    <a:pt x="992" y="819"/>
                  </a:lnTo>
                  <a:lnTo>
                    <a:pt x="1096" y="347"/>
                  </a:lnTo>
                  <a:lnTo>
                    <a:pt x="1144" y="499"/>
                  </a:lnTo>
                  <a:lnTo>
                    <a:pt x="1416" y="499"/>
                  </a:lnTo>
                  <a:lnTo>
                    <a:pt x="1459" y="205"/>
                  </a:lnTo>
                  <a:lnTo>
                    <a:pt x="1515" y="715"/>
                  </a:lnTo>
                  <a:lnTo>
                    <a:pt x="1571" y="619"/>
                  </a:lnTo>
                  <a:lnTo>
                    <a:pt x="1614" y="416"/>
                  </a:lnTo>
                  <a:lnTo>
                    <a:pt x="1603" y="395"/>
                  </a:lnTo>
                  <a:lnTo>
                    <a:pt x="1595" y="382"/>
                  </a:lnTo>
                  <a:lnTo>
                    <a:pt x="1536" y="659"/>
                  </a:lnTo>
                  <a:lnTo>
                    <a:pt x="1483" y="187"/>
                  </a:lnTo>
                  <a:lnTo>
                    <a:pt x="1464" y="155"/>
                  </a:lnTo>
                  <a:lnTo>
                    <a:pt x="1446" y="120"/>
                  </a:lnTo>
                  <a:lnTo>
                    <a:pt x="1392" y="475"/>
                  </a:lnTo>
                  <a:lnTo>
                    <a:pt x="1163" y="475"/>
                  </a:lnTo>
                  <a:lnTo>
                    <a:pt x="1094" y="243"/>
                  </a:lnTo>
                  <a:lnTo>
                    <a:pt x="1003" y="659"/>
                  </a:lnTo>
                  <a:lnTo>
                    <a:pt x="92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" name="Freeform 243"/>
            <p:cNvSpPr/>
            <p:nvPr/>
          </p:nvSpPr>
          <p:spPr bwMode="auto">
            <a:xfrm>
              <a:off x="9968503" y="1248315"/>
              <a:ext cx="578402" cy="500514"/>
            </a:xfrm>
            <a:custGeom>
              <a:avLst/>
              <a:gdLst>
                <a:gd name="T0" fmla="*/ 413 w 1656"/>
                <a:gd name="T1" fmla="*/ 1433 h 1433"/>
                <a:gd name="T2" fmla="*/ 0 w 1656"/>
                <a:gd name="T3" fmla="*/ 718 h 1433"/>
                <a:gd name="T4" fmla="*/ 413 w 1656"/>
                <a:gd name="T5" fmla="*/ 0 h 1433"/>
                <a:gd name="T6" fmla="*/ 1240 w 1656"/>
                <a:gd name="T7" fmla="*/ 0 h 1433"/>
                <a:gd name="T8" fmla="*/ 1656 w 1656"/>
                <a:gd name="T9" fmla="*/ 718 h 1433"/>
                <a:gd name="T10" fmla="*/ 1240 w 1656"/>
                <a:gd name="T11" fmla="*/ 1433 h 1433"/>
                <a:gd name="T12" fmla="*/ 413 w 1656"/>
                <a:gd name="T13" fmla="*/ 1433 h 1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6" h="1433">
                  <a:moveTo>
                    <a:pt x="413" y="1433"/>
                  </a:moveTo>
                  <a:lnTo>
                    <a:pt x="0" y="718"/>
                  </a:lnTo>
                  <a:lnTo>
                    <a:pt x="413" y="0"/>
                  </a:lnTo>
                  <a:lnTo>
                    <a:pt x="1240" y="0"/>
                  </a:lnTo>
                  <a:lnTo>
                    <a:pt x="1656" y="718"/>
                  </a:lnTo>
                  <a:lnTo>
                    <a:pt x="1240" y="1433"/>
                  </a:lnTo>
                  <a:lnTo>
                    <a:pt x="413" y="1433"/>
                  </a:lnTo>
                  <a:close/>
                </a:path>
              </a:pathLst>
            </a:custGeom>
            <a:solidFill>
              <a:srgbClr val="24436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" name="Freeform 244"/>
            <p:cNvSpPr/>
            <p:nvPr/>
          </p:nvSpPr>
          <p:spPr bwMode="auto">
            <a:xfrm>
              <a:off x="10116596" y="1357290"/>
              <a:ext cx="281517" cy="282565"/>
            </a:xfrm>
            <a:custGeom>
              <a:avLst/>
              <a:gdLst>
                <a:gd name="T0" fmla="*/ 806 w 806"/>
                <a:gd name="T1" fmla="*/ 555 h 809"/>
                <a:gd name="T2" fmla="*/ 555 w 806"/>
                <a:gd name="T3" fmla="*/ 555 h 809"/>
                <a:gd name="T4" fmla="*/ 555 w 806"/>
                <a:gd name="T5" fmla="*/ 809 h 809"/>
                <a:gd name="T6" fmla="*/ 251 w 806"/>
                <a:gd name="T7" fmla="*/ 809 h 809"/>
                <a:gd name="T8" fmla="*/ 251 w 806"/>
                <a:gd name="T9" fmla="*/ 555 h 809"/>
                <a:gd name="T10" fmla="*/ 0 w 806"/>
                <a:gd name="T11" fmla="*/ 555 h 809"/>
                <a:gd name="T12" fmla="*/ 0 w 806"/>
                <a:gd name="T13" fmla="*/ 254 h 809"/>
                <a:gd name="T14" fmla="*/ 251 w 806"/>
                <a:gd name="T15" fmla="*/ 254 h 809"/>
                <a:gd name="T16" fmla="*/ 251 w 806"/>
                <a:gd name="T17" fmla="*/ 0 h 809"/>
                <a:gd name="T18" fmla="*/ 555 w 806"/>
                <a:gd name="T19" fmla="*/ 0 h 809"/>
                <a:gd name="T20" fmla="*/ 555 w 806"/>
                <a:gd name="T21" fmla="*/ 254 h 809"/>
                <a:gd name="T22" fmla="*/ 806 w 806"/>
                <a:gd name="T23" fmla="*/ 254 h 809"/>
                <a:gd name="T24" fmla="*/ 806 w 806"/>
                <a:gd name="T25" fmla="*/ 555 h 8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06" h="809">
                  <a:moveTo>
                    <a:pt x="806" y="555"/>
                  </a:moveTo>
                  <a:lnTo>
                    <a:pt x="555" y="555"/>
                  </a:lnTo>
                  <a:lnTo>
                    <a:pt x="555" y="809"/>
                  </a:lnTo>
                  <a:lnTo>
                    <a:pt x="251" y="809"/>
                  </a:lnTo>
                  <a:lnTo>
                    <a:pt x="251" y="555"/>
                  </a:lnTo>
                  <a:lnTo>
                    <a:pt x="0" y="555"/>
                  </a:lnTo>
                  <a:lnTo>
                    <a:pt x="0" y="254"/>
                  </a:lnTo>
                  <a:lnTo>
                    <a:pt x="251" y="254"/>
                  </a:lnTo>
                  <a:lnTo>
                    <a:pt x="251" y="0"/>
                  </a:lnTo>
                  <a:lnTo>
                    <a:pt x="555" y="0"/>
                  </a:lnTo>
                  <a:lnTo>
                    <a:pt x="555" y="254"/>
                  </a:lnTo>
                  <a:lnTo>
                    <a:pt x="806" y="254"/>
                  </a:lnTo>
                  <a:lnTo>
                    <a:pt x="806" y="555"/>
                  </a:lnTo>
                  <a:close/>
                </a:path>
              </a:pathLst>
            </a:custGeom>
            <a:solidFill>
              <a:srgbClr val="FFFB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" name="Freeform 245"/>
            <p:cNvSpPr/>
            <p:nvPr/>
          </p:nvSpPr>
          <p:spPr bwMode="auto">
            <a:xfrm>
              <a:off x="10394272" y="1492460"/>
              <a:ext cx="588881" cy="510992"/>
            </a:xfrm>
            <a:custGeom>
              <a:avLst/>
              <a:gdLst>
                <a:gd name="T0" fmla="*/ 1259 w 1686"/>
                <a:gd name="T1" fmla="*/ 1463 h 1463"/>
                <a:gd name="T2" fmla="*/ 424 w 1686"/>
                <a:gd name="T3" fmla="*/ 1463 h 1463"/>
                <a:gd name="T4" fmla="*/ 0 w 1686"/>
                <a:gd name="T5" fmla="*/ 731 h 1463"/>
                <a:gd name="T6" fmla="*/ 424 w 1686"/>
                <a:gd name="T7" fmla="*/ 0 h 1463"/>
                <a:gd name="T8" fmla="*/ 1267 w 1686"/>
                <a:gd name="T9" fmla="*/ 0 h 1463"/>
                <a:gd name="T10" fmla="*/ 1686 w 1686"/>
                <a:gd name="T11" fmla="*/ 723 h 1463"/>
                <a:gd name="T12" fmla="*/ 1657 w 1686"/>
                <a:gd name="T13" fmla="*/ 739 h 1463"/>
                <a:gd name="T14" fmla="*/ 1249 w 1686"/>
                <a:gd name="T15" fmla="*/ 32 h 1463"/>
                <a:gd name="T16" fmla="*/ 443 w 1686"/>
                <a:gd name="T17" fmla="*/ 32 h 1463"/>
                <a:gd name="T18" fmla="*/ 37 w 1686"/>
                <a:gd name="T19" fmla="*/ 731 h 1463"/>
                <a:gd name="T20" fmla="*/ 443 w 1686"/>
                <a:gd name="T21" fmla="*/ 1431 h 1463"/>
                <a:gd name="T22" fmla="*/ 1259 w 1686"/>
                <a:gd name="T23" fmla="*/ 1431 h 1463"/>
                <a:gd name="T24" fmla="*/ 1259 w 1686"/>
                <a:gd name="T25" fmla="*/ 1463 h 1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86" h="1463">
                  <a:moveTo>
                    <a:pt x="1259" y="1463"/>
                  </a:moveTo>
                  <a:lnTo>
                    <a:pt x="424" y="1463"/>
                  </a:lnTo>
                  <a:lnTo>
                    <a:pt x="0" y="731"/>
                  </a:lnTo>
                  <a:lnTo>
                    <a:pt x="424" y="0"/>
                  </a:lnTo>
                  <a:lnTo>
                    <a:pt x="1267" y="0"/>
                  </a:lnTo>
                  <a:lnTo>
                    <a:pt x="1686" y="723"/>
                  </a:lnTo>
                  <a:lnTo>
                    <a:pt x="1657" y="739"/>
                  </a:lnTo>
                  <a:lnTo>
                    <a:pt x="1249" y="32"/>
                  </a:lnTo>
                  <a:lnTo>
                    <a:pt x="443" y="32"/>
                  </a:lnTo>
                  <a:lnTo>
                    <a:pt x="37" y="731"/>
                  </a:lnTo>
                  <a:lnTo>
                    <a:pt x="443" y="1431"/>
                  </a:lnTo>
                  <a:lnTo>
                    <a:pt x="1259" y="1431"/>
                  </a:lnTo>
                  <a:lnTo>
                    <a:pt x="1259" y="1463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" name="Oval 246"/>
            <p:cNvSpPr>
              <a:spLocks noChangeArrowheads="1"/>
            </p:cNvSpPr>
            <p:nvPr/>
          </p:nvSpPr>
          <p:spPr bwMode="auto">
            <a:xfrm>
              <a:off x="10370172" y="1718092"/>
              <a:ext cx="62171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" name="Oval 247"/>
            <p:cNvSpPr>
              <a:spLocks noChangeArrowheads="1"/>
            </p:cNvSpPr>
            <p:nvPr/>
          </p:nvSpPr>
          <p:spPr bwMode="auto">
            <a:xfrm>
              <a:off x="10946827" y="1718092"/>
              <a:ext cx="62521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" name="Oval 248"/>
            <p:cNvSpPr>
              <a:spLocks noChangeArrowheads="1"/>
            </p:cNvSpPr>
            <p:nvPr/>
          </p:nvSpPr>
          <p:spPr bwMode="auto">
            <a:xfrm>
              <a:off x="10514423" y="1467312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" name="Oval 249"/>
            <p:cNvSpPr>
              <a:spLocks noChangeArrowheads="1"/>
            </p:cNvSpPr>
            <p:nvPr/>
          </p:nvSpPr>
          <p:spPr bwMode="auto">
            <a:xfrm>
              <a:off x="10514423" y="1966079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" name="Oval 250"/>
            <p:cNvSpPr>
              <a:spLocks noChangeArrowheads="1"/>
            </p:cNvSpPr>
            <p:nvPr/>
          </p:nvSpPr>
          <p:spPr bwMode="auto">
            <a:xfrm>
              <a:off x="10802576" y="1467312"/>
              <a:ext cx="61473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" name="Oval 251"/>
            <p:cNvSpPr>
              <a:spLocks noChangeArrowheads="1"/>
            </p:cNvSpPr>
            <p:nvPr/>
          </p:nvSpPr>
          <p:spPr bwMode="auto">
            <a:xfrm>
              <a:off x="10802576" y="1966079"/>
              <a:ext cx="61473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" name="Freeform 252"/>
            <p:cNvSpPr/>
            <p:nvPr/>
          </p:nvSpPr>
          <p:spPr bwMode="auto">
            <a:xfrm>
              <a:off x="10828422" y="743960"/>
              <a:ext cx="587134" cy="258116"/>
            </a:xfrm>
            <a:custGeom>
              <a:avLst/>
              <a:gdLst>
                <a:gd name="T0" fmla="*/ 1652 w 1681"/>
                <a:gd name="T1" fmla="*/ 739 h 739"/>
                <a:gd name="T2" fmla="*/ 1244 w 1681"/>
                <a:gd name="T3" fmla="*/ 29 h 739"/>
                <a:gd name="T4" fmla="*/ 438 w 1681"/>
                <a:gd name="T5" fmla="*/ 29 h 739"/>
                <a:gd name="T6" fmla="*/ 27 w 1681"/>
                <a:gd name="T7" fmla="*/ 739 h 739"/>
                <a:gd name="T8" fmla="*/ 0 w 1681"/>
                <a:gd name="T9" fmla="*/ 723 h 739"/>
                <a:gd name="T10" fmla="*/ 419 w 1681"/>
                <a:gd name="T11" fmla="*/ 0 h 739"/>
                <a:gd name="T12" fmla="*/ 1262 w 1681"/>
                <a:gd name="T13" fmla="*/ 0 h 739"/>
                <a:gd name="T14" fmla="*/ 1681 w 1681"/>
                <a:gd name="T15" fmla="*/ 723 h 739"/>
                <a:gd name="T16" fmla="*/ 1652 w 1681"/>
                <a:gd name="T17" fmla="*/ 739 h 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81" h="739">
                  <a:moveTo>
                    <a:pt x="1652" y="739"/>
                  </a:moveTo>
                  <a:lnTo>
                    <a:pt x="1244" y="29"/>
                  </a:lnTo>
                  <a:lnTo>
                    <a:pt x="438" y="29"/>
                  </a:lnTo>
                  <a:lnTo>
                    <a:pt x="27" y="739"/>
                  </a:lnTo>
                  <a:lnTo>
                    <a:pt x="0" y="723"/>
                  </a:lnTo>
                  <a:lnTo>
                    <a:pt x="419" y="0"/>
                  </a:lnTo>
                  <a:lnTo>
                    <a:pt x="1262" y="0"/>
                  </a:lnTo>
                  <a:lnTo>
                    <a:pt x="1681" y="723"/>
                  </a:lnTo>
                  <a:lnTo>
                    <a:pt x="1652" y="739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" name="Oval 253"/>
            <p:cNvSpPr>
              <a:spLocks noChangeArrowheads="1"/>
            </p:cNvSpPr>
            <p:nvPr/>
          </p:nvSpPr>
          <p:spPr bwMode="auto">
            <a:xfrm>
              <a:off x="10802576" y="968544"/>
              <a:ext cx="6217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" name="Oval 254"/>
            <p:cNvSpPr>
              <a:spLocks noChangeArrowheads="1"/>
            </p:cNvSpPr>
            <p:nvPr/>
          </p:nvSpPr>
          <p:spPr bwMode="auto">
            <a:xfrm>
              <a:off x="11379232" y="968544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" name="Oval 255"/>
            <p:cNvSpPr>
              <a:spLocks noChangeArrowheads="1"/>
            </p:cNvSpPr>
            <p:nvPr/>
          </p:nvSpPr>
          <p:spPr bwMode="auto">
            <a:xfrm>
              <a:off x="10946827" y="718811"/>
              <a:ext cx="62521" cy="6217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5" name="Oval 256"/>
            <p:cNvSpPr>
              <a:spLocks noChangeArrowheads="1"/>
            </p:cNvSpPr>
            <p:nvPr/>
          </p:nvSpPr>
          <p:spPr bwMode="auto">
            <a:xfrm>
              <a:off x="10946827" y="1217579"/>
              <a:ext cx="62521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6" name="Oval 257"/>
            <p:cNvSpPr>
              <a:spLocks noChangeArrowheads="1"/>
            </p:cNvSpPr>
            <p:nvPr/>
          </p:nvSpPr>
          <p:spPr bwMode="auto">
            <a:xfrm>
              <a:off x="11234981" y="718811"/>
              <a:ext cx="61473" cy="6217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7" name="Oval 258"/>
            <p:cNvSpPr>
              <a:spLocks noChangeArrowheads="1"/>
            </p:cNvSpPr>
            <p:nvPr/>
          </p:nvSpPr>
          <p:spPr bwMode="auto">
            <a:xfrm>
              <a:off x="11234981" y="1217579"/>
              <a:ext cx="61473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8" name="Freeform 259"/>
            <p:cNvSpPr/>
            <p:nvPr/>
          </p:nvSpPr>
          <p:spPr bwMode="auto">
            <a:xfrm>
              <a:off x="11260827" y="495973"/>
              <a:ext cx="153682" cy="255321"/>
            </a:xfrm>
            <a:custGeom>
              <a:avLst/>
              <a:gdLst>
                <a:gd name="T0" fmla="*/ 27 w 440"/>
                <a:gd name="T1" fmla="*/ 731 h 731"/>
                <a:gd name="T2" fmla="*/ 0 w 440"/>
                <a:gd name="T3" fmla="*/ 715 h 731"/>
                <a:gd name="T4" fmla="*/ 414 w 440"/>
                <a:gd name="T5" fmla="*/ 0 h 731"/>
                <a:gd name="T6" fmla="*/ 440 w 440"/>
                <a:gd name="T7" fmla="*/ 16 h 731"/>
                <a:gd name="T8" fmla="*/ 27 w 440"/>
                <a:gd name="T9" fmla="*/ 731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0" h="731">
                  <a:moveTo>
                    <a:pt x="27" y="731"/>
                  </a:moveTo>
                  <a:lnTo>
                    <a:pt x="0" y="715"/>
                  </a:lnTo>
                  <a:lnTo>
                    <a:pt x="414" y="0"/>
                  </a:lnTo>
                  <a:lnTo>
                    <a:pt x="440" y="16"/>
                  </a:lnTo>
                  <a:lnTo>
                    <a:pt x="27" y="731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9" name="Oval 260"/>
            <p:cNvSpPr>
              <a:spLocks noChangeArrowheads="1"/>
            </p:cNvSpPr>
            <p:nvPr/>
          </p:nvSpPr>
          <p:spPr bwMode="auto">
            <a:xfrm>
              <a:off x="11379232" y="468031"/>
              <a:ext cx="62521" cy="6217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0" name="Freeform 261"/>
            <p:cNvSpPr/>
            <p:nvPr/>
          </p:nvSpPr>
          <p:spPr bwMode="auto">
            <a:xfrm>
              <a:off x="9532257" y="1497000"/>
              <a:ext cx="153682" cy="255670"/>
            </a:xfrm>
            <a:custGeom>
              <a:avLst/>
              <a:gdLst>
                <a:gd name="T0" fmla="*/ 27 w 440"/>
                <a:gd name="T1" fmla="*/ 732 h 732"/>
                <a:gd name="T2" fmla="*/ 0 w 440"/>
                <a:gd name="T3" fmla="*/ 716 h 732"/>
                <a:gd name="T4" fmla="*/ 411 w 440"/>
                <a:gd name="T5" fmla="*/ 0 h 732"/>
                <a:gd name="T6" fmla="*/ 440 w 440"/>
                <a:gd name="T7" fmla="*/ 16 h 732"/>
                <a:gd name="T8" fmla="*/ 27 w 440"/>
                <a:gd name="T9" fmla="*/ 732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0" h="732">
                  <a:moveTo>
                    <a:pt x="27" y="732"/>
                  </a:moveTo>
                  <a:lnTo>
                    <a:pt x="0" y="716"/>
                  </a:lnTo>
                  <a:lnTo>
                    <a:pt x="411" y="0"/>
                  </a:lnTo>
                  <a:lnTo>
                    <a:pt x="440" y="16"/>
                  </a:lnTo>
                  <a:lnTo>
                    <a:pt x="27" y="732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1" name="Oval 262"/>
            <p:cNvSpPr>
              <a:spLocks noChangeArrowheads="1"/>
            </p:cNvSpPr>
            <p:nvPr/>
          </p:nvSpPr>
          <p:spPr bwMode="auto">
            <a:xfrm>
              <a:off x="9505362" y="1719839"/>
              <a:ext cx="6217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2" name="Oval 263"/>
            <p:cNvSpPr>
              <a:spLocks noChangeArrowheads="1"/>
            </p:cNvSpPr>
            <p:nvPr/>
          </p:nvSpPr>
          <p:spPr bwMode="auto">
            <a:xfrm>
              <a:off x="9650661" y="1470106"/>
              <a:ext cx="61473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3" name="Freeform 264"/>
            <p:cNvSpPr/>
            <p:nvPr/>
          </p:nvSpPr>
          <p:spPr bwMode="auto">
            <a:xfrm>
              <a:off x="11693232" y="1244473"/>
              <a:ext cx="153682" cy="255321"/>
            </a:xfrm>
            <a:custGeom>
              <a:avLst/>
              <a:gdLst>
                <a:gd name="T0" fmla="*/ 27 w 440"/>
                <a:gd name="T1" fmla="*/ 731 h 731"/>
                <a:gd name="T2" fmla="*/ 0 w 440"/>
                <a:gd name="T3" fmla="*/ 715 h 731"/>
                <a:gd name="T4" fmla="*/ 411 w 440"/>
                <a:gd name="T5" fmla="*/ 0 h 731"/>
                <a:gd name="T6" fmla="*/ 440 w 440"/>
                <a:gd name="T7" fmla="*/ 16 h 731"/>
                <a:gd name="T8" fmla="*/ 27 w 440"/>
                <a:gd name="T9" fmla="*/ 731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0" h="731">
                  <a:moveTo>
                    <a:pt x="27" y="731"/>
                  </a:moveTo>
                  <a:lnTo>
                    <a:pt x="0" y="715"/>
                  </a:lnTo>
                  <a:lnTo>
                    <a:pt x="411" y="0"/>
                  </a:lnTo>
                  <a:lnTo>
                    <a:pt x="440" y="16"/>
                  </a:lnTo>
                  <a:lnTo>
                    <a:pt x="27" y="731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4" name="Oval 265"/>
            <p:cNvSpPr>
              <a:spLocks noChangeArrowheads="1"/>
            </p:cNvSpPr>
            <p:nvPr/>
          </p:nvSpPr>
          <p:spPr bwMode="auto">
            <a:xfrm>
              <a:off x="11666338" y="1467312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5" name="Oval 266"/>
            <p:cNvSpPr>
              <a:spLocks noChangeArrowheads="1"/>
            </p:cNvSpPr>
            <p:nvPr/>
          </p:nvSpPr>
          <p:spPr bwMode="auto">
            <a:xfrm>
              <a:off x="11811636" y="1217579"/>
              <a:ext cx="61473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6" name="Freeform 267"/>
            <p:cNvSpPr/>
            <p:nvPr/>
          </p:nvSpPr>
          <p:spPr bwMode="auto">
            <a:xfrm>
              <a:off x="10397066" y="495973"/>
              <a:ext cx="153682" cy="255321"/>
            </a:xfrm>
            <a:custGeom>
              <a:avLst/>
              <a:gdLst>
                <a:gd name="T0" fmla="*/ 27 w 440"/>
                <a:gd name="T1" fmla="*/ 731 h 731"/>
                <a:gd name="T2" fmla="*/ 0 w 440"/>
                <a:gd name="T3" fmla="*/ 715 h 731"/>
                <a:gd name="T4" fmla="*/ 411 w 440"/>
                <a:gd name="T5" fmla="*/ 0 h 731"/>
                <a:gd name="T6" fmla="*/ 440 w 440"/>
                <a:gd name="T7" fmla="*/ 16 h 731"/>
                <a:gd name="T8" fmla="*/ 27 w 440"/>
                <a:gd name="T9" fmla="*/ 731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0" h="731">
                  <a:moveTo>
                    <a:pt x="27" y="731"/>
                  </a:moveTo>
                  <a:lnTo>
                    <a:pt x="0" y="715"/>
                  </a:lnTo>
                  <a:lnTo>
                    <a:pt x="411" y="0"/>
                  </a:lnTo>
                  <a:lnTo>
                    <a:pt x="440" y="16"/>
                  </a:lnTo>
                  <a:lnTo>
                    <a:pt x="27" y="731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" name="Oval 268"/>
            <p:cNvSpPr>
              <a:spLocks noChangeArrowheads="1"/>
            </p:cNvSpPr>
            <p:nvPr/>
          </p:nvSpPr>
          <p:spPr bwMode="auto">
            <a:xfrm>
              <a:off x="10370172" y="718811"/>
              <a:ext cx="62171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" name="Oval 269"/>
            <p:cNvSpPr>
              <a:spLocks noChangeArrowheads="1"/>
            </p:cNvSpPr>
            <p:nvPr/>
          </p:nvSpPr>
          <p:spPr bwMode="auto">
            <a:xfrm>
              <a:off x="10515470" y="468031"/>
              <a:ext cx="61473" cy="6217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" name="Freeform 270"/>
            <p:cNvSpPr/>
            <p:nvPr/>
          </p:nvSpPr>
          <p:spPr bwMode="auto">
            <a:xfrm>
              <a:off x="10397066" y="245192"/>
              <a:ext cx="153682" cy="255321"/>
            </a:xfrm>
            <a:custGeom>
              <a:avLst/>
              <a:gdLst>
                <a:gd name="T0" fmla="*/ 413 w 440"/>
                <a:gd name="T1" fmla="*/ 731 h 731"/>
                <a:gd name="T2" fmla="*/ 0 w 440"/>
                <a:gd name="T3" fmla="*/ 16 h 731"/>
                <a:gd name="T4" fmla="*/ 27 w 440"/>
                <a:gd name="T5" fmla="*/ 0 h 731"/>
                <a:gd name="T6" fmla="*/ 440 w 440"/>
                <a:gd name="T7" fmla="*/ 715 h 731"/>
                <a:gd name="T8" fmla="*/ 413 w 440"/>
                <a:gd name="T9" fmla="*/ 731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0" h="731">
                  <a:moveTo>
                    <a:pt x="413" y="731"/>
                  </a:moveTo>
                  <a:lnTo>
                    <a:pt x="0" y="16"/>
                  </a:lnTo>
                  <a:lnTo>
                    <a:pt x="27" y="0"/>
                  </a:lnTo>
                  <a:lnTo>
                    <a:pt x="440" y="715"/>
                  </a:lnTo>
                  <a:lnTo>
                    <a:pt x="413" y="731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0" name="Oval 271"/>
            <p:cNvSpPr>
              <a:spLocks noChangeArrowheads="1"/>
            </p:cNvSpPr>
            <p:nvPr/>
          </p:nvSpPr>
          <p:spPr bwMode="auto">
            <a:xfrm>
              <a:off x="10370172" y="217949"/>
              <a:ext cx="62171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" name="Freeform 272"/>
            <p:cNvSpPr/>
            <p:nvPr/>
          </p:nvSpPr>
          <p:spPr bwMode="auto">
            <a:xfrm>
              <a:off x="9532257" y="748500"/>
              <a:ext cx="153682" cy="255321"/>
            </a:xfrm>
            <a:custGeom>
              <a:avLst/>
              <a:gdLst>
                <a:gd name="T0" fmla="*/ 413 w 440"/>
                <a:gd name="T1" fmla="*/ 731 h 731"/>
                <a:gd name="T2" fmla="*/ 0 w 440"/>
                <a:gd name="T3" fmla="*/ 16 h 731"/>
                <a:gd name="T4" fmla="*/ 27 w 440"/>
                <a:gd name="T5" fmla="*/ 0 h 731"/>
                <a:gd name="T6" fmla="*/ 440 w 440"/>
                <a:gd name="T7" fmla="*/ 715 h 731"/>
                <a:gd name="T8" fmla="*/ 413 w 440"/>
                <a:gd name="T9" fmla="*/ 731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0" h="731">
                  <a:moveTo>
                    <a:pt x="413" y="731"/>
                  </a:moveTo>
                  <a:lnTo>
                    <a:pt x="0" y="16"/>
                  </a:lnTo>
                  <a:lnTo>
                    <a:pt x="27" y="0"/>
                  </a:lnTo>
                  <a:lnTo>
                    <a:pt x="440" y="715"/>
                  </a:lnTo>
                  <a:lnTo>
                    <a:pt x="413" y="731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" name="Oval 273"/>
            <p:cNvSpPr>
              <a:spLocks noChangeArrowheads="1"/>
            </p:cNvSpPr>
            <p:nvPr/>
          </p:nvSpPr>
          <p:spPr bwMode="auto">
            <a:xfrm>
              <a:off x="9650661" y="971339"/>
              <a:ext cx="61473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" name="Oval 274"/>
            <p:cNvSpPr>
              <a:spLocks noChangeArrowheads="1"/>
            </p:cNvSpPr>
            <p:nvPr/>
          </p:nvSpPr>
          <p:spPr bwMode="auto">
            <a:xfrm>
              <a:off x="9505362" y="720558"/>
              <a:ext cx="6217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" name="Freeform 275"/>
            <p:cNvSpPr/>
            <p:nvPr/>
          </p:nvSpPr>
          <p:spPr bwMode="auto">
            <a:xfrm>
              <a:off x="9962915" y="1244473"/>
              <a:ext cx="438692" cy="510992"/>
            </a:xfrm>
            <a:custGeom>
              <a:avLst/>
              <a:gdLst>
                <a:gd name="T0" fmla="*/ 1256 w 1256"/>
                <a:gd name="T1" fmla="*/ 1463 h 1463"/>
                <a:gd name="T2" fmla="*/ 421 w 1256"/>
                <a:gd name="T3" fmla="*/ 1463 h 1463"/>
                <a:gd name="T4" fmla="*/ 0 w 1256"/>
                <a:gd name="T5" fmla="*/ 731 h 1463"/>
                <a:gd name="T6" fmla="*/ 421 w 1256"/>
                <a:gd name="T7" fmla="*/ 0 h 1463"/>
                <a:gd name="T8" fmla="*/ 1256 w 1256"/>
                <a:gd name="T9" fmla="*/ 0 h 1463"/>
                <a:gd name="T10" fmla="*/ 1256 w 1256"/>
                <a:gd name="T11" fmla="*/ 32 h 1463"/>
                <a:gd name="T12" fmla="*/ 440 w 1256"/>
                <a:gd name="T13" fmla="*/ 32 h 1463"/>
                <a:gd name="T14" fmla="*/ 37 w 1256"/>
                <a:gd name="T15" fmla="*/ 731 h 1463"/>
                <a:gd name="T16" fmla="*/ 440 w 1256"/>
                <a:gd name="T17" fmla="*/ 1431 h 1463"/>
                <a:gd name="T18" fmla="*/ 1256 w 1256"/>
                <a:gd name="T19" fmla="*/ 1431 h 1463"/>
                <a:gd name="T20" fmla="*/ 1256 w 1256"/>
                <a:gd name="T21" fmla="*/ 1463 h 1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56" h="1463">
                  <a:moveTo>
                    <a:pt x="1256" y="1463"/>
                  </a:moveTo>
                  <a:lnTo>
                    <a:pt x="421" y="1463"/>
                  </a:lnTo>
                  <a:lnTo>
                    <a:pt x="0" y="731"/>
                  </a:lnTo>
                  <a:lnTo>
                    <a:pt x="421" y="0"/>
                  </a:lnTo>
                  <a:lnTo>
                    <a:pt x="1256" y="0"/>
                  </a:lnTo>
                  <a:lnTo>
                    <a:pt x="1256" y="32"/>
                  </a:lnTo>
                  <a:lnTo>
                    <a:pt x="440" y="32"/>
                  </a:lnTo>
                  <a:lnTo>
                    <a:pt x="37" y="731"/>
                  </a:lnTo>
                  <a:lnTo>
                    <a:pt x="440" y="1431"/>
                  </a:lnTo>
                  <a:lnTo>
                    <a:pt x="1256" y="1431"/>
                  </a:lnTo>
                  <a:lnTo>
                    <a:pt x="1256" y="1463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" name="Oval 276"/>
            <p:cNvSpPr>
              <a:spLocks noChangeArrowheads="1"/>
            </p:cNvSpPr>
            <p:nvPr/>
          </p:nvSpPr>
          <p:spPr bwMode="auto">
            <a:xfrm>
              <a:off x="9937767" y="1470106"/>
              <a:ext cx="62171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6" name="Oval 277"/>
            <p:cNvSpPr>
              <a:spLocks noChangeArrowheads="1"/>
            </p:cNvSpPr>
            <p:nvPr/>
          </p:nvSpPr>
          <p:spPr bwMode="auto">
            <a:xfrm>
              <a:off x="10083066" y="1219325"/>
              <a:ext cx="61473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7" name="Oval 278"/>
            <p:cNvSpPr>
              <a:spLocks noChangeArrowheads="1"/>
            </p:cNvSpPr>
            <p:nvPr/>
          </p:nvSpPr>
          <p:spPr bwMode="auto">
            <a:xfrm>
              <a:off x="10083066" y="1718092"/>
              <a:ext cx="61473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8" name="Oval 279"/>
            <p:cNvSpPr>
              <a:spLocks noChangeArrowheads="1"/>
            </p:cNvSpPr>
            <p:nvPr/>
          </p:nvSpPr>
          <p:spPr bwMode="auto">
            <a:xfrm>
              <a:off x="10370172" y="1219325"/>
              <a:ext cx="6217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9" name="Freeform 280"/>
            <p:cNvSpPr/>
            <p:nvPr/>
          </p:nvSpPr>
          <p:spPr bwMode="auto">
            <a:xfrm>
              <a:off x="10395319" y="993693"/>
              <a:ext cx="587833" cy="508198"/>
            </a:xfrm>
            <a:custGeom>
              <a:avLst/>
              <a:gdLst>
                <a:gd name="T0" fmla="*/ 416 w 1683"/>
                <a:gd name="T1" fmla="*/ 1455 h 1455"/>
                <a:gd name="T2" fmla="*/ 0 w 1683"/>
                <a:gd name="T3" fmla="*/ 731 h 1455"/>
                <a:gd name="T4" fmla="*/ 421 w 1683"/>
                <a:gd name="T5" fmla="*/ 0 h 1455"/>
                <a:gd name="T6" fmla="*/ 1264 w 1683"/>
                <a:gd name="T7" fmla="*/ 0 h 1455"/>
                <a:gd name="T8" fmla="*/ 1683 w 1683"/>
                <a:gd name="T9" fmla="*/ 723 h 1455"/>
                <a:gd name="T10" fmla="*/ 1654 w 1683"/>
                <a:gd name="T11" fmla="*/ 739 h 1455"/>
                <a:gd name="T12" fmla="*/ 1246 w 1683"/>
                <a:gd name="T13" fmla="*/ 32 h 1455"/>
                <a:gd name="T14" fmla="*/ 440 w 1683"/>
                <a:gd name="T15" fmla="*/ 32 h 1455"/>
                <a:gd name="T16" fmla="*/ 34 w 1683"/>
                <a:gd name="T17" fmla="*/ 731 h 1455"/>
                <a:gd name="T18" fmla="*/ 442 w 1683"/>
                <a:gd name="T19" fmla="*/ 1439 h 1455"/>
                <a:gd name="T20" fmla="*/ 416 w 1683"/>
                <a:gd name="T21" fmla="*/ 1455 h 14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683" h="1455">
                  <a:moveTo>
                    <a:pt x="416" y="1455"/>
                  </a:moveTo>
                  <a:lnTo>
                    <a:pt x="0" y="731"/>
                  </a:lnTo>
                  <a:lnTo>
                    <a:pt x="421" y="0"/>
                  </a:lnTo>
                  <a:lnTo>
                    <a:pt x="1264" y="0"/>
                  </a:lnTo>
                  <a:lnTo>
                    <a:pt x="1683" y="723"/>
                  </a:lnTo>
                  <a:lnTo>
                    <a:pt x="1654" y="739"/>
                  </a:lnTo>
                  <a:lnTo>
                    <a:pt x="1246" y="32"/>
                  </a:lnTo>
                  <a:lnTo>
                    <a:pt x="440" y="32"/>
                  </a:lnTo>
                  <a:lnTo>
                    <a:pt x="34" y="731"/>
                  </a:lnTo>
                  <a:lnTo>
                    <a:pt x="442" y="1439"/>
                  </a:lnTo>
                  <a:lnTo>
                    <a:pt x="416" y="1455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0" name="Oval 281"/>
            <p:cNvSpPr>
              <a:spLocks noChangeArrowheads="1"/>
            </p:cNvSpPr>
            <p:nvPr/>
          </p:nvSpPr>
          <p:spPr bwMode="auto">
            <a:xfrm>
              <a:off x="10514423" y="968544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1" name="Freeform 282"/>
            <p:cNvSpPr/>
            <p:nvPr/>
          </p:nvSpPr>
          <p:spPr bwMode="auto">
            <a:xfrm>
              <a:off x="9964661" y="742912"/>
              <a:ext cx="436945" cy="258116"/>
            </a:xfrm>
            <a:custGeom>
              <a:avLst/>
              <a:gdLst>
                <a:gd name="T0" fmla="*/ 27 w 1251"/>
                <a:gd name="T1" fmla="*/ 739 h 739"/>
                <a:gd name="T2" fmla="*/ 0 w 1251"/>
                <a:gd name="T3" fmla="*/ 723 h 739"/>
                <a:gd name="T4" fmla="*/ 416 w 1251"/>
                <a:gd name="T5" fmla="*/ 0 h 739"/>
                <a:gd name="T6" fmla="*/ 1251 w 1251"/>
                <a:gd name="T7" fmla="*/ 0 h 739"/>
                <a:gd name="T8" fmla="*/ 1251 w 1251"/>
                <a:gd name="T9" fmla="*/ 32 h 739"/>
                <a:gd name="T10" fmla="*/ 435 w 1251"/>
                <a:gd name="T11" fmla="*/ 32 h 739"/>
                <a:gd name="T12" fmla="*/ 27 w 1251"/>
                <a:gd name="T13" fmla="*/ 739 h 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51" h="739">
                  <a:moveTo>
                    <a:pt x="27" y="739"/>
                  </a:moveTo>
                  <a:lnTo>
                    <a:pt x="0" y="723"/>
                  </a:lnTo>
                  <a:lnTo>
                    <a:pt x="416" y="0"/>
                  </a:lnTo>
                  <a:lnTo>
                    <a:pt x="1251" y="0"/>
                  </a:lnTo>
                  <a:lnTo>
                    <a:pt x="1251" y="32"/>
                  </a:lnTo>
                  <a:lnTo>
                    <a:pt x="435" y="32"/>
                  </a:lnTo>
                  <a:lnTo>
                    <a:pt x="27" y="739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2" name="Oval 283"/>
            <p:cNvSpPr>
              <a:spLocks noChangeArrowheads="1"/>
            </p:cNvSpPr>
            <p:nvPr/>
          </p:nvSpPr>
          <p:spPr bwMode="auto">
            <a:xfrm>
              <a:off x="10083066" y="718811"/>
              <a:ext cx="61473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3" name="Freeform 284"/>
            <p:cNvSpPr/>
            <p:nvPr/>
          </p:nvSpPr>
          <p:spPr bwMode="auto">
            <a:xfrm>
              <a:off x="11259081" y="1492460"/>
              <a:ext cx="587833" cy="510992"/>
            </a:xfrm>
            <a:custGeom>
              <a:avLst/>
              <a:gdLst>
                <a:gd name="T0" fmla="*/ 1257 w 1683"/>
                <a:gd name="T1" fmla="*/ 1463 h 1463"/>
                <a:gd name="T2" fmla="*/ 421 w 1683"/>
                <a:gd name="T3" fmla="*/ 1463 h 1463"/>
                <a:gd name="T4" fmla="*/ 0 w 1683"/>
                <a:gd name="T5" fmla="*/ 731 h 1463"/>
                <a:gd name="T6" fmla="*/ 421 w 1683"/>
                <a:gd name="T7" fmla="*/ 0 h 1463"/>
                <a:gd name="T8" fmla="*/ 1267 w 1683"/>
                <a:gd name="T9" fmla="*/ 0 h 1463"/>
                <a:gd name="T10" fmla="*/ 1683 w 1683"/>
                <a:gd name="T11" fmla="*/ 723 h 1463"/>
                <a:gd name="T12" fmla="*/ 1657 w 1683"/>
                <a:gd name="T13" fmla="*/ 739 h 1463"/>
                <a:gd name="T14" fmla="*/ 1249 w 1683"/>
                <a:gd name="T15" fmla="*/ 32 h 1463"/>
                <a:gd name="T16" fmla="*/ 440 w 1683"/>
                <a:gd name="T17" fmla="*/ 32 h 1463"/>
                <a:gd name="T18" fmla="*/ 37 w 1683"/>
                <a:gd name="T19" fmla="*/ 731 h 1463"/>
                <a:gd name="T20" fmla="*/ 440 w 1683"/>
                <a:gd name="T21" fmla="*/ 1431 h 1463"/>
                <a:gd name="T22" fmla="*/ 1257 w 1683"/>
                <a:gd name="T23" fmla="*/ 1431 h 1463"/>
                <a:gd name="T24" fmla="*/ 1257 w 1683"/>
                <a:gd name="T25" fmla="*/ 1463 h 1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83" h="1463">
                  <a:moveTo>
                    <a:pt x="1257" y="1463"/>
                  </a:moveTo>
                  <a:lnTo>
                    <a:pt x="421" y="1463"/>
                  </a:lnTo>
                  <a:lnTo>
                    <a:pt x="0" y="731"/>
                  </a:lnTo>
                  <a:lnTo>
                    <a:pt x="421" y="0"/>
                  </a:lnTo>
                  <a:lnTo>
                    <a:pt x="1267" y="0"/>
                  </a:lnTo>
                  <a:lnTo>
                    <a:pt x="1683" y="723"/>
                  </a:lnTo>
                  <a:lnTo>
                    <a:pt x="1657" y="739"/>
                  </a:lnTo>
                  <a:lnTo>
                    <a:pt x="1249" y="32"/>
                  </a:lnTo>
                  <a:lnTo>
                    <a:pt x="440" y="32"/>
                  </a:lnTo>
                  <a:lnTo>
                    <a:pt x="37" y="731"/>
                  </a:lnTo>
                  <a:lnTo>
                    <a:pt x="440" y="1431"/>
                  </a:lnTo>
                  <a:lnTo>
                    <a:pt x="1257" y="1431"/>
                  </a:lnTo>
                  <a:lnTo>
                    <a:pt x="1257" y="1463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4" name="Oval 285"/>
            <p:cNvSpPr>
              <a:spLocks noChangeArrowheads="1"/>
            </p:cNvSpPr>
            <p:nvPr/>
          </p:nvSpPr>
          <p:spPr bwMode="auto">
            <a:xfrm>
              <a:off x="11234981" y="1718092"/>
              <a:ext cx="61473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5" name="Oval 286"/>
            <p:cNvSpPr>
              <a:spLocks noChangeArrowheads="1"/>
            </p:cNvSpPr>
            <p:nvPr/>
          </p:nvSpPr>
          <p:spPr bwMode="auto">
            <a:xfrm>
              <a:off x="11811636" y="1718092"/>
              <a:ext cx="61473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6" name="Oval 287"/>
            <p:cNvSpPr>
              <a:spLocks noChangeArrowheads="1"/>
            </p:cNvSpPr>
            <p:nvPr/>
          </p:nvSpPr>
          <p:spPr bwMode="auto">
            <a:xfrm>
              <a:off x="11379232" y="1467312"/>
              <a:ext cx="61473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7" name="Oval 288"/>
            <p:cNvSpPr>
              <a:spLocks noChangeArrowheads="1"/>
            </p:cNvSpPr>
            <p:nvPr/>
          </p:nvSpPr>
          <p:spPr bwMode="auto">
            <a:xfrm>
              <a:off x="11379232" y="1966079"/>
              <a:ext cx="61473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8" name="Oval 289"/>
            <p:cNvSpPr>
              <a:spLocks noChangeArrowheads="1"/>
            </p:cNvSpPr>
            <p:nvPr/>
          </p:nvSpPr>
          <p:spPr bwMode="auto">
            <a:xfrm>
              <a:off x="11666338" y="1966079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9" name="Freeform 290"/>
            <p:cNvSpPr/>
            <p:nvPr/>
          </p:nvSpPr>
          <p:spPr bwMode="auto">
            <a:xfrm>
              <a:off x="9532257" y="995439"/>
              <a:ext cx="586087" cy="258465"/>
            </a:xfrm>
            <a:custGeom>
              <a:avLst/>
              <a:gdLst>
                <a:gd name="T0" fmla="*/ 27 w 1678"/>
                <a:gd name="T1" fmla="*/ 740 h 740"/>
                <a:gd name="T2" fmla="*/ 0 w 1678"/>
                <a:gd name="T3" fmla="*/ 724 h 740"/>
                <a:gd name="T4" fmla="*/ 416 w 1678"/>
                <a:gd name="T5" fmla="*/ 0 h 740"/>
                <a:gd name="T6" fmla="*/ 1262 w 1678"/>
                <a:gd name="T7" fmla="*/ 0 h 740"/>
                <a:gd name="T8" fmla="*/ 1678 w 1678"/>
                <a:gd name="T9" fmla="*/ 724 h 740"/>
                <a:gd name="T10" fmla="*/ 1651 w 1678"/>
                <a:gd name="T11" fmla="*/ 740 h 740"/>
                <a:gd name="T12" fmla="*/ 1243 w 1678"/>
                <a:gd name="T13" fmla="*/ 32 h 740"/>
                <a:gd name="T14" fmla="*/ 435 w 1678"/>
                <a:gd name="T15" fmla="*/ 32 h 740"/>
                <a:gd name="T16" fmla="*/ 27 w 1678"/>
                <a:gd name="T17" fmla="*/ 740 h 7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8" h="740">
                  <a:moveTo>
                    <a:pt x="27" y="740"/>
                  </a:moveTo>
                  <a:lnTo>
                    <a:pt x="0" y="724"/>
                  </a:lnTo>
                  <a:lnTo>
                    <a:pt x="416" y="0"/>
                  </a:lnTo>
                  <a:lnTo>
                    <a:pt x="1262" y="0"/>
                  </a:lnTo>
                  <a:lnTo>
                    <a:pt x="1678" y="724"/>
                  </a:lnTo>
                  <a:lnTo>
                    <a:pt x="1651" y="740"/>
                  </a:lnTo>
                  <a:lnTo>
                    <a:pt x="1243" y="32"/>
                  </a:lnTo>
                  <a:lnTo>
                    <a:pt x="435" y="32"/>
                  </a:lnTo>
                  <a:lnTo>
                    <a:pt x="27" y="740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0" name="Rectangle 291"/>
            <p:cNvSpPr>
              <a:spLocks noChangeArrowheads="1"/>
            </p:cNvSpPr>
            <p:nvPr/>
          </p:nvSpPr>
          <p:spPr bwMode="auto">
            <a:xfrm>
              <a:off x="9681398" y="1496302"/>
              <a:ext cx="287804" cy="11177"/>
            </a:xfrm>
            <a:prstGeom prst="rect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1" name="Oval 292"/>
            <p:cNvSpPr>
              <a:spLocks noChangeArrowheads="1"/>
            </p:cNvSpPr>
            <p:nvPr/>
          </p:nvSpPr>
          <p:spPr bwMode="auto">
            <a:xfrm>
              <a:off x="9506060" y="1221072"/>
              <a:ext cx="61473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2" name="Oval 293"/>
            <p:cNvSpPr>
              <a:spLocks noChangeArrowheads="1"/>
            </p:cNvSpPr>
            <p:nvPr/>
          </p:nvSpPr>
          <p:spPr bwMode="auto">
            <a:xfrm>
              <a:off x="9937767" y="971339"/>
              <a:ext cx="62171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3" name="Freeform 294"/>
            <p:cNvSpPr/>
            <p:nvPr/>
          </p:nvSpPr>
          <p:spPr bwMode="auto">
            <a:xfrm>
              <a:off x="10828422" y="1241679"/>
              <a:ext cx="587134" cy="258116"/>
            </a:xfrm>
            <a:custGeom>
              <a:avLst/>
              <a:gdLst>
                <a:gd name="T0" fmla="*/ 1652 w 1681"/>
                <a:gd name="T1" fmla="*/ 739 h 739"/>
                <a:gd name="T2" fmla="*/ 1244 w 1681"/>
                <a:gd name="T3" fmla="*/ 32 h 739"/>
                <a:gd name="T4" fmla="*/ 435 w 1681"/>
                <a:gd name="T5" fmla="*/ 32 h 739"/>
                <a:gd name="T6" fmla="*/ 27 w 1681"/>
                <a:gd name="T7" fmla="*/ 739 h 739"/>
                <a:gd name="T8" fmla="*/ 0 w 1681"/>
                <a:gd name="T9" fmla="*/ 723 h 739"/>
                <a:gd name="T10" fmla="*/ 416 w 1681"/>
                <a:gd name="T11" fmla="*/ 0 h 739"/>
                <a:gd name="T12" fmla="*/ 1262 w 1681"/>
                <a:gd name="T13" fmla="*/ 0 h 739"/>
                <a:gd name="T14" fmla="*/ 1681 w 1681"/>
                <a:gd name="T15" fmla="*/ 723 h 739"/>
                <a:gd name="T16" fmla="*/ 1652 w 1681"/>
                <a:gd name="T17" fmla="*/ 739 h 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81" h="739">
                  <a:moveTo>
                    <a:pt x="1652" y="739"/>
                  </a:moveTo>
                  <a:lnTo>
                    <a:pt x="1244" y="32"/>
                  </a:lnTo>
                  <a:lnTo>
                    <a:pt x="435" y="32"/>
                  </a:lnTo>
                  <a:lnTo>
                    <a:pt x="27" y="739"/>
                  </a:lnTo>
                  <a:lnTo>
                    <a:pt x="0" y="723"/>
                  </a:lnTo>
                  <a:lnTo>
                    <a:pt x="416" y="0"/>
                  </a:lnTo>
                  <a:lnTo>
                    <a:pt x="1262" y="0"/>
                  </a:lnTo>
                  <a:lnTo>
                    <a:pt x="1681" y="723"/>
                  </a:lnTo>
                  <a:lnTo>
                    <a:pt x="1652" y="739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4" name="Freeform 295"/>
            <p:cNvSpPr/>
            <p:nvPr/>
          </p:nvSpPr>
          <p:spPr bwMode="auto">
            <a:xfrm>
              <a:off x="10826676" y="2240960"/>
              <a:ext cx="587833" cy="508198"/>
            </a:xfrm>
            <a:custGeom>
              <a:avLst/>
              <a:gdLst>
                <a:gd name="T0" fmla="*/ 419 w 1683"/>
                <a:gd name="T1" fmla="*/ 1455 h 1455"/>
                <a:gd name="T2" fmla="*/ 0 w 1683"/>
                <a:gd name="T3" fmla="*/ 732 h 1455"/>
                <a:gd name="T4" fmla="*/ 421 w 1683"/>
                <a:gd name="T5" fmla="*/ 0 h 1455"/>
                <a:gd name="T6" fmla="*/ 1267 w 1683"/>
                <a:gd name="T7" fmla="*/ 0 h 1455"/>
                <a:gd name="T8" fmla="*/ 1683 w 1683"/>
                <a:gd name="T9" fmla="*/ 724 h 1455"/>
                <a:gd name="T10" fmla="*/ 1657 w 1683"/>
                <a:gd name="T11" fmla="*/ 740 h 1455"/>
                <a:gd name="T12" fmla="*/ 1249 w 1683"/>
                <a:gd name="T13" fmla="*/ 32 h 1455"/>
                <a:gd name="T14" fmla="*/ 440 w 1683"/>
                <a:gd name="T15" fmla="*/ 32 h 1455"/>
                <a:gd name="T16" fmla="*/ 37 w 1683"/>
                <a:gd name="T17" fmla="*/ 732 h 1455"/>
                <a:gd name="T18" fmla="*/ 445 w 1683"/>
                <a:gd name="T19" fmla="*/ 1439 h 1455"/>
                <a:gd name="T20" fmla="*/ 419 w 1683"/>
                <a:gd name="T21" fmla="*/ 1455 h 14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683" h="1455">
                  <a:moveTo>
                    <a:pt x="419" y="1455"/>
                  </a:moveTo>
                  <a:lnTo>
                    <a:pt x="0" y="732"/>
                  </a:lnTo>
                  <a:lnTo>
                    <a:pt x="421" y="0"/>
                  </a:lnTo>
                  <a:lnTo>
                    <a:pt x="1267" y="0"/>
                  </a:lnTo>
                  <a:lnTo>
                    <a:pt x="1683" y="724"/>
                  </a:lnTo>
                  <a:lnTo>
                    <a:pt x="1657" y="740"/>
                  </a:lnTo>
                  <a:lnTo>
                    <a:pt x="1249" y="32"/>
                  </a:lnTo>
                  <a:lnTo>
                    <a:pt x="440" y="32"/>
                  </a:lnTo>
                  <a:lnTo>
                    <a:pt x="37" y="732"/>
                  </a:lnTo>
                  <a:lnTo>
                    <a:pt x="445" y="1439"/>
                  </a:lnTo>
                  <a:lnTo>
                    <a:pt x="419" y="1455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5" name="Oval 296"/>
            <p:cNvSpPr>
              <a:spLocks noChangeArrowheads="1"/>
            </p:cNvSpPr>
            <p:nvPr/>
          </p:nvSpPr>
          <p:spPr bwMode="auto">
            <a:xfrm>
              <a:off x="10802576" y="2466592"/>
              <a:ext cx="61473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6" name="Oval 297"/>
            <p:cNvSpPr>
              <a:spLocks noChangeArrowheads="1"/>
            </p:cNvSpPr>
            <p:nvPr/>
          </p:nvSpPr>
          <p:spPr bwMode="auto">
            <a:xfrm>
              <a:off x="11379232" y="2466592"/>
              <a:ext cx="61473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7" name="Oval 298"/>
            <p:cNvSpPr>
              <a:spLocks noChangeArrowheads="1"/>
            </p:cNvSpPr>
            <p:nvPr/>
          </p:nvSpPr>
          <p:spPr bwMode="auto">
            <a:xfrm>
              <a:off x="10946827" y="2215812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8" name="Oval 299"/>
            <p:cNvSpPr>
              <a:spLocks noChangeArrowheads="1"/>
            </p:cNvSpPr>
            <p:nvPr/>
          </p:nvSpPr>
          <p:spPr bwMode="auto">
            <a:xfrm>
              <a:off x="10946827" y="2714579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9" name="Oval 300"/>
            <p:cNvSpPr>
              <a:spLocks noChangeArrowheads="1"/>
            </p:cNvSpPr>
            <p:nvPr/>
          </p:nvSpPr>
          <p:spPr bwMode="auto">
            <a:xfrm>
              <a:off x="11233933" y="2215812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0" name="Freeform 301"/>
            <p:cNvSpPr/>
            <p:nvPr/>
          </p:nvSpPr>
          <p:spPr bwMode="auto">
            <a:xfrm>
              <a:off x="11260827" y="1995069"/>
              <a:ext cx="154730" cy="256369"/>
            </a:xfrm>
            <a:custGeom>
              <a:avLst/>
              <a:gdLst>
                <a:gd name="T0" fmla="*/ 30 w 443"/>
                <a:gd name="T1" fmla="*/ 734 h 734"/>
                <a:gd name="T2" fmla="*/ 0 w 443"/>
                <a:gd name="T3" fmla="*/ 718 h 734"/>
                <a:gd name="T4" fmla="*/ 414 w 443"/>
                <a:gd name="T5" fmla="*/ 0 h 734"/>
                <a:gd name="T6" fmla="*/ 443 w 443"/>
                <a:gd name="T7" fmla="*/ 16 h 734"/>
                <a:gd name="T8" fmla="*/ 30 w 443"/>
                <a:gd name="T9" fmla="*/ 734 h 7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3" h="734">
                  <a:moveTo>
                    <a:pt x="30" y="734"/>
                  </a:moveTo>
                  <a:lnTo>
                    <a:pt x="0" y="718"/>
                  </a:lnTo>
                  <a:lnTo>
                    <a:pt x="414" y="0"/>
                  </a:lnTo>
                  <a:lnTo>
                    <a:pt x="443" y="16"/>
                  </a:lnTo>
                  <a:lnTo>
                    <a:pt x="30" y="734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1" name="Freeform 302"/>
            <p:cNvSpPr/>
            <p:nvPr/>
          </p:nvSpPr>
          <p:spPr bwMode="auto">
            <a:xfrm>
              <a:off x="10826676" y="1742193"/>
              <a:ext cx="439740" cy="509246"/>
            </a:xfrm>
            <a:custGeom>
              <a:avLst/>
              <a:gdLst>
                <a:gd name="T0" fmla="*/ 419 w 1259"/>
                <a:gd name="T1" fmla="*/ 1458 h 1458"/>
                <a:gd name="T2" fmla="*/ 0 w 1259"/>
                <a:gd name="T3" fmla="*/ 732 h 1458"/>
                <a:gd name="T4" fmla="*/ 421 w 1259"/>
                <a:gd name="T5" fmla="*/ 0 h 1458"/>
                <a:gd name="T6" fmla="*/ 1259 w 1259"/>
                <a:gd name="T7" fmla="*/ 0 h 1458"/>
                <a:gd name="T8" fmla="*/ 1259 w 1259"/>
                <a:gd name="T9" fmla="*/ 32 h 1458"/>
                <a:gd name="T10" fmla="*/ 440 w 1259"/>
                <a:gd name="T11" fmla="*/ 32 h 1458"/>
                <a:gd name="T12" fmla="*/ 37 w 1259"/>
                <a:gd name="T13" fmla="*/ 732 h 1458"/>
                <a:gd name="T14" fmla="*/ 445 w 1259"/>
                <a:gd name="T15" fmla="*/ 1442 h 1458"/>
                <a:gd name="T16" fmla="*/ 419 w 1259"/>
                <a:gd name="T17" fmla="*/ 1458 h 14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9" h="1458">
                  <a:moveTo>
                    <a:pt x="419" y="1458"/>
                  </a:moveTo>
                  <a:lnTo>
                    <a:pt x="0" y="732"/>
                  </a:lnTo>
                  <a:lnTo>
                    <a:pt x="421" y="0"/>
                  </a:lnTo>
                  <a:lnTo>
                    <a:pt x="1259" y="0"/>
                  </a:lnTo>
                  <a:lnTo>
                    <a:pt x="1259" y="32"/>
                  </a:lnTo>
                  <a:lnTo>
                    <a:pt x="440" y="32"/>
                  </a:lnTo>
                  <a:lnTo>
                    <a:pt x="37" y="732"/>
                  </a:lnTo>
                  <a:lnTo>
                    <a:pt x="445" y="1442"/>
                  </a:lnTo>
                  <a:lnTo>
                    <a:pt x="419" y="1458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2" name="Freeform 304"/>
            <p:cNvSpPr/>
            <p:nvPr/>
          </p:nvSpPr>
          <p:spPr bwMode="auto">
            <a:xfrm>
              <a:off x="11236727" y="2015327"/>
              <a:ext cx="955272" cy="967846"/>
            </a:xfrm>
            <a:custGeom>
              <a:avLst/>
              <a:gdLst>
                <a:gd name="T0" fmla="*/ 2735 w 2735"/>
                <a:gd name="T1" fmla="*/ 0 h 2771"/>
                <a:gd name="T2" fmla="*/ 1598 w 2735"/>
                <a:gd name="T3" fmla="*/ 0 h 2771"/>
                <a:gd name="T4" fmla="*/ 0 w 2735"/>
                <a:gd name="T5" fmla="*/ 2771 h 2771"/>
                <a:gd name="T6" fmla="*/ 2735 w 2735"/>
                <a:gd name="T7" fmla="*/ 2771 h 2771"/>
                <a:gd name="T8" fmla="*/ 2735 w 2735"/>
                <a:gd name="T9" fmla="*/ 0 h 27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35" h="2771">
                  <a:moveTo>
                    <a:pt x="2735" y="0"/>
                  </a:moveTo>
                  <a:lnTo>
                    <a:pt x="1598" y="0"/>
                  </a:lnTo>
                  <a:lnTo>
                    <a:pt x="0" y="2771"/>
                  </a:lnTo>
                  <a:lnTo>
                    <a:pt x="2735" y="2771"/>
                  </a:lnTo>
                  <a:lnTo>
                    <a:pt x="273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87" name="图片 186" descr="图片包含 QR 代码&#10;&#10;描述已自动生成">
            <a:extLst>
              <a:ext uri="{FF2B5EF4-FFF2-40B4-BE49-F238E27FC236}">
                <a16:creationId xmlns:a16="http://schemas.microsoft.com/office/drawing/2014/main" id="{AA20FBDE-AE3A-E9FC-6B26-37F7DF86961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8438" y="5745959"/>
            <a:ext cx="3494150" cy="72044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母版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498767" y="5931526"/>
            <a:ext cx="88166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组合 10"/>
          <p:cNvGrpSpPr/>
          <p:nvPr userDrawn="1"/>
        </p:nvGrpSpPr>
        <p:grpSpPr>
          <a:xfrm flipH="1">
            <a:off x="0" y="0"/>
            <a:ext cx="2686637" cy="2983173"/>
            <a:chOff x="9505362" y="0"/>
            <a:chExt cx="2686637" cy="2983173"/>
          </a:xfrm>
        </p:grpSpPr>
        <p:sp>
          <p:nvSpPr>
            <p:cNvPr id="12" name="Freeform 215"/>
            <p:cNvSpPr/>
            <p:nvPr/>
          </p:nvSpPr>
          <p:spPr bwMode="auto">
            <a:xfrm>
              <a:off x="10398812" y="1494206"/>
              <a:ext cx="578752" cy="500863"/>
            </a:xfrm>
            <a:custGeom>
              <a:avLst/>
              <a:gdLst>
                <a:gd name="T0" fmla="*/ 416 w 1657"/>
                <a:gd name="T1" fmla="*/ 1434 h 1434"/>
                <a:gd name="T2" fmla="*/ 0 w 1657"/>
                <a:gd name="T3" fmla="*/ 718 h 1434"/>
                <a:gd name="T4" fmla="*/ 416 w 1657"/>
                <a:gd name="T5" fmla="*/ 0 h 1434"/>
                <a:gd name="T6" fmla="*/ 1244 w 1657"/>
                <a:gd name="T7" fmla="*/ 0 h 1434"/>
                <a:gd name="T8" fmla="*/ 1657 w 1657"/>
                <a:gd name="T9" fmla="*/ 718 h 1434"/>
                <a:gd name="T10" fmla="*/ 1244 w 1657"/>
                <a:gd name="T11" fmla="*/ 1434 h 1434"/>
                <a:gd name="T12" fmla="*/ 416 w 1657"/>
                <a:gd name="T13" fmla="*/ 1434 h 1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7" h="1434">
                  <a:moveTo>
                    <a:pt x="416" y="1434"/>
                  </a:moveTo>
                  <a:lnTo>
                    <a:pt x="0" y="718"/>
                  </a:lnTo>
                  <a:lnTo>
                    <a:pt x="416" y="0"/>
                  </a:lnTo>
                  <a:lnTo>
                    <a:pt x="1244" y="0"/>
                  </a:lnTo>
                  <a:lnTo>
                    <a:pt x="1657" y="718"/>
                  </a:lnTo>
                  <a:lnTo>
                    <a:pt x="1244" y="1434"/>
                  </a:lnTo>
                  <a:lnTo>
                    <a:pt x="416" y="1434"/>
                  </a:lnTo>
                  <a:close/>
                </a:path>
              </a:pathLst>
            </a:custGeom>
            <a:solidFill>
              <a:srgbClr val="127FB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Freeform 216"/>
            <p:cNvSpPr/>
            <p:nvPr/>
          </p:nvSpPr>
          <p:spPr bwMode="auto">
            <a:xfrm>
              <a:off x="10398812" y="1494206"/>
              <a:ext cx="578752" cy="500863"/>
            </a:xfrm>
            <a:custGeom>
              <a:avLst/>
              <a:gdLst>
                <a:gd name="T0" fmla="*/ 416 w 1657"/>
                <a:gd name="T1" fmla="*/ 1434 h 1434"/>
                <a:gd name="T2" fmla="*/ 0 w 1657"/>
                <a:gd name="T3" fmla="*/ 718 h 1434"/>
                <a:gd name="T4" fmla="*/ 416 w 1657"/>
                <a:gd name="T5" fmla="*/ 0 h 1434"/>
                <a:gd name="T6" fmla="*/ 1244 w 1657"/>
                <a:gd name="T7" fmla="*/ 0 h 1434"/>
                <a:gd name="T8" fmla="*/ 1657 w 1657"/>
                <a:gd name="T9" fmla="*/ 718 h 1434"/>
                <a:gd name="T10" fmla="*/ 1244 w 1657"/>
                <a:gd name="T11" fmla="*/ 1434 h 1434"/>
                <a:gd name="T12" fmla="*/ 416 w 1657"/>
                <a:gd name="T13" fmla="*/ 1434 h 1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7" h="1434">
                  <a:moveTo>
                    <a:pt x="416" y="1434"/>
                  </a:moveTo>
                  <a:lnTo>
                    <a:pt x="0" y="718"/>
                  </a:lnTo>
                  <a:lnTo>
                    <a:pt x="416" y="0"/>
                  </a:lnTo>
                  <a:lnTo>
                    <a:pt x="1244" y="0"/>
                  </a:lnTo>
                  <a:lnTo>
                    <a:pt x="1657" y="718"/>
                  </a:lnTo>
                  <a:lnTo>
                    <a:pt x="1244" y="1434"/>
                  </a:lnTo>
                  <a:lnTo>
                    <a:pt x="416" y="143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Freeform 217"/>
            <p:cNvSpPr/>
            <p:nvPr/>
          </p:nvSpPr>
          <p:spPr bwMode="auto">
            <a:xfrm>
              <a:off x="10398812" y="998233"/>
              <a:ext cx="578752" cy="501561"/>
            </a:xfrm>
            <a:custGeom>
              <a:avLst/>
              <a:gdLst>
                <a:gd name="T0" fmla="*/ 416 w 1657"/>
                <a:gd name="T1" fmla="*/ 1436 h 1436"/>
                <a:gd name="T2" fmla="*/ 0 w 1657"/>
                <a:gd name="T3" fmla="*/ 718 h 1436"/>
                <a:gd name="T4" fmla="*/ 416 w 1657"/>
                <a:gd name="T5" fmla="*/ 0 h 1436"/>
                <a:gd name="T6" fmla="*/ 1244 w 1657"/>
                <a:gd name="T7" fmla="*/ 0 h 1436"/>
                <a:gd name="T8" fmla="*/ 1657 w 1657"/>
                <a:gd name="T9" fmla="*/ 718 h 1436"/>
                <a:gd name="T10" fmla="*/ 1244 w 1657"/>
                <a:gd name="T11" fmla="*/ 1436 h 1436"/>
                <a:gd name="T12" fmla="*/ 416 w 1657"/>
                <a:gd name="T13" fmla="*/ 1436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7" h="1436">
                  <a:moveTo>
                    <a:pt x="416" y="1436"/>
                  </a:moveTo>
                  <a:lnTo>
                    <a:pt x="0" y="718"/>
                  </a:lnTo>
                  <a:lnTo>
                    <a:pt x="416" y="0"/>
                  </a:lnTo>
                  <a:lnTo>
                    <a:pt x="1244" y="0"/>
                  </a:lnTo>
                  <a:lnTo>
                    <a:pt x="1657" y="718"/>
                  </a:lnTo>
                  <a:lnTo>
                    <a:pt x="1244" y="1436"/>
                  </a:lnTo>
                  <a:lnTo>
                    <a:pt x="416" y="1436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Freeform 218"/>
            <p:cNvSpPr/>
            <p:nvPr/>
          </p:nvSpPr>
          <p:spPr bwMode="auto">
            <a:xfrm>
              <a:off x="10398812" y="494925"/>
              <a:ext cx="578752" cy="501561"/>
            </a:xfrm>
            <a:custGeom>
              <a:avLst/>
              <a:gdLst>
                <a:gd name="T0" fmla="*/ 416 w 1657"/>
                <a:gd name="T1" fmla="*/ 1436 h 1436"/>
                <a:gd name="T2" fmla="*/ 0 w 1657"/>
                <a:gd name="T3" fmla="*/ 718 h 1436"/>
                <a:gd name="T4" fmla="*/ 416 w 1657"/>
                <a:gd name="T5" fmla="*/ 0 h 1436"/>
                <a:gd name="T6" fmla="*/ 1244 w 1657"/>
                <a:gd name="T7" fmla="*/ 0 h 1436"/>
                <a:gd name="T8" fmla="*/ 1657 w 1657"/>
                <a:gd name="T9" fmla="*/ 718 h 1436"/>
                <a:gd name="T10" fmla="*/ 1244 w 1657"/>
                <a:gd name="T11" fmla="*/ 1436 h 1436"/>
                <a:gd name="T12" fmla="*/ 416 w 1657"/>
                <a:gd name="T13" fmla="*/ 1436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7" h="1436">
                  <a:moveTo>
                    <a:pt x="416" y="1436"/>
                  </a:moveTo>
                  <a:lnTo>
                    <a:pt x="0" y="718"/>
                  </a:lnTo>
                  <a:lnTo>
                    <a:pt x="416" y="0"/>
                  </a:lnTo>
                  <a:lnTo>
                    <a:pt x="1244" y="0"/>
                  </a:lnTo>
                  <a:lnTo>
                    <a:pt x="1657" y="718"/>
                  </a:lnTo>
                  <a:lnTo>
                    <a:pt x="1244" y="1436"/>
                  </a:lnTo>
                  <a:lnTo>
                    <a:pt x="416" y="1436"/>
                  </a:lnTo>
                  <a:close/>
                </a:path>
              </a:pathLst>
            </a:custGeom>
            <a:solidFill>
              <a:sysClr val="window" lastClr="FFFFFF">
                <a:lumMod val="85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Freeform 219"/>
            <p:cNvSpPr/>
            <p:nvPr/>
          </p:nvSpPr>
          <p:spPr bwMode="auto">
            <a:xfrm>
              <a:off x="10398812" y="494925"/>
              <a:ext cx="578752" cy="501561"/>
            </a:xfrm>
            <a:custGeom>
              <a:avLst/>
              <a:gdLst>
                <a:gd name="T0" fmla="*/ 416 w 1657"/>
                <a:gd name="T1" fmla="*/ 1436 h 1436"/>
                <a:gd name="T2" fmla="*/ 0 w 1657"/>
                <a:gd name="T3" fmla="*/ 718 h 1436"/>
                <a:gd name="T4" fmla="*/ 416 w 1657"/>
                <a:gd name="T5" fmla="*/ 0 h 1436"/>
                <a:gd name="T6" fmla="*/ 1244 w 1657"/>
                <a:gd name="T7" fmla="*/ 0 h 1436"/>
                <a:gd name="T8" fmla="*/ 1657 w 1657"/>
                <a:gd name="T9" fmla="*/ 718 h 1436"/>
                <a:gd name="T10" fmla="*/ 1244 w 1657"/>
                <a:gd name="T11" fmla="*/ 1436 h 1436"/>
                <a:gd name="T12" fmla="*/ 416 w 1657"/>
                <a:gd name="T13" fmla="*/ 1436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7" h="1436">
                  <a:moveTo>
                    <a:pt x="416" y="1436"/>
                  </a:moveTo>
                  <a:lnTo>
                    <a:pt x="0" y="718"/>
                  </a:lnTo>
                  <a:lnTo>
                    <a:pt x="416" y="0"/>
                  </a:lnTo>
                  <a:lnTo>
                    <a:pt x="1244" y="0"/>
                  </a:lnTo>
                  <a:lnTo>
                    <a:pt x="1657" y="718"/>
                  </a:lnTo>
                  <a:lnTo>
                    <a:pt x="1244" y="1436"/>
                  </a:lnTo>
                  <a:lnTo>
                    <a:pt x="416" y="143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Freeform 220"/>
            <p:cNvSpPr/>
            <p:nvPr/>
          </p:nvSpPr>
          <p:spPr bwMode="auto">
            <a:xfrm>
              <a:off x="10559130" y="0"/>
              <a:ext cx="1491062" cy="1082409"/>
            </a:xfrm>
            <a:custGeom>
              <a:avLst/>
              <a:gdLst>
                <a:gd name="T0" fmla="*/ 4269 w 4269"/>
                <a:gd name="T1" fmla="*/ 0 h 3099"/>
                <a:gd name="T2" fmla="*/ 395 w 4269"/>
                <a:gd name="T3" fmla="*/ 0 h 3099"/>
                <a:gd name="T4" fmla="*/ 0 w 4269"/>
                <a:gd name="T5" fmla="*/ 680 h 3099"/>
                <a:gd name="T6" fmla="*/ 427 w 4269"/>
                <a:gd name="T7" fmla="*/ 1417 h 3099"/>
                <a:gd name="T8" fmla="*/ 785 w 4269"/>
                <a:gd name="T9" fmla="*/ 1417 h 3099"/>
                <a:gd name="T10" fmla="*/ 1198 w 4269"/>
                <a:gd name="T11" fmla="*/ 2135 h 3099"/>
                <a:gd name="T12" fmla="*/ 1019 w 4269"/>
                <a:gd name="T13" fmla="*/ 2447 h 3099"/>
                <a:gd name="T14" fmla="*/ 1396 w 4269"/>
                <a:gd name="T15" fmla="*/ 3099 h 3099"/>
                <a:gd name="T16" fmla="*/ 3402 w 4269"/>
                <a:gd name="T17" fmla="*/ 3099 h 3099"/>
                <a:gd name="T18" fmla="*/ 2940 w 4269"/>
                <a:gd name="T19" fmla="*/ 2300 h 3099"/>
                <a:gd name="T20" fmla="*/ 4269 w 4269"/>
                <a:gd name="T21" fmla="*/ 0 h 30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269" h="3099">
                  <a:moveTo>
                    <a:pt x="4269" y="0"/>
                  </a:moveTo>
                  <a:lnTo>
                    <a:pt x="395" y="0"/>
                  </a:lnTo>
                  <a:lnTo>
                    <a:pt x="0" y="680"/>
                  </a:lnTo>
                  <a:lnTo>
                    <a:pt x="427" y="1417"/>
                  </a:lnTo>
                  <a:lnTo>
                    <a:pt x="785" y="1417"/>
                  </a:lnTo>
                  <a:lnTo>
                    <a:pt x="1198" y="2135"/>
                  </a:lnTo>
                  <a:lnTo>
                    <a:pt x="1019" y="2447"/>
                  </a:lnTo>
                  <a:lnTo>
                    <a:pt x="1396" y="3099"/>
                  </a:lnTo>
                  <a:lnTo>
                    <a:pt x="3402" y="3099"/>
                  </a:lnTo>
                  <a:lnTo>
                    <a:pt x="2940" y="2300"/>
                  </a:lnTo>
                  <a:lnTo>
                    <a:pt x="4269" y="0"/>
                  </a:lnTo>
                  <a:close/>
                </a:path>
              </a:pathLst>
            </a:custGeom>
            <a:solidFill>
              <a:srgbClr val="127FB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Freeform 221"/>
            <p:cNvSpPr/>
            <p:nvPr/>
          </p:nvSpPr>
          <p:spPr bwMode="auto">
            <a:xfrm>
              <a:off x="10559130" y="0"/>
              <a:ext cx="1491062" cy="1082409"/>
            </a:xfrm>
            <a:custGeom>
              <a:avLst/>
              <a:gdLst>
                <a:gd name="T0" fmla="*/ 4269 w 4269"/>
                <a:gd name="T1" fmla="*/ 0 h 3099"/>
                <a:gd name="T2" fmla="*/ 395 w 4269"/>
                <a:gd name="T3" fmla="*/ 0 h 3099"/>
                <a:gd name="T4" fmla="*/ 0 w 4269"/>
                <a:gd name="T5" fmla="*/ 680 h 3099"/>
                <a:gd name="T6" fmla="*/ 427 w 4269"/>
                <a:gd name="T7" fmla="*/ 1417 h 3099"/>
                <a:gd name="T8" fmla="*/ 785 w 4269"/>
                <a:gd name="T9" fmla="*/ 1417 h 3099"/>
                <a:gd name="T10" fmla="*/ 1198 w 4269"/>
                <a:gd name="T11" fmla="*/ 2135 h 3099"/>
                <a:gd name="T12" fmla="*/ 1019 w 4269"/>
                <a:gd name="T13" fmla="*/ 2447 h 3099"/>
                <a:gd name="T14" fmla="*/ 1396 w 4269"/>
                <a:gd name="T15" fmla="*/ 3099 h 3099"/>
                <a:gd name="T16" fmla="*/ 3402 w 4269"/>
                <a:gd name="T17" fmla="*/ 3099 h 3099"/>
                <a:gd name="T18" fmla="*/ 2940 w 4269"/>
                <a:gd name="T19" fmla="*/ 2300 h 3099"/>
                <a:gd name="T20" fmla="*/ 4269 w 4269"/>
                <a:gd name="T21" fmla="*/ 0 h 30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269" h="3099">
                  <a:moveTo>
                    <a:pt x="4269" y="0"/>
                  </a:moveTo>
                  <a:lnTo>
                    <a:pt x="395" y="0"/>
                  </a:lnTo>
                  <a:lnTo>
                    <a:pt x="0" y="680"/>
                  </a:lnTo>
                  <a:lnTo>
                    <a:pt x="427" y="1417"/>
                  </a:lnTo>
                  <a:lnTo>
                    <a:pt x="785" y="1417"/>
                  </a:lnTo>
                  <a:lnTo>
                    <a:pt x="1198" y="2135"/>
                  </a:lnTo>
                  <a:lnTo>
                    <a:pt x="1019" y="2447"/>
                  </a:lnTo>
                  <a:lnTo>
                    <a:pt x="1396" y="3099"/>
                  </a:lnTo>
                  <a:lnTo>
                    <a:pt x="3402" y="3099"/>
                  </a:lnTo>
                  <a:lnTo>
                    <a:pt x="2940" y="2300"/>
                  </a:lnTo>
                  <a:lnTo>
                    <a:pt x="426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Freeform 222"/>
            <p:cNvSpPr/>
            <p:nvPr/>
          </p:nvSpPr>
          <p:spPr bwMode="auto">
            <a:xfrm>
              <a:off x="10708272" y="494925"/>
              <a:ext cx="269292" cy="359755"/>
            </a:xfrm>
            <a:custGeom>
              <a:avLst/>
              <a:gdLst>
                <a:gd name="T0" fmla="*/ 358 w 771"/>
                <a:gd name="T1" fmla="*/ 0 h 1030"/>
                <a:gd name="T2" fmla="*/ 0 w 771"/>
                <a:gd name="T3" fmla="*/ 0 h 1030"/>
                <a:gd name="T4" fmla="*/ 592 w 771"/>
                <a:gd name="T5" fmla="*/ 1030 h 1030"/>
                <a:gd name="T6" fmla="*/ 771 w 771"/>
                <a:gd name="T7" fmla="*/ 718 h 1030"/>
                <a:gd name="T8" fmla="*/ 358 w 771"/>
                <a:gd name="T9" fmla="*/ 0 h 10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1" h="1030">
                  <a:moveTo>
                    <a:pt x="358" y="0"/>
                  </a:moveTo>
                  <a:lnTo>
                    <a:pt x="0" y="0"/>
                  </a:lnTo>
                  <a:lnTo>
                    <a:pt x="592" y="1030"/>
                  </a:lnTo>
                  <a:lnTo>
                    <a:pt x="771" y="718"/>
                  </a:lnTo>
                  <a:lnTo>
                    <a:pt x="358" y="0"/>
                  </a:lnTo>
                  <a:close/>
                </a:path>
              </a:pathLst>
            </a:custGeom>
            <a:solidFill>
              <a:sysClr val="window" lastClr="FFFFFF">
                <a:lumMod val="50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Freeform 223"/>
            <p:cNvSpPr/>
            <p:nvPr/>
          </p:nvSpPr>
          <p:spPr bwMode="auto">
            <a:xfrm>
              <a:off x="10708272" y="494925"/>
              <a:ext cx="269292" cy="359755"/>
            </a:xfrm>
            <a:custGeom>
              <a:avLst/>
              <a:gdLst>
                <a:gd name="T0" fmla="*/ 358 w 771"/>
                <a:gd name="T1" fmla="*/ 0 h 1030"/>
                <a:gd name="T2" fmla="*/ 0 w 771"/>
                <a:gd name="T3" fmla="*/ 0 h 1030"/>
                <a:gd name="T4" fmla="*/ 592 w 771"/>
                <a:gd name="T5" fmla="*/ 1030 h 1030"/>
                <a:gd name="T6" fmla="*/ 771 w 771"/>
                <a:gd name="T7" fmla="*/ 718 h 1030"/>
                <a:gd name="T8" fmla="*/ 358 w 771"/>
                <a:gd name="T9" fmla="*/ 0 h 10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1" h="1030">
                  <a:moveTo>
                    <a:pt x="358" y="0"/>
                  </a:moveTo>
                  <a:lnTo>
                    <a:pt x="0" y="0"/>
                  </a:lnTo>
                  <a:lnTo>
                    <a:pt x="592" y="1030"/>
                  </a:lnTo>
                  <a:lnTo>
                    <a:pt x="771" y="718"/>
                  </a:lnTo>
                  <a:lnTo>
                    <a:pt x="35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Freeform 224"/>
            <p:cNvSpPr/>
            <p:nvPr/>
          </p:nvSpPr>
          <p:spPr bwMode="auto">
            <a:xfrm>
              <a:off x="11747370" y="0"/>
              <a:ext cx="444629" cy="1645443"/>
            </a:xfrm>
            <a:custGeom>
              <a:avLst/>
              <a:gdLst>
                <a:gd name="T0" fmla="*/ 1273 w 1273"/>
                <a:gd name="T1" fmla="*/ 0 h 4711"/>
                <a:gd name="T2" fmla="*/ 867 w 1273"/>
                <a:gd name="T3" fmla="*/ 0 h 4711"/>
                <a:gd name="T4" fmla="*/ 1273 w 1273"/>
                <a:gd name="T5" fmla="*/ 0 h 4711"/>
                <a:gd name="T6" fmla="*/ 1273 w 1273"/>
                <a:gd name="T7" fmla="*/ 2247 h 4711"/>
                <a:gd name="T8" fmla="*/ 782 w 1273"/>
                <a:gd name="T9" fmla="*/ 3099 h 4711"/>
                <a:gd name="T10" fmla="*/ 0 w 1273"/>
                <a:gd name="T11" fmla="*/ 3099 h 4711"/>
                <a:gd name="T12" fmla="*/ 931 w 1273"/>
                <a:gd name="T13" fmla="*/ 4711 h 4711"/>
                <a:gd name="T14" fmla="*/ 1273 w 1273"/>
                <a:gd name="T15" fmla="*/ 4711 h 4711"/>
                <a:gd name="T16" fmla="*/ 1273 w 1273"/>
                <a:gd name="T17" fmla="*/ 0 h 47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73" h="4711">
                  <a:moveTo>
                    <a:pt x="1273" y="0"/>
                  </a:moveTo>
                  <a:lnTo>
                    <a:pt x="867" y="0"/>
                  </a:lnTo>
                  <a:lnTo>
                    <a:pt x="1273" y="0"/>
                  </a:lnTo>
                  <a:lnTo>
                    <a:pt x="1273" y="2247"/>
                  </a:lnTo>
                  <a:lnTo>
                    <a:pt x="782" y="3099"/>
                  </a:lnTo>
                  <a:lnTo>
                    <a:pt x="0" y="3099"/>
                  </a:lnTo>
                  <a:lnTo>
                    <a:pt x="931" y="4711"/>
                  </a:lnTo>
                  <a:lnTo>
                    <a:pt x="1273" y="4711"/>
                  </a:lnTo>
                  <a:lnTo>
                    <a:pt x="1273" y="0"/>
                  </a:lnTo>
                  <a:close/>
                </a:path>
              </a:pathLst>
            </a:custGeom>
            <a:solidFill>
              <a:srgbClr val="5B9BD5">
                <a:lumMod val="75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Freeform 225"/>
            <p:cNvSpPr/>
            <p:nvPr/>
          </p:nvSpPr>
          <p:spPr bwMode="auto">
            <a:xfrm>
              <a:off x="11747370" y="0"/>
              <a:ext cx="444629" cy="1645443"/>
            </a:xfrm>
            <a:custGeom>
              <a:avLst/>
              <a:gdLst>
                <a:gd name="T0" fmla="*/ 1273 w 1273"/>
                <a:gd name="T1" fmla="*/ 0 h 4711"/>
                <a:gd name="T2" fmla="*/ 867 w 1273"/>
                <a:gd name="T3" fmla="*/ 0 h 4711"/>
                <a:gd name="T4" fmla="*/ 1273 w 1273"/>
                <a:gd name="T5" fmla="*/ 0 h 4711"/>
                <a:gd name="T6" fmla="*/ 1273 w 1273"/>
                <a:gd name="T7" fmla="*/ 2247 h 4711"/>
                <a:gd name="T8" fmla="*/ 782 w 1273"/>
                <a:gd name="T9" fmla="*/ 3099 h 4711"/>
                <a:gd name="T10" fmla="*/ 0 w 1273"/>
                <a:gd name="T11" fmla="*/ 3099 h 4711"/>
                <a:gd name="T12" fmla="*/ 931 w 1273"/>
                <a:gd name="T13" fmla="*/ 4711 h 4711"/>
                <a:gd name="T14" fmla="*/ 1273 w 1273"/>
                <a:gd name="T15" fmla="*/ 4711 h 4711"/>
                <a:gd name="T16" fmla="*/ 1273 w 1273"/>
                <a:gd name="T17" fmla="*/ 0 h 47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73" h="4711">
                  <a:moveTo>
                    <a:pt x="1273" y="0"/>
                  </a:moveTo>
                  <a:lnTo>
                    <a:pt x="867" y="0"/>
                  </a:lnTo>
                  <a:lnTo>
                    <a:pt x="1273" y="0"/>
                  </a:lnTo>
                  <a:lnTo>
                    <a:pt x="1273" y="2247"/>
                  </a:lnTo>
                  <a:lnTo>
                    <a:pt x="782" y="3099"/>
                  </a:lnTo>
                  <a:lnTo>
                    <a:pt x="0" y="3099"/>
                  </a:lnTo>
                  <a:lnTo>
                    <a:pt x="931" y="4711"/>
                  </a:lnTo>
                  <a:lnTo>
                    <a:pt x="1273" y="4711"/>
                  </a:lnTo>
                  <a:lnTo>
                    <a:pt x="127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Freeform 226"/>
            <p:cNvSpPr/>
            <p:nvPr/>
          </p:nvSpPr>
          <p:spPr bwMode="auto">
            <a:xfrm>
              <a:off x="11586004" y="0"/>
              <a:ext cx="605995" cy="1082409"/>
            </a:xfrm>
            <a:custGeom>
              <a:avLst/>
              <a:gdLst>
                <a:gd name="T0" fmla="*/ 1735 w 1735"/>
                <a:gd name="T1" fmla="*/ 0 h 3099"/>
                <a:gd name="T2" fmla="*/ 1329 w 1735"/>
                <a:gd name="T3" fmla="*/ 0 h 3099"/>
                <a:gd name="T4" fmla="*/ 0 w 1735"/>
                <a:gd name="T5" fmla="*/ 2300 h 3099"/>
                <a:gd name="T6" fmla="*/ 462 w 1735"/>
                <a:gd name="T7" fmla="*/ 3099 h 3099"/>
                <a:gd name="T8" fmla="*/ 1244 w 1735"/>
                <a:gd name="T9" fmla="*/ 3099 h 3099"/>
                <a:gd name="T10" fmla="*/ 1735 w 1735"/>
                <a:gd name="T11" fmla="*/ 2247 h 3099"/>
                <a:gd name="T12" fmla="*/ 1735 w 1735"/>
                <a:gd name="T13" fmla="*/ 0 h 30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35" h="3099">
                  <a:moveTo>
                    <a:pt x="1735" y="0"/>
                  </a:moveTo>
                  <a:lnTo>
                    <a:pt x="1329" y="0"/>
                  </a:lnTo>
                  <a:lnTo>
                    <a:pt x="0" y="2300"/>
                  </a:lnTo>
                  <a:lnTo>
                    <a:pt x="462" y="3099"/>
                  </a:lnTo>
                  <a:lnTo>
                    <a:pt x="1244" y="3099"/>
                  </a:lnTo>
                  <a:lnTo>
                    <a:pt x="1735" y="2247"/>
                  </a:lnTo>
                  <a:lnTo>
                    <a:pt x="1735" y="0"/>
                  </a:lnTo>
                  <a:close/>
                </a:path>
              </a:pathLst>
            </a:custGeom>
            <a:solidFill>
              <a:srgbClr val="24436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Freeform 227"/>
            <p:cNvSpPr/>
            <p:nvPr/>
          </p:nvSpPr>
          <p:spPr bwMode="auto">
            <a:xfrm>
              <a:off x="11586004" y="0"/>
              <a:ext cx="605995" cy="1082409"/>
            </a:xfrm>
            <a:custGeom>
              <a:avLst/>
              <a:gdLst>
                <a:gd name="T0" fmla="*/ 1735 w 1735"/>
                <a:gd name="T1" fmla="*/ 0 h 3099"/>
                <a:gd name="T2" fmla="*/ 1329 w 1735"/>
                <a:gd name="T3" fmla="*/ 0 h 3099"/>
                <a:gd name="T4" fmla="*/ 0 w 1735"/>
                <a:gd name="T5" fmla="*/ 2300 h 3099"/>
                <a:gd name="T6" fmla="*/ 462 w 1735"/>
                <a:gd name="T7" fmla="*/ 3099 h 3099"/>
                <a:gd name="T8" fmla="*/ 1244 w 1735"/>
                <a:gd name="T9" fmla="*/ 3099 h 3099"/>
                <a:gd name="T10" fmla="*/ 1735 w 1735"/>
                <a:gd name="T11" fmla="*/ 2247 h 3099"/>
                <a:gd name="T12" fmla="*/ 1735 w 1735"/>
                <a:gd name="T13" fmla="*/ 0 h 30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35" h="3099">
                  <a:moveTo>
                    <a:pt x="1735" y="0"/>
                  </a:moveTo>
                  <a:lnTo>
                    <a:pt x="1329" y="0"/>
                  </a:lnTo>
                  <a:lnTo>
                    <a:pt x="0" y="2300"/>
                  </a:lnTo>
                  <a:lnTo>
                    <a:pt x="462" y="3099"/>
                  </a:lnTo>
                  <a:lnTo>
                    <a:pt x="1244" y="3099"/>
                  </a:lnTo>
                  <a:lnTo>
                    <a:pt x="1735" y="2247"/>
                  </a:lnTo>
                  <a:lnTo>
                    <a:pt x="173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Freeform 228"/>
            <p:cNvSpPr/>
            <p:nvPr/>
          </p:nvSpPr>
          <p:spPr bwMode="auto">
            <a:xfrm>
              <a:off x="9968503" y="0"/>
              <a:ext cx="578402" cy="250781"/>
            </a:xfrm>
            <a:custGeom>
              <a:avLst/>
              <a:gdLst>
                <a:gd name="T0" fmla="*/ 1656 w 1656"/>
                <a:gd name="T1" fmla="*/ 0 h 718"/>
                <a:gd name="T2" fmla="*/ 0 w 1656"/>
                <a:gd name="T3" fmla="*/ 0 h 718"/>
                <a:gd name="T4" fmla="*/ 413 w 1656"/>
                <a:gd name="T5" fmla="*/ 718 h 718"/>
                <a:gd name="T6" fmla="*/ 1243 w 1656"/>
                <a:gd name="T7" fmla="*/ 718 h 718"/>
                <a:gd name="T8" fmla="*/ 1656 w 1656"/>
                <a:gd name="T9" fmla="*/ 0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56" h="718">
                  <a:moveTo>
                    <a:pt x="1656" y="0"/>
                  </a:moveTo>
                  <a:lnTo>
                    <a:pt x="0" y="0"/>
                  </a:lnTo>
                  <a:lnTo>
                    <a:pt x="413" y="718"/>
                  </a:lnTo>
                  <a:lnTo>
                    <a:pt x="1243" y="718"/>
                  </a:lnTo>
                  <a:lnTo>
                    <a:pt x="1656" y="0"/>
                  </a:lnTo>
                  <a:close/>
                </a:path>
              </a:pathLst>
            </a:custGeom>
            <a:solidFill>
              <a:sysClr val="window" lastClr="FFFFFF">
                <a:lumMod val="75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Freeform 229"/>
            <p:cNvSpPr/>
            <p:nvPr/>
          </p:nvSpPr>
          <p:spPr bwMode="auto">
            <a:xfrm>
              <a:off x="9968503" y="0"/>
              <a:ext cx="578402" cy="250781"/>
            </a:xfrm>
            <a:custGeom>
              <a:avLst/>
              <a:gdLst>
                <a:gd name="T0" fmla="*/ 1656 w 1656"/>
                <a:gd name="T1" fmla="*/ 0 h 718"/>
                <a:gd name="T2" fmla="*/ 0 w 1656"/>
                <a:gd name="T3" fmla="*/ 0 h 718"/>
                <a:gd name="T4" fmla="*/ 413 w 1656"/>
                <a:gd name="T5" fmla="*/ 718 h 718"/>
                <a:gd name="T6" fmla="*/ 1243 w 1656"/>
                <a:gd name="T7" fmla="*/ 718 h 718"/>
                <a:gd name="T8" fmla="*/ 1656 w 1656"/>
                <a:gd name="T9" fmla="*/ 0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56" h="718">
                  <a:moveTo>
                    <a:pt x="1656" y="0"/>
                  </a:moveTo>
                  <a:lnTo>
                    <a:pt x="0" y="0"/>
                  </a:lnTo>
                  <a:lnTo>
                    <a:pt x="413" y="718"/>
                  </a:lnTo>
                  <a:lnTo>
                    <a:pt x="1243" y="718"/>
                  </a:lnTo>
                  <a:lnTo>
                    <a:pt x="165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Freeform 230"/>
            <p:cNvSpPr/>
            <p:nvPr/>
          </p:nvSpPr>
          <p:spPr bwMode="auto">
            <a:xfrm>
              <a:off x="9535051" y="1003123"/>
              <a:ext cx="578752" cy="500514"/>
            </a:xfrm>
            <a:custGeom>
              <a:avLst/>
              <a:gdLst>
                <a:gd name="T0" fmla="*/ 413 w 1657"/>
                <a:gd name="T1" fmla="*/ 1433 h 1433"/>
                <a:gd name="T2" fmla="*/ 0 w 1657"/>
                <a:gd name="T3" fmla="*/ 715 h 1433"/>
                <a:gd name="T4" fmla="*/ 413 w 1657"/>
                <a:gd name="T5" fmla="*/ 0 h 1433"/>
                <a:gd name="T6" fmla="*/ 1243 w 1657"/>
                <a:gd name="T7" fmla="*/ 0 h 1433"/>
                <a:gd name="T8" fmla="*/ 1657 w 1657"/>
                <a:gd name="T9" fmla="*/ 715 h 1433"/>
                <a:gd name="T10" fmla="*/ 1243 w 1657"/>
                <a:gd name="T11" fmla="*/ 1433 h 1433"/>
                <a:gd name="T12" fmla="*/ 413 w 1657"/>
                <a:gd name="T13" fmla="*/ 1433 h 1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7" h="1433">
                  <a:moveTo>
                    <a:pt x="413" y="1433"/>
                  </a:moveTo>
                  <a:lnTo>
                    <a:pt x="0" y="715"/>
                  </a:lnTo>
                  <a:lnTo>
                    <a:pt x="413" y="0"/>
                  </a:lnTo>
                  <a:lnTo>
                    <a:pt x="1243" y="0"/>
                  </a:lnTo>
                  <a:lnTo>
                    <a:pt x="1657" y="715"/>
                  </a:lnTo>
                  <a:lnTo>
                    <a:pt x="1243" y="1433"/>
                  </a:lnTo>
                  <a:lnTo>
                    <a:pt x="413" y="1433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Freeform 231"/>
            <p:cNvSpPr/>
            <p:nvPr/>
          </p:nvSpPr>
          <p:spPr bwMode="auto">
            <a:xfrm>
              <a:off x="10833312" y="1746035"/>
              <a:ext cx="578402" cy="501561"/>
            </a:xfrm>
            <a:custGeom>
              <a:avLst/>
              <a:gdLst>
                <a:gd name="T0" fmla="*/ 413 w 1656"/>
                <a:gd name="T1" fmla="*/ 1436 h 1436"/>
                <a:gd name="T2" fmla="*/ 0 w 1656"/>
                <a:gd name="T3" fmla="*/ 718 h 1436"/>
                <a:gd name="T4" fmla="*/ 413 w 1656"/>
                <a:gd name="T5" fmla="*/ 0 h 1436"/>
                <a:gd name="T6" fmla="*/ 1240 w 1656"/>
                <a:gd name="T7" fmla="*/ 0 h 1436"/>
                <a:gd name="T8" fmla="*/ 1656 w 1656"/>
                <a:gd name="T9" fmla="*/ 718 h 1436"/>
                <a:gd name="T10" fmla="*/ 1240 w 1656"/>
                <a:gd name="T11" fmla="*/ 1436 h 1436"/>
                <a:gd name="T12" fmla="*/ 413 w 1656"/>
                <a:gd name="T13" fmla="*/ 1436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6" h="1436">
                  <a:moveTo>
                    <a:pt x="413" y="1436"/>
                  </a:moveTo>
                  <a:lnTo>
                    <a:pt x="0" y="718"/>
                  </a:lnTo>
                  <a:lnTo>
                    <a:pt x="413" y="0"/>
                  </a:lnTo>
                  <a:lnTo>
                    <a:pt x="1240" y="0"/>
                  </a:lnTo>
                  <a:lnTo>
                    <a:pt x="1656" y="718"/>
                  </a:lnTo>
                  <a:lnTo>
                    <a:pt x="1240" y="1436"/>
                  </a:lnTo>
                  <a:lnTo>
                    <a:pt x="413" y="1436"/>
                  </a:lnTo>
                  <a:close/>
                </a:path>
              </a:pathLst>
            </a:custGeom>
            <a:solidFill>
              <a:sysClr val="window" lastClr="FFFFFF">
                <a:lumMod val="50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Freeform 232"/>
            <p:cNvSpPr/>
            <p:nvPr/>
          </p:nvSpPr>
          <p:spPr bwMode="auto">
            <a:xfrm>
              <a:off x="10833312" y="1746035"/>
              <a:ext cx="578402" cy="501561"/>
            </a:xfrm>
            <a:custGeom>
              <a:avLst/>
              <a:gdLst>
                <a:gd name="T0" fmla="*/ 413 w 1656"/>
                <a:gd name="T1" fmla="*/ 1436 h 1436"/>
                <a:gd name="T2" fmla="*/ 0 w 1656"/>
                <a:gd name="T3" fmla="*/ 718 h 1436"/>
                <a:gd name="T4" fmla="*/ 413 w 1656"/>
                <a:gd name="T5" fmla="*/ 0 h 1436"/>
                <a:gd name="T6" fmla="*/ 1240 w 1656"/>
                <a:gd name="T7" fmla="*/ 0 h 1436"/>
                <a:gd name="T8" fmla="*/ 1656 w 1656"/>
                <a:gd name="T9" fmla="*/ 718 h 1436"/>
                <a:gd name="T10" fmla="*/ 1240 w 1656"/>
                <a:gd name="T11" fmla="*/ 1436 h 1436"/>
                <a:gd name="T12" fmla="*/ 413 w 1656"/>
                <a:gd name="T13" fmla="*/ 1436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6" h="1436">
                  <a:moveTo>
                    <a:pt x="413" y="1436"/>
                  </a:moveTo>
                  <a:lnTo>
                    <a:pt x="0" y="718"/>
                  </a:lnTo>
                  <a:lnTo>
                    <a:pt x="413" y="0"/>
                  </a:lnTo>
                  <a:lnTo>
                    <a:pt x="1240" y="0"/>
                  </a:lnTo>
                  <a:lnTo>
                    <a:pt x="1656" y="718"/>
                  </a:lnTo>
                  <a:lnTo>
                    <a:pt x="1240" y="1436"/>
                  </a:lnTo>
                  <a:lnTo>
                    <a:pt x="413" y="143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Freeform 233"/>
            <p:cNvSpPr/>
            <p:nvPr/>
          </p:nvSpPr>
          <p:spPr bwMode="auto">
            <a:xfrm>
              <a:off x="11263622" y="1494206"/>
              <a:ext cx="577704" cy="500863"/>
            </a:xfrm>
            <a:custGeom>
              <a:avLst/>
              <a:gdLst>
                <a:gd name="T0" fmla="*/ 414 w 1654"/>
                <a:gd name="T1" fmla="*/ 1434 h 1434"/>
                <a:gd name="T2" fmla="*/ 0 w 1654"/>
                <a:gd name="T3" fmla="*/ 718 h 1434"/>
                <a:gd name="T4" fmla="*/ 414 w 1654"/>
                <a:gd name="T5" fmla="*/ 0 h 1434"/>
                <a:gd name="T6" fmla="*/ 1241 w 1654"/>
                <a:gd name="T7" fmla="*/ 0 h 1434"/>
                <a:gd name="T8" fmla="*/ 1654 w 1654"/>
                <a:gd name="T9" fmla="*/ 718 h 1434"/>
                <a:gd name="T10" fmla="*/ 1241 w 1654"/>
                <a:gd name="T11" fmla="*/ 1434 h 1434"/>
                <a:gd name="T12" fmla="*/ 414 w 1654"/>
                <a:gd name="T13" fmla="*/ 1434 h 1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4" h="1434">
                  <a:moveTo>
                    <a:pt x="414" y="1434"/>
                  </a:moveTo>
                  <a:lnTo>
                    <a:pt x="0" y="718"/>
                  </a:lnTo>
                  <a:lnTo>
                    <a:pt x="414" y="0"/>
                  </a:lnTo>
                  <a:lnTo>
                    <a:pt x="1241" y="0"/>
                  </a:lnTo>
                  <a:lnTo>
                    <a:pt x="1654" y="718"/>
                  </a:lnTo>
                  <a:lnTo>
                    <a:pt x="1241" y="1434"/>
                  </a:lnTo>
                  <a:lnTo>
                    <a:pt x="414" y="1434"/>
                  </a:lnTo>
                  <a:close/>
                </a:path>
              </a:pathLst>
            </a:custGeom>
            <a:solidFill>
              <a:srgbClr val="127FB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Freeform 234"/>
            <p:cNvSpPr/>
            <p:nvPr/>
          </p:nvSpPr>
          <p:spPr bwMode="auto">
            <a:xfrm>
              <a:off x="11263622" y="1494206"/>
              <a:ext cx="577704" cy="500863"/>
            </a:xfrm>
            <a:custGeom>
              <a:avLst/>
              <a:gdLst>
                <a:gd name="T0" fmla="*/ 414 w 1654"/>
                <a:gd name="T1" fmla="*/ 1434 h 1434"/>
                <a:gd name="T2" fmla="*/ 0 w 1654"/>
                <a:gd name="T3" fmla="*/ 718 h 1434"/>
                <a:gd name="T4" fmla="*/ 414 w 1654"/>
                <a:gd name="T5" fmla="*/ 0 h 1434"/>
                <a:gd name="T6" fmla="*/ 1241 w 1654"/>
                <a:gd name="T7" fmla="*/ 0 h 1434"/>
                <a:gd name="T8" fmla="*/ 1654 w 1654"/>
                <a:gd name="T9" fmla="*/ 718 h 1434"/>
                <a:gd name="T10" fmla="*/ 1241 w 1654"/>
                <a:gd name="T11" fmla="*/ 1434 h 1434"/>
                <a:gd name="T12" fmla="*/ 414 w 1654"/>
                <a:gd name="T13" fmla="*/ 1434 h 1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4" h="1434">
                  <a:moveTo>
                    <a:pt x="414" y="1434"/>
                  </a:moveTo>
                  <a:lnTo>
                    <a:pt x="0" y="718"/>
                  </a:lnTo>
                  <a:lnTo>
                    <a:pt x="414" y="0"/>
                  </a:lnTo>
                  <a:lnTo>
                    <a:pt x="1241" y="0"/>
                  </a:lnTo>
                  <a:lnTo>
                    <a:pt x="1654" y="718"/>
                  </a:lnTo>
                  <a:lnTo>
                    <a:pt x="1241" y="1434"/>
                  </a:lnTo>
                  <a:lnTo>
                    <a:pt x="414" y="143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Freeform 235"/>
            <p:cNvSpPr>
              <a:spLocks noEditPoints="1"/>
            </p:cNvSpPr>
            <p:nvPr/>
          </p:nvSpPr>
          <p:spPr bwMode="auto">
            <a:xfrm>
              <a:off x="11289817" y="1687356"/>
              <a:ext cx="538585" cy="34578"/>
            </a:xfrm>
            <a:custGeom>
              <a:avLst/>
              <a:gdLst>
                <a:gd name="T0" fmla="*/ 1526 w 1542"/>
                <a:gd name="T1" fmla="*/ 72 h 99"/>
                <a:gd name="T2" fmla="*/ 1526 w 1542"/>
                <a:gd name="T3" fmla="*/ 72 h 99"/>
                <a:gd name="T4" fmla="*/ 1542 w 1542"/>
                <a:gd name="T5" fmla="*/ 99 h 99"/>
                <a:gd name="T6" fmla="*/ 1526 w 1542"/>
                <a:gd name="T7" fmla="*/ 72 h 99"/>
                <a:gd name="T8" fmla="*/ 19 w 1542"/>
                <a:gd name="T9" fmla="*/ 0 h 99"/>
                <a:gd name="T10" fmla="*/ 0 w 1542"/>
                <a:gd name="T11" fmla="*/ 35 h 99"/>
                <a:gd name="T12" fmla="*/ 19 w 1542"/>
                <a:gd name="T13" fmla="*/ 0 h 99"/>
                <a:gd name="T14" fmla="*/ 19 w 1542"/>
                <a:gd name="T15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2" h="99">
                  <a:moveTo>
                    <a:pt x="1526" y="72"/>
                  </a:moveTo>
                  <a:lnTo>
                    <a:pt x="1526" y="72"/>
                  </a:lnTo>
                  <a:lnTo>
                    <a:pt x="1542" y="99"/>
                  </a:lnTo>
                  <a:lnTo>
                    <a:pt x="1526" y="72"/>
                  </a:lnTo>
                  <a:close/>
                  <a:moveTo>
                    <a:pt x="19" y="0"/>
                  </a:moveTo>
                  <a:lnTo>
                    <a:pt x="0" y="35"/>
                  </a:lnTo>
                  <a:lnTo>
                    <a:pt x="19" y="0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FFC4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Freeform 236"/>
            <p:cNvSpPr>
              <a:spLocks noEditPoints="1"/>
            </p:cNvSpPr>
            <p:nvPr/>
          </p:nvSpPr>
          <p:spPr bwMode="auto">
            <a:xfrm>
              <a:off x="11289817" y="1687356"/>
              <a:ext cx="538585" cy="34578"/>
            </a:xfrm>
            <a:custGeom>
              <a:avLst/>
              <a:gdLst>
                <a:gd name="T0" fmla="*/ 1526 w 1542"/>
                <a:gd name="T1" fmla="*/ 72 h 99"/>
                <a:gd name="T2" fmla="*/ 1526 w 1542"/>
                <a:gd name="T3" fmla="*/ 72 h 99"/>
                <a:gd name="T4" fmla="*/ 1542 w 1542"/>
                <a:gd name="T5" fmla="*/ 99 h 99"/>
                <a:gd name="T6" fmla="*/ 1526 w 1542"/>
                <a:gd name="T7" fmla="*/ 72 h 99"/>
                <a:gd name="T8" fmla="*/ 19 w 1542"/>
                <a:gd name="T9" fmla="*/ 0 h 99"/>
                <a:gd name="T10" fmla="*/ 0 w 1542"/>
                <a:gd name="T11" fmla="*/ 35 h 99"/>
                <a:gd name="T12" fmla="*/ 19 w 1542"/>
                <a:gd name="T13" fmla="*/ 0 h 99"/>
                <a:gd name="T14" fmla="*/ 19 w 1542"/>
                <a:gd name="T15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2" h="99">
                  <a:moveTo>
                    <a:pt x="1526" y="72"/>
                  </a:moveTo>
                  <a:lnTo>
                    <a:pt x="1526" y="72"/>
                  </a:lnTo>
                  <a:lnTo>
                    <a:pt x="1542" y="99"/>
                  </a:lnTo>
                  <a:lnTo>
                    <a:pt x="1526" y="72"/>
                  </a:lnTo>
                  <a:moveTo>
                    <a:pt x="19" y="0"/>
                  </a:moveTo>
                  <a:lnTo>
                    <a:pt x="0" y="35"/>
                  </a:lnTo>
                  <a:lnTo>
                    <a:pt x="19" y="0"/>
                  </a:lnTo>
                  <a:lnTo>
                    <a:pt x="1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Freeform 238"/>
            <p:cNvSpPr/>
            <p:nvPr/>
          </p:nvSpPr>
          <p:spPr bwMode="auto">
            <a:xfrm>
              <a:off x="11288769" y="1577334"/>
              <a:ext cx="541379" cy="286058"/>
            </a:xfrm>
            <a:custGeom>
              <a:avLst/>
              <a:gdLst>
                <a:gd name="T0" fmla="*/ 1054 w 1550"/>
                <a:gd name="T1" fmla="*/ 0 h 819"/>
                <a:gd name="T2" fmla="*/ 985 w 1550"/>
                <a:gd name="T3" fmla="*/ 475 h 819"/>
                <a:gd name="T4" fmla="*/ 755 w 1550"/>
                <a:gd name="T5" fmla="*/ 475 h 819"/>
                <a:gd name="T6" fmla="*/ 683 w 1550"/>
                <a:gd name="T7" fmla="*/ 243 h 819"/>
                <a:gd name="T8" fmla="*/ 593 w 1550"/>
                <a:gd name="T9" fmla="*/ 659 h 819"/>
                <a:gd name="T10" fmla="*/ 521 w 1550"/>
                <a:gd name="T11" fmla="*/ 0 h 819"/>
                <a:gd name="T12" fmla="*/ 451 w 1550"/>
                <a:gd name="T13" fmla="*/ 475 h 819"/>
                <a:gd name="T14" fmla="*/ 222 w 1550"/>
                <a:gd name="T15" fmla="*/ 475 h 819"/>
                <a:gd name="T16" fmla="*/ 152 w 1550"/>
                <a:gd name="T17" fmla="*/ 243 h 819"/>
                <a:gd name="T18" fmla="*/ 59 w 1550"/>
                <a:gd name="T19" fmla="*/ 659 h 819"/>
                <a:gd name="T20" fmla="*/ 22 w 1550"/>
                <a:gd name="T21" fmla="*/ 315 h 819"/>
                <a:gd name="T22" fmla="*/ 3 w 1550"/>
                <a:gd name="T23" fmla="*/ 350 h 819"/>
                <a:gd name="T24" fmla="*/ 0 w 1550"/>
                <a:gd name="T25" fmla="*/ 352 h 819"/>
                <a:gd name="T26" fmla="*/ 35 w 1550"/>
                <a:gd name="T27" fmla="*/ 665 h 819"/>
                <a:gd name="T28" fmla="*/ 62 w 1550"/>
                <a:gd name="T29" fmla="*/ 710 h 819"/>
                <a:gd name="T30" fmla="*/ 72 w 1550"/>
                <a:gd name="T31" fmla="*/ 729 h 819"/>
                <a:gd name="T32" fmla="*/ 155 w 1550"/>
                <a:gd name="T33" fmla="*/ 347 h 819"/>
                <a:gd name="T34" fmla="*/ 203 w 1550"/>
                <a:gd name="T35" fmla="*/ 499 h 819"/>
                <a:gd name="T36" fmla="*/ 473 w 1550"/>
                <a:gd name="T37" fmla="*/ 499 h 819"/>
                <a:gd name="T38" fmla="*/ 518 w 1550"/>
                <a:gd name="T39" fmla="*/ 205 h 819"/>
                <a:gd name="T40" fmla="*/ 585 w 1550"/>
                <a:gd name="T41" fmla="*/ 819 h 819"/>
                <a:gd name="T42" fmla="*/ 689 w 1550"/>
                <a:gd name="T43" fmla="*/ 347 h 819"/>
                <a:gd name="T44" fmla="*/ 737 w 1550"/>
                <a:gd name="T45" fmla="*/ 499 h 819"/>
                <a:gd name="T46" fmla="*/ 1006 w 1550"/>
                <a:gd name="T47" fmla="*/ 499 h 819"/>
                <a:gd name="T48" fmla="*/ 1051 w 1550"/>
                <a:gd name="T49" fmla="*/ 205 h 819"/>
                <a:gd name="T50" fmla="*/ 1118 w 1550"/>
                <a:gd name="T51" fmla="*/ 819 h 819"/>
                <a:gd name="T52" fmla="*/ 1222 w 1550"/>
                <a:gd name="T53" fmla="*/ 347 h 819"/>
                <a:gd name="T54" fmla="*/ 1270 w 1550"/>
                <a:gd name="T55" fmla="*/ 499 h 819"/>
                <a:gd name="T56" fmla="*/ 1540 w 1550"/>
                <a:gd name="T57" fmla="*/ 499 h 819"/>
                <a:gd name="T58" fmla="*/ 1550 w 1550"/>
                <a:gd name="T59" fmla="*/ 424 h 819"/>
                <a:gd name="T60" fmla="*/ 1545 w 1550"/>
                <a:gd name="T61" fmla="*/ 414 h 819"/>
                <a:gd name="T62" fmla="*/ 1529 w 1550"/>
                <a:gd name="T63" fmla="*/ 387 h 819"/>
                <a:gd name="T64" fmla="*/ 1518 w 1550"/>
                <a:gd name="T65" fmla="*/ 475 h 819"/>
                <a:gd name="T66" fmla="*/ 1289 w 1550"/>
                <a:gd name="T67" fmla="*/ 475 h 819"/>
                <a:gd name="T68" fmla="*/ 1217 w 1550"/>
                <a:gd name="T69" fmla="*/ 243 h 819"/>
                <a:gd name="T70" fmla="*/ 1126 w 1550"/>
                <a:gd name="T71" fmla="*/ 659 h 819"/>
                <a:gd name="T72" fmla="*/ 1054 w 1550"/>
                <a:gd name="T73" fmla="*/ 0 h 8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550" h="819">
                  <a:moveTo>
                    <a:pt x="1054" y="0"/>
                  </a:moveTo>
                  <a:lnTo>
                    <a:pt x="985" y="475"/>
                  </a:lnTo>
                  <a:lnTo>
                    <a:pt x="755" y="475"/>
                  </a:lnTo>
                  <a:lnTo>
                    <a:pt x="683" y="243"/>
                  </a:lnTo>
                  <a:lnTo>
                    <a:pt x="593" y="659"/>
                  </a:lnTo>
                  <a:lnTo>
                    <a:pt x="521" y="0"/>
                  </a:lnTo>
                  <a:lnTo>
                    <a:pt x="451" y="475"/>
                  </a:lnTo>
                  <a:lnTo>
                    <a:pt x="222" y="475"/>
                  </a:lnTo>
                  <a:lnTo>
                    <a:pt x="152" y="243"/>
                  </a:lnTo>
                  <a:lnTo>
                    <a:pt x="59" y="659"/>
                  </a:lnTo>
                  <a:lnTo>
                    <a:pt x="22" y="315"/>
                  </a:lnTo>
                  <a:lnTo>
                    <a:pt x="3" y="350"/>
                  </a:lnTo>
                  <a:lnTo>
                    <a:pt x="0" y="352"/>
                  </a:lnTo>
                  <a:lnTo>
                    <a:pt x="35" y="665"/>
                  </a:lnTo>
                  <a:lnTo>
                    <a:pt x="62" y="710"/>
                  </a:lnTo>
                  <a:lnTo>
                    <a:pt x="72" y="729"/>
                  </a:lnTo>
                  <a:lnTo>
                    <a:pt x="155" y="347"/>
                  </a:lnTo>
                  <a:lnTo>
                    <a:pt x="203" y="499"/>
                  </a:lnTo>
                  <a:lnTo>
                    <a:pt x="473" y="499"/>
                  </a:lnTo>
                  <a:lnTo>
                    <a:pt x="518" y="205"/>
                  </a:lnTo>
                  <a:lnTo>
                    <a:pt x="585" y="819"/>
                  </a:lnTo>
                  <a:lnTo>
                    <a:pt x="689" y="347"/>
                  </a:lnTo>
                  <a:lnTo>
                    <a:pt x="737" y="499"/>
                  </a:lnTo>
                  <a:lnTo>
                    <a:pt x="1006" y="499"/>
                  </a:lnTo>
                  <a:lnTo>
                    <a:pt x="1051" y="205"/>
                  </a:lnTo>
                  <a:lnTo>
                    <a:pt x="1118" y="819"/>
                  </a:lnTo>
                  <a:lnTo>
                    <a:pt x="1222" y="347"/>
                  </a:lnTo>
                  <a:lnTo>
                    <a:pt x="1270" y="499"/>
                  </a:lnTo>
                  <a:lnTo>
                    <a:pt x="1540" y="499"/>
                  </a:lnTo>
                  <a:lnTo>
                    <a:pt x="1550" y="424"/>
                  </a:lnTo>
                  <a:lnTo>
                    <a:pt x="1545" y="414"/>
                  </a:lnTo>
                  <a:lnTo>
                    <a:pt x="1529" y="387"/>
                  </a:lnTo>
                  <a:lnTo>
                    <a:pt x="1518" y="475"/>
                  </a:lnTo>
                  <a:lnTo>
                    <a:pt x="1289" y="475"/>
                  </a:lnTo>
                  <a:lnTo>
                    <a:pt x="1217" y="243"/>
                  </a:lnTo>
                  <a:lnTo>
                    <a:pt x="1126" y="659"/>
                  </a:lnTo>
                  <a:lnTo>
                    <a:pt x="105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Freeform 239"/>
            <p:cNvSpPr>
              <a:spLocks noEditPoints="1"/>
            </p:cNvSpPr>
            <p:nvPr/>
          </p:nvSpPr>
          <p:spPr bwMode="auto">
            <a:xfrm>
              <a:off x="10905962" y="1619247"/>
              <a:ext cx="54836" cy="207820"/>
            </a:xfrm>
            <a:custGeom>
              <a:avLst/>
              <a:gdLst>
                <a:gd name="T0" fmla="*/ 125 w 157"/>
                <a:gd name="T1" fmla="*/ 499 h 595"/>
                <a:gd name="T2" fmla="*/ 69 w 157"/>
                <a:gd name="T3" fmla="*/ 595 h 595"/>
                <a:gd name="T4" fmla="*/ 69 w 157"/>
                <a:gd name="T5" fmla="*/ 595 h 595"/>
                <a:gd name="T6" fmla="*/ 125 w 157"/>
                <a:gd name="T7" fmla="*/ 499 h 595"/>
                <a:gd name="T8" fmla="*/ 149 w 157"/>
                <a:gd name="T9" fmla="*/ 262 h 595"/>
                <a:gd name="T10" fmla="*/ 149 w 157"/>
                <a:gd name="T11" fmla="*/ 262 h 595"/>
                <a:gd name="T12" fmla="*/ 157 w 157"/>
                <a:gd name="T13" fmla="*/ 275 h 595"/>
                <a:gd name="T14" fmla="*/ 149 w 157"/>
                <a:gd name="T15" fmla="*/ 262 h 595"/>
                <a:gd name="T16" fmla="*/ 0 w 157"/>
                <a:gd name="T17" fmla="*/ 0 h 595"/>
                <a:gd name="T18" fmla="*/ 0 w 157"/>
                <a:gd name="T19" fmla="*/ 0 h 595"/>
                <a:gd name="T20" fmla="*/ 18 w 157"/>
                <a:gd name="T21" fmla="*/ 35 h 595"/>
                <a:gd name="T22" fmla="*/ 0 w 157"/>
                <a:gd name="T23" fmla="*/ 0 h 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7" h="595">
                  <a:moveTo>
                    <a:pt x="125" y="499"/>
                  </a:moveTo>
                  <a:lnTo>
                    <a:pt x="69" y="595"/>
                  </a:lnTo>
                  <a:lnTo>
                    <a:pt x="69" y="595"/>
                  </a:lnTo>
                  <a:lnTo>
                    <a:pt x="125" y="499"/>
                  </a:lnTo>
                  <a:close/>
                  <a:moveTo>
                    <a:pt x="149" y="262"/>
                  </a:moveTo>
                  <a:lnTo>
                    <a:pt x="149" y="262"/>
                  </a:lnTo>
                  <a:lnTo>
                    <a:pt x="157" y="275"/>
                  </a:lnTo>
                  <a:lnTo>
                    <a:pt x="149" y="26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18" y="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4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Freeform 240"/>
            <p:cNvSpPr>
              <a:spLocks noEditPoints="1"/>
            </p:cNvSpPr>
            <p:nvPr/>
          </p:nvSpPr>
          <p:spPr bwMode="auto">
            <a:xfrm>
              <a:off x="10905962" y="1619247"/>
              <a:ext cx="54836" cy="207820"/>
            </a:xfrm>
            <a:custGeom>
              <a:avLst/>
              <a:gdLst>
                <a:gd name="T0" fmla="*/ 125 w 157"/>
                <a:gd name="T1" fmla="*/ 499 h 595"/>
                <a:gd name="T2" fmla="*/ 69 w 157"/>
                <a:gd name="T3" fmla="*/ 595 h 595"/>
                <a:gd name="T4" fmla="*/ 69 w 157"/>
                <a:gd name="T5" fmla="*/ 595 h 595"/>
                <a:gd name="T6" fmla="*/ 125 w 157"/>
                <a:gd name="T7" fmla="*/ 499 h 595"/>
                <a:gd name="T8" fmla="*/ 149 w 157"/>
                <a:gd name="T9" fmla="*/ 262 h 595"/>
                <a:gd name="T10" fmla="*/ 149 w 157"/>
                <a:gd name="T11" fmla="*/ 262 h 595"/>
                <a:gd name="T12" fmla="*/ 157 w 157"/>
                <a:gd name="T13" fmla="*/ 275 h 595"/>
                <a:gd name="T14" fmla="*/ 149 w 157"/>
                <a:gd name="T15" fmla="*/ 262 h 595"/>
                <a:gd name="T16" fmla="*/ 0 w 157"/>
                <a:gd name="T17" fmla="*/ 0 h 595"/>
                <a:gd name="T18" fmla="*/ 0 w 157"/>
                <a:gd name="T19" fmla="*/ 0 h 595"/>
                <a:gd name="T20" fmla="*/ 18 w 157"/>
                <a:gd name="T21" fmla="*/ 35 h 595"/>
                <a:gd name="T22" fmla="*/ 0 w 157"/>
                <a:gd name="T23" fmla="*/ 0 h 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7" h="595">
                  <a:moveTo>
                    <a:pt x="125" y="499"/>
                  </a:moveTo>
                  <a:lnTo>
                    <a:pt x="69" y="595"/>
                  </a:lnTo>
                  <a:lnTo>
                    <a:pt x="69" y="595"/>
                  </a:lnTo>
                  <a:lnTo>
                    <a:pt x="125" y="499"/>
                  </a:lnTo>
                  <a:moveTo>
                    <a:pt x="149" y="262"/>
                  </a:moveTo>
                  <a:lnTo>
                    <a:pt x="149" y="262"/>
                  </a:lnTo>
                  <a:lnTo>
                    <a:pt x="157" y="275"/>
                  </a:lnTo>
                  <a:lnTo>
                    <a:pt x="149" y="26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18" y="35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Freeform 242"/>
            <p:cNvSpPr/>
            <p:nvPr/>
          </p:nvSpPr>
          <p:spPr bwMode="auto">
            <a:xfrm>
              <a:off x="10400908" y="1577334"/>
              <a:ext cx="563733" cy="286058"/>
            </a:xfrm>
            <a:custGeom>
              <a:avLst/>
              <a:gdLst>
                <a:gd name="T0" fmla="*/ 928 w 1614"/>
                <a:gd name="T1" fmla="*/ 0 h 819"/>
                <a:gd name="T2" fmla="*/ 859 w 1614"/>
                <a:gd name="T3" fmla="*/ 475 h 819"/>
                <a:gd name="T4" fmla="*/ 629 w 1614"/>
                <a:gd name="T5" fmla="*/ 475 h 819"/>
                <a:gd name="T6" fmla="*/ 560 w 1614"/>
                <a:gd name="T7" fmla="*/ 243 h 819"/>
                <a:gd name="T8" fmla="*/ 469 w 1614"/>
                <a:gd name="T9" fmla="*/ 659 h 819"/>
                <a:gd name="T10" fmla="*/ 394 w 1614"/>
                <a:gd name="T11" fmla="*/ 0 h 819"/>
                <a:gd name="T12" fmla="*/ 325 w 1614"/>
                <a:gd name="T13" fmla="*/ 475 h 819"/>
                <a:gd name="T14" fmla="*/ 0 w 1614"/>
                <a:gd name="T15" fmla="*/ 475 h 819"/>
                <a:gd name="T16" fmla="*/ 0 w 1614"/>
                <a:gd name="T17" fmla="*/ 488 h 819"/>
                <a:gd name="T18" fmla="*/ 8 w 1614"/>
                <a:gd name="T19" fmla="*/ 499 h 819"/>
                <a:gd name="T20" fmla="*/ 349 w 1614"/>
                <a:gd name="T21" fmla="*/ 499 h 819"/>
                <a:gd name="T22" fmla="*/ 392 w 1614"/>
                <a:gd name="T23" fmla="*/ 205 h 819"/>
                <a:gd name="T24" fmla="*/ 458 w 1614"/>
                <a:gd name="T25" fmla="*/ 819 h 819"/>
                <a:gd name="T26" fmla="*/ 563 w 1614"/>
                <a:gd name="T27" fmla="*/ 347 h 819"/>
                <a:gd name="T28" fmla="*/ 611 w 1614"/>
                <a:gd name="T29" fmla="*/ 499 h 819"/>
                <a:gd name="T30" fmla="*/ 883 w 1614"/>
                <a:gd name="T31" fmla="*/ 499 h 819"/>
                <a:gd name="T32" fmla="*/ 925 w 1614"/>
                <a:gd name="T33" fmla="*/ 205 h 819"/>
                <a:gd name="T34" fmla="*/ 992 w 1614"/>
                <a:gd name="T35" fmla="*/ 819 h 819"/>
                <a:gd name="T36" fmla="*/ 1096 w 1614"/>
                <a:gd name="T37" fmla="*/ 347 h 819"/>
                <a:gd name="T38" fmla="*/ 1144 w 1614"/>
                <a:gd name="T39" fmla="*/ 499 h 819"/>
                <a:gd name="T40" fmla="*/ 1416 w 1614"/>
                <a:gd name="T41" fmla="*/ 499 h 819"/>
                <a:gd name="T42" fmla="*/ 1459 w 1614"/>
                <a:gd name="T43" fmla="*/ 205 h 819"/>
                <a:gd name="T44" fmla="*/ 1515 w 1614"/>
                <a:gd name="T45" fmla="*/ 715 h 819"/>
                <a:gd name="T46" fmla="*/ 1571 w 1614"/>
                <a:gd name="T47" fmla="*/ 619 h 819"/>
                <a:gd name="T48" fmla="*/ 1614 w 1614"/>
                <a:gd name="T49" fmla="*/ 416 h 819"/>
                <a:gd name="T50" fmla="*/ 1603 w 1614"/>
                <a:gd name="T51" fmla="*/ 395 h 819"/>
                <a:gd name="T52" fmla="*/ 1595 w 1614"/>
                <a:gd name="T53" fmla="*/ 382 h 819"/>
                <a:gd name="T54" fmla="*/ 1536 w 1614"/>
                <a:gd name="T55" fmla="*/ 659 h 819"/>
                <a:gd name="T56" fmla="*/ 1483 w 1614"/>
                <a:gd name="T57" fmla="*/ 187 h 819"/>
                <a:gd name="T58" fmla="*/ 1464 w 1614"/>
                <a:gd name="T59" fmla="*/ 155 h 819"/>
                <a:gd name="T60" fmla="*/ 1446 w 1614"/>
                <a:gd name="T61" fmla="*/ 120 h 819"/>
                <a:gd name="T62" fmla="*/ 1392 w 1614"/>
                <a:gd name="T63" fmla="*/ 475 h 819"/>
                <a:gd name="T64" fmla="*/ 1163 w 1614"/>
                <a:gd name="T65" fmla="*/ 475 h 819"/>
                <a:gd name="T66" fmla="*/ 1094 w 1614"/>
                <a:gd name="T67" fmla="*/ 243 h 819"/>
                <a:gd name="T68" fmla="*/ 1003 w 1614"/>
                <a:gd name="T69" fmla="*/ 659 h 819"/>
                <a:gd name="T70" fmla="*/ 928 w 1614"/>
                <a:gd name="T71" fmla="*/ 0 h 8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14" h="819">
                  <a:moveTo>
                    <a:pt x="928" y="0"/>
                  </a:moveTo>
                  <a:lnTo>
                    <a:pt x="859" y="475"/>
                  </a:lnTo>
                  <a:lnTo>
                    <a:pt x="629" y="475"/>
                  </a:lnTo>
                  <a:lnTo>
                    <a:pt x="560" y="243"/>
                  </a:lnTo>
                  <a:lnTo>
                    <a:pt x="469" y="659"/>
                  </a:lnTo>
                  <a:lnTo>
                    <a:pt x="394" y="0"/>
                  </a:lnTo>
                  <a:lnTo>
                    <a:pt x="325" y="475"/>
                  </a:lnTo>
                  <a:lnTo>
                    <a:pt x="0" y="475"/>
                  </a:lnTo>
                  <a:lnTo>
                    <a:pt x="0" y="488"/>
                  </a:lnTo>
                  <a:lnTo>
                    <a:pt x="8" y="499"/>
                  </a:lnTo>
                  <a:lnTo>
                    <a:pt x="349" y="499"/>
                  </a:lnTo>
                  <a:lnTo>
                    <a:pt x="392" y="205"/>
                  </a:lnTo>
                  <a:lnTo>
                    <a:pt x="458" y="819"/>
                  </a:lnTo>
                  <a:lnTo>
                    <a:pt x="563" y="347"/>
                  </a:lnTo>
                  <a:lnTo>
                    <a:pt x="611" y="499"/>
                  </a:lnTo>
                  <a:lnTo>
                    <a:pt x="883" y="499"/>
                  </a:lnTo>
                  <a:lnTo>
                    <a:pt x="925" y="205"/>
                  </a:lnTo>
                  <a:lnTo>
                    <a:pt x="992" y="819"/>
                  </a:lnTo>
                  <a:lnTo>
                    <a:pt x="1096" y="347"/>
                  </a:lnTo>
                  <a:lnTo>
                    <a:pt x="1144" y="499"/>
                  </a:lnTo>
                  <a:lnTo>
                    <a:pt x="1416" y="499"/>
                  </a:lnTo>
                  <a:lnTo>
                    <a:pt x="1459" y="205"/>
                  </a:lnTo>
                  <a:lnTo>
                    <a:pt x="1515" y="715"/>
                  </a:lnTo>
                  <a:lnTo>
                    <a:pt x="1571" y="619"/>
                  </a:lnTo>
                  <a:lnTo>
                    <a:pt x="1614" y="416"/>
                  </a:lnTo>
                  <a:lnTo>
                    <a:pt x="1603" y="395"/>
                  </a:lnTo>
                  <a:lnTo>
                    <a:pt x="1595" y="382"/>
                  </a:lnTo>
                  <a:lnTo>
                    <a:pt x="1536" y="659"/>
                  </a:lnTo>
                  <a:lnTo>
                    <a:pt x="1483" y="187"/>
                  </a:lnTo>
                  <a:lnTo>
                    <a:pt x="1464" y="155"/>
                  </a:lnTo>
                  <a:lnTo>
                    <a:pt x="1446" y="120"/>
                  </a:lnTo>
                  <a:lnTo>
                    <a:pt x="1392" y="475"/>
                  </a:lnTo>
                  <a:lnTo>
                    <a:pt x="1163" y="475"/>
                  </a:lnTo>
                  <a:lnTo>
                    <a:pt x="1094" y="243"/>
                  </a:lnTo>
                  <a:lnTo>
                    <a:pt x="1003" y="659"/>
                  </a:lnTo>
                  <a:lnTo>
                    <a:pt x="92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Freeform 243"/>
            <p:cNvSpPr/>
            <p:nvPr/>
          </p:nvSpPr>
          <p:spPr bwMode="auto">
            <a:xfrm>
              <a:off x="9968503" y="1248315"/>
              <a:ext cx="578402" cy="500514"/>
            </a:xfrm>
            <a:custGeom>
              <a:avLst/>
              <a:gdLst>
                <a:gd name="T0" fmla="*/ 413 w 1656"/>
                <a:gd name="T1" fmla="*/ 1433 h 1433"/>
                <a:gd name="T2" fmla="*/ 0 w 1656"/>
                <a:gd name="T3" fmla="*/ 718 h 1433"/>
                <a:gd name="T4" fmla="*/ 413 w 1656"/>
                <a:gd name="T5" fmla="*/ 0 h 1433"/>
                <a:gd name="T6" fmla="*/ 1240 w 1656"/>
                <a:gd name="T7" fmla="*/ 0 h 1433"/>
                <a:gd name="T8" fmla="*/ 1656 w 1656"/>
                <a:gd name="T9" fmla="*/ 718 h 1433"/>
                <a:gd name="T10" fmla="*/ 1240 w 1656"/>
                <a:gd name="T11" fmla="*/ 1433 h 1433"/>
                <a:gd name="T12" fmla="*/ 413 w 1656"/>
                <a:gd name="T13" fmla="*/ 1433 h 1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6" h="1433">
                  <a:moveTo>
                    <a:pt x="413" y="1433"/>
                  </a:moveTo>
                  <a:lnTo>
                    <a:pt x="0" y="718"/>
                  </a:lnTo>
                  <a:lnTo>
                    <a:pt x="413" y="0"/>
                  </a:lnTo>
                  <a:lnTo>
                    <a:pt x="1240" y="0"/>
                  </a:lnTo>
                  <a:lnTo>
                    <a:pt x="1656" y="718"/>
                  </a:lnTo>
                  <a:lnTo>
                    <a:pt x="1240" y="1433"/>
                  </a:lnTo>
                  <a:lnTo>
                    <a:pt x="413" y="1433"/>
                  </a:lnTo>
                  <a:close/>
                </a:path>
              </a:pathLst>
            </a:custGeom>
            <a:solidFill>
              <a:srgbClr val="24436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Freeform 244"/>
            <p:cNvSpPr/>
            <p:nvPr/>
          </p:nvSpPr>
          <p:spPr bwMode="auto">
            <a:xfrm>
              <a:off x="10116596" y="1357290"/>
              <a:ext cx="281517" cy="282565"/>
            </a:xfrm>
            <a:custGeom>
              <a:avLst/>
              <a:gdLst>
                <a:gd name="T0" fmla="*/ 806 w 806"/>
                <a:gd name="T1" fmla="*/ 555 h 809"/>
                <a:gd name="T2" fmla="*/ 555 w 806"/>
                <a:gd name="T3" fmla="*/ 555 h 809"/>
                <a:gd name="T4" fmla="*/ 555 w 806"/>
                <a:gd name="T5" fmla="*/ 809 h 809"/>
                <a:gd name="T6" fmla="*/ 251 w 806"/>
                <a:gd name="T7" fmla="*/ 809 h 809"/>
                <a:gd name="T8" fmla="*/ 251 w 806"/>
                <a:gd name="T9" fmla="*/ 555 h 809"/>
                <a:gd name="T10" fmla="*/ 0 w 806"/>
                <a:gd name="T11" fmla="*/ 555 h 809"/>
                <a:gd name="T12" fmla="*/ 0 w 806"/>
                <a:gd name="T13" fmla="*/ 254 h 809"/>
                <a:gd name="T14" fmla="*/ 251 w 806"/>
                <a:gd name="T15" fmla="*/ 254 h 809"/>
                <a:gd name="T16" fmla="*/ 251 w 806"/>
                <a:gd name="T17" fmla="*/ 0 h 809"/>
                <a:gd name="T18" fmla="*/ 555 w 806"/>
                <a:gd name="T19" fmla="*/ 0 h 809"/>
                <a:gd name="T20" fmla="*/ 555 w 806"/>
                <a:gd name="T21" fmla="*/ 254 h 809"/>
                <a:gd name="T22" fmla="*/ 806 w 806"/>
                <a:gd name="T23" fmla="*/ 254 h 809"/>
                <a:gd name="T24" fmla="*/ 806 w 806"/>
                <a:gd name="T25" fmla="*/ 555 h 8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06" h="809">
                  <a:moveTo>
                    <a:pt x="806" y="555"/>
                  </a:moveTo>
                  <a:lnTo>
                    <a:pt x="555" y="555"/>
                  </a:lnTo>
                  <a:lnTo>
                    <a:pt x="555" y="809"/>
                  </a:lnTo>
                  <a:lnTo>
                    <a:pt x="251" y="809"/>
                  </a:lnTo>
                  <a:lnTo>
                    <a:pt x="251" y="555"/>
                  </a:lnTo>
                  <a:lnTo>
                    <a:pt x="0" y="555"/>
                  </a:lnTo>
                  <a:lnTo>
                    <a:pt x="0" y="254"/>
                  </a:lnTo>
                  <a:lnTo>
                    <a:pt x="251" y="254"/>
                  </a:lnTo>
                  <a:lnTo>
                    <a:pt x="251" y="0"/>
                  </a:lnTo>
                  <a:lnTo>
                    <a:pt x="555" y="0"/>
                  </a:lnTo>
                  <a:lnTo>
                    <a:pt x="555" y="254"/>
                  </a:lnTo>
                  <a:lnTo>
                    <a:pt x="806" y="254"/>
                  </a:lnTo>
                  <a:lnTo>
                    <a:pt x="806" y="555"/>
                  </a:lnTo>
                  <a:close/>
                </a:path>
              </a:pathLst>
            </a:custGeom>
            <a:solidFill>
              <a:srgbClr val="FFFB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Freeform 245"/>
            <p:cNvSpPr/>
            <p:nvPr/>
          </p:nvSpPr>
          <p:spPr bwMode="auto">
            <a:xfrm>
              <a:off x="10394272" y="1492460"/>
              <a:ext cx="588881" cy="510992"/>
            </a:xfrm>
            <a:custGeom>
              <a:avLst/>
              <a:gdLst>
                <a:gd name="T0" fmla="*/ 1259 w 1686"/>
                <a:gd name="T1" fmla="*/ 1463 h 1463"/>
                <a:gd name="T2" fmla="*/ 424 w 1686"/>
                <a:gd name="T3" fmla="*/ 1463 h 1463"/>
                <a:gd name="T4" fmla="*/ 0 w 1686"/>
                <a:gd name="T5" fmla="*/ 731 h 1463"/>
                <a:gd name="T6" fmla="*/ 424 w 1686"/>
                <a:gd name="T7" fmla="*/ 0 h 1463"/>
                <a:gd name="T8" fmla="*/ 1267 w 1686"/>
                <a:gd name="T9" fmla="*/ 0 h 1463"/>
                <a:gd name="T10" fmla="*/ 1686 w 1686"/>
                <a:gd name="T11" fmla="*/ 723 h 1463"/>
                <a:gd name="T12" fmla="*/ 1657 w 1686"/>
                <a:gd name="T13" fmla="*/ 739 h 1463"/>
                <a:gd name="T14" fmla="*/ 1249 w 1686"/>
                <a:gd name="T15" fmla="*/ 32 h 1463"/>
                <a:gd name="T16" fmla="*/ 443 w 1686"/>
                <a:gd name="T17" fmla="*/ 32 h 1463"/>
                <a:gd name="T18" fmla="*/ 37 w 1686"/>
                <a:gd name="T19" fmla="*/ 731 h 1463"/>
                <a:gd name="T20" fmla="*/ 443 w 1686"/>
                <a:gd name="T21" fmla="*/ 1431 h 1463"/>
                <a:gd name="T22" fmla="*/ 1259 w 1686"/>
                <a:gd name="T23" fmla="*/ 1431 h 1463"/>
                <a:gd name="T24" fmla="*/ 1259 w 1686"/>
                <a:gd name="T25" fmla="*/ 1463 h 1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86" h="1463">
                  <a:moveTo>
                    <a:pt x="1259" y="1463"/>
                  </a:moveTo>
                  <a:lnTo>
                    <a:pt x="424" y="1463"/>
                  </a:lnTo>
                  <a:lnTo>
                    <a:pt x="0" y="731"/>
                  </a:lnTo>
                  <a:lnTo>
                    <a:pt x="424" y="0"/>
                  </a:lnTo>
                  <a:lnTo>
                    <a:pt x="1267" y="0"/>
                  </a:lnTo>
                  <a:lnTo>
                    <a:pt x="1686" y="723"/>
                  </a:lnTo>
                  <a:lnTo>
                    <a:pt x="1657" y="739"/>
                  </a:lnTo>
                  <a:lnTo>
                    <a:pt x="1249" y="32"/>
                  </a:lnTo>
                  <a:lnTo>
                    <a:pt x="443" y="32"/>
                  </a:lnTo>
                  <a:lnTo>
                    <a:pt x="37" y="731"/>
                  </a:lnTo>
                  <a:lnTo>
                    <a:pt x="443" y="1431"/>
                  </a:lnTo>
                  <a:lnTo>
                    <a:pt x="1259" y="1431"/>
                  </a:lnTo>
                  <a:lnTo>
                    <a:pt x="1259" y="1463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Oval 246"/>
            <p:cNvSpPr>
              <a:spLocks noChangeArrowheads="1"/>
            </p:cNvSpPr>
            <p:nvPr/>
          </p:nvSpPr>
          <p:spPr bwMode="auto">
            <a:xfrm>
              <a:off x="10370172" y="1718092"/>
              <a:ext cx="62171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Oval 247"/>
            <p:cNvSpPr>
              <a:spLocks noChangeArrowheads="1"/>
            </p:cNvSpPr>
            <p:nvPr/>
          </p:nvSpPr>
          <p:spPr bwMode="auto">
            <a:xfrm>
              <a:off x="10946827" y="1718092"/>
              <a:ext cx="62521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Oval 248"/>
            <p:cNvSpPr>
              <a:spLocks noChangeArrowheads="1"/>
            </p:cNvSpPr>
            <p:nvPr/>
          </p:nvSpPr>
          <p:spPr bwMode="auto">
            <a:xfrm>
              <a:off x="10514423" y="1467312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Oval 249"/>
            <p:cNvSpPr>
              <a:spLocks noChangeArrowheads="1"/>
            </p:cNvSpPr>
            <p:nvPr/>
          </p:nvSpPr>
          <p:spPr bwMode="auto">
            <a:xfrm>
              <a:off x="10514423" y="1966079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Oval 250"/>
            <p:cNvSpPr>
              <a:spLocks noChangeArrowheads="1"/>
            </p:cNvSpPr>
            <p:nvPr/>
          </p:nvSpPr>
          <p:spPr bwMode="auto">
            <a:xfrm>
              <a:off x="10802576" y="1467312"/>
              <a:ext cx="61473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Oval 251"/>
            <p:cNvSpPr>
              <a:spLocks noChangeArrowheads="1"/>
            </p:cNvSpPr>
            <p:nvPr/>
          </p:nvSpPr>
          <p:spPr bwMode="auto">
            <a:xfrm>
              <a:off x="10802576" y="1966079"/>
              <a:ext cx="61473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Freeform 252"/>
            <p:cNvSpPr/>
            <p:nvPr/>
          </p:nvSpPr>
          <p:spPr bwMode="auto">
            <a:xfrm>
              <a:off x="10828422" y="743960"/>
              <a:ext cx="587134" cy="258116"/>
            </a:xfrm>
            <a:custGeom>
              <a:avLst/>
              <a:gdLst>
                <a:gd name="T0" fmla="*/ 1652 w 1681"/>
                <a:gd name="T1" fmla="*/ 739 h 739"/>
                <a:gd name="T2" fmla="*/ 1244 w 1681"/>
                <a:gd name="T3" fmla="*/ 29 h 739"/>
                <a:gd name="T4" fmla="*/ 438 w 1681"/>
                <a:gd name="T5" fmla="*/ 29 h 739"/>
                <a:gd name="T6" fmla="*/ 27 w 1681"/>
                <a:gd name="T7" fmla="*/ 739 h 739"/>
                <a:gd name="T8" fmla="*/ 0 w 1681"/>
                <a:gd name="T9" fmla="*/ 723 h 739"/>
                <a:gd name="T10" fmla="*/ 419 w 1681"/>
                <a:gd name="T11" fmla="*/ 0 h 739"/>
                <a:gd name="T12" fmla="*/ 1262 w 1681"/>
                <a:gd name="T13" fmla="*/ 0 h 739"/>
                <a:gd name="T14" fmla="*/ 1681 w 1681"/>
                <a:gd name="T15" fmla="*/ 723 h 739"/>
                <a:gd name="T16" fmla="*/ 1652 w 1681"/>
                <a:gd name="T17" fmla="*/ 739 h 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81" h="739">
                  <a:moveTo>
                    <a:pt x="1652" y="739"/>
                  </a:moveTo>
                  <a:lnTo>
                    <a:pt x="1244" y="29"/>
                  </a:lnTo>
                  <a:lnTo>
                    <a:pt x="438" y="29"/>
                  </a:lnTo>
                  <a:lnTo>
                    <a:pt x="27" y="739"/>
                  </a:lnTo>
                  <a:lnTo>
                    <a:pt x="0" y="723"/>
                  </a:lnTo>
                  <a:lnTo>
                    <a:pt x="419" y="0"/>
                  </a:lnTo>
                  <a:lnTo>
                    <a:pt x="1262" y="0"/>
                  </a:lnTo>
                  <a:lnTo>
                    <a:pt x="1681" y="723"/>
                  </a:lnTo>
                  <a:lnTo>
                    <a:pt x="1652" y="739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Oval 253"/>
            <p:cNvSpPr>
              <a:spLocks noChangeArrowheads="1"/>
            </p:cNvSpPr>
            <p:nvPr/>
          </p:nvSpPr>
          <p:spPr bwMode="auto">
            <a:xfrm>
              <a:off x="10802576" y="968544"/>
              <a:ext cx="6217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Oval 254"/>
            <p:cNvSpPr>
              <a:spLocks noChangeArrowheads="1"/>
            </p:cNvSpPr>
            <p:nvPr/>
          </p:nvSpPr>
          <p:spPr bwMode="auto">
            <a:xfrm>
              <a:off x="11379232" y="968544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Oval 255"/>
            <p:cNvSpPr>
              <a:spLocks noChangeArrowheads="1"/>
            </p:cNvSpPr>
            <p:nvPr/>
          </p:nvSpPr>
          <p:spPr bwMode="auto">
            <a:xfrm>
              <a:off x="10946827" y="718811"/>
              <a:ext cx="62521" cy="6217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Oval 256"/>
            <p:cNvSpPr>
              <a:spLocks noChangeArrowheads="1"/>
            </p:cNvSpPr>
            <p:nvPr/>
          </p:nvSpPr>
          <p:spPr bwMode="auto">
            <a:xfrm>
              <a:off x="10946827" y="1217579"/>
              <a:ext cx="62521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Oval 257"/>
            <p:cNvSpPr>
              <a:spLocks noChangeArrowheads="1"/>
            </p:cNvSpPr>
            <p:nvPr/>
          </p:nvSpPr>
          <p:spPr bwMode="auto">
            <a:xfrm>
              <a:off x="11234981" y="718811"/>
              <a:ext cx="61473" cy="6217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Oval 258"/>
            <p:cNvSpPr>
              <a:spLocks noChangeArrowheads="1"/>
            </p:cNvSpPr>
            <p:nvPr/>
          </p:nvSpPr>
          <p:spPr bwMode="auto">
            <a:xfrm>
              <a:off x="11234981" y="1217579"/>
              <a:ext cx="61473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Freeform 259"/>
            <p:cNvSpPr/>
            <p:nvPr/>
          </p:nvSpPr>
          <p:spPr bwMode="auto">
            <a:xfrm>
              <a:off x="11260827" y="495973"/>
              <a:ext cx="153682" cy="255321"/>
            </a:xfrm>
            <a:custGeom>
              <a:avLst/>
              <a:gdLst>
                <a:gd name="T0" fmla="*/ 27 w 440"/>
                <a:gd name="T1" fmla="*/ 731 h 731"/>
                <a:gd name="T2" fmla="*/ 0 w 440"/>
                <a:gd name="T3" fmla="*/ 715 h 731"/>
                <a:gd name="T4" fmla="*/ 414 w 440"/>
                <a:gd name="T5" fmla="*/ 0 h 731"/>
                <a:gd name="T6" fmla="*/ 440 w 440"/>
                <a:gd name="T7" fmla="*/ 16 h 731"/>
                <a:gd name="T8" fmla="*/ 27 w 440"/>
                <a:gd name="T9" fmla="*/ 731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0" h="731">
                  <a:moveTo>
                    <a:pt x="27" y="731"/>
                  </a:moveTo>
                  <a:lnTo>
                    <a:pt x="0" y="715"/>
                  </a:lnTo>
                  <a:lnTo>
                    <a:pt x="414" y="0"/>
                  </a:lnTo>
                  <a:lnTo>
                    <a:pt x="440" y="16"/>
                  </a:lnTo>
                  <a:lnTo>
                    <a:pt x="27" y="731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Oval 260"/>
            <p:cNvSpPr>
              <a:spLocks noChangeArrowheads="1"/>
            </p:cNvSpPr>
            <p:nvPr/>
          </p:nvSpPr>
          <p:spPr bwMode="auto">
            <a:xfrm>
              <a:off x="11379232" y="468031"/>
              <a:ext cx="62521" cy="6217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Freeform 261"/>
            <p:cNvSpPr/>
            <p:nvPr/>
          </p:nvSpPr>
          <p:spPr bwMode="auto">
            <a:xfrm>
              <a:off x="9532257" y="1497000"/>
              <a:ext cx="153682" cy="255670"/>
            </a:xfrm>
            <a:custGeom>
              <a:avLst/>
              <a:gdLst>
                <a:gd name="T0" fmla="*/ 27 w 440"/>
                <a:gd name="T1" fmla="*/ 732 h 732"/>
                <a:gd name="T2" fmla="*/ 0 w 440"/>
                <a:gd name="T3" fmla="*/ 716 h 732"/>
                <a:gd name="T4" fmla="*/ 411 w 440"/>
                <a:gd name="T5" fmla="*/ 0 h 732"/>
                <a:gd name="T6" fmla="*/ 440 w 440"/>
                <a:gd name="T7" fmla="*/ 16 h 732"/>
                <a:gd name="T8" fmla="*/ 27 w 440"/>
                <a:gd name="T9" fmla="*/ 732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0" h="732">
                  <a:moveTo>
                    <a:pt x="27" y="732"/>
                  </a:moveTo>
                  <a:lnTo>
                    <a:pt x="0" y="716"/>
                  </a:lnTo>
                  <a:lnTo>
                    <a:pt x="411" y="0"/>
                  </a:lnTo>
                  <a:lnTo>
                    <a:pt x="440" y="16"/>
                  </a:lnTo>
                  <a:lnTo>
                    <a:pt x="27" y="732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Oval 262"/>
            <p:cNvSpPr>
              <a:spLocks noChangeArrowheads="1"/>
            </p:cNvSpPr>
            <p:nvPr/>
          </p:nvSpPr>
          <p:spPr bwMode="auto">
            <a:xfrm>
              <a:off x="9505362" y="1719839"/>
              <a:ext cx="6217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8" name="Oval 263"/>
            <p:cNvSpPr>
              <a:spLocks noChangeArrowheads="1"/>
            </p:cNvSpPr>
            <p:nvPr/>
          </p:nvSpPr>
          <p:spPr bwMode="auto">
            <a:xfrm>
              <a:off x="9650661" y="1470106"/>
              <a:ext cx="61473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Freeform 264"/>
            <p:cNvSpPr/>
            <p:nvPr/>
          </p:nvSpPr>
          <p:spPr bwMode="auto">
            <a:xfrm>
              <a:off x="11693232" y="1244473"/>
              <a:ext cx="153682" cy="255321"/>
            </a:xfrm>
            <a:custGeom>
              <a:avLst/>
              <a:gdLst>
                <a:gd name="T0" fmla="*/ 27 w 440"/>
                <a:gd name="T1" fmla="*/ 731 h 731"/>
                <a:gd name="T2" fmla="*/ 0 w 440"/>
                <a:gd name="T3" fmla="*/ 715 h 731"/>
                <a:gd name="T4" fmla="*/ 411 w 440"/>
                <a:gd name="T5" fmla="*/ 0 h 731"/>
                <a:gd name="T6" fmla="*/ 440 w 440"/>
                <a:gd name="T7" fmla="*/ 16 h 731"/>
                <a:gd name="T8" fmla="*/ 27 w 440"/>
                <a:gd name="T9" fmla="*/ 731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0" h="731">
                  <a:moveTo>
                    <a:pt x="27" y="731"/>
                  </a:moveTo>
                  <a:lnTo>
                    <a:pt x="0" y="715"/>
                  </a:lnTo>
                  <a:lnTo>
                    <a:pt x="411" y="0"/>
                  </a:lnTo>
                  <a:lnTo>
                    <a:pt x="440" y="16"/>
                  </a:lnTo>
                  <a:lnTo>
                    <a:pt x="27" y="731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Oval 265"/>
            <p:cNvSpPr>
              <a:spLocks noChangeArrowheads="1"/>
            </p:cNvSpPr>
            <p:nvPr/>
          </p:nvSpPr>
          <p:spPr bwMode="auto">
            <a:xfrm>
              <a:off x="11666338" y="1467312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" name="Oval 266"/>
            <p:cNvSpPr>
              <a:spLocks noChangeArrowheads="1"/>
            </p:cNvSpPr>
            <p:nvPr/>
          </p:nvSpPr>
          <p:spPr bwMode="auto">
            <a:xfrm>
              <a:off x="11811636" y="1217579"/>
              <a:ext cx="61473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2" name="Freeform 267"/>
            <p:cNvSpPr/>
            <p:nvPr/>
          </p:nvSpPr>
          <p:spPr bwMode="auto">
            <a:xfrm>
              <a:off x="10397066" y="495973"/>
              <a:ext cx="153682" cy="255321"/>
            </a:xfrm>
            <a:custGeom>
              <a:avLst/>
              <a:gdLst>
                <a:gd name="T0" fmla="*/ 27 w 440"/>
                <a:gd name="T1" fmla="*/ 731 h 731"/>
                <a:gd name="T2" fmla="*/ 0 w 440"/>
                <a:gd name="T3" fmla="*/ 715 h 731"/>
                <a:gd name="T4" fmla="*/ 411 w 440"/>
                <a:gd name="T5" fmla="*/ 0 h 731"/>
                <a:gd name="T6" fmla="*/ 440 w 440"/>
                <a:gd name="T7" fmla="*/ 16 h 731"/>
                <a:gd name="T8" fmla="*/ 27 w 440"/>
                <a:gd name="T9" fmla="*/ 731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0" h="731">
                  <a:moveTo>
                    <a:pt x="27" y="731"/>
                  </a:moveTo>
                  <a:lnTo>
                    <a:pt x="0" y="715"/>
                  </a:lnTo>
                  <a:lnTo>
                    <a:pt x="411" y="0"/>
                  </a:lnTo>
                  <a:lnTo>
                    <a:pt x="440" y="16"/>
                  </a:lnTo>
                  <a:lnTo>
                    <a:pt x="27" y="731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" name="Oval 268"/>
            <p:cNvSpPr>
              <a:spLocks noChangeArrowheads="1"/>
            </p:cNvSpPr>
            <p:nvPr/>
          </p:nvSpPr>
          <p:spPr bwMode="auto">
            <a:xfrm>
              <a:off x="10370172" y="718811"/>
              <a:ext cx="62171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Oval 269"/>
            <p:cNvSpPr>
              <a:spLocks noChangeArrowheads="1"/>
            </p:cNvSpPr>
            <p:nvPr/>
          </p:nvSpPr>
          <p:spPr bwMode="auto">
            <a:xfrm>
              <a:off x="10515470" y="468031"/>
              <a:ext cx="61473" cy="6217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5" name="Freeform 270"/>
            <p:cNvSpPr/>
            <p:nvPr/>
          </p:nvSpPr>
          <p:spPr bwMode="auto">
            <a:xfrm>
              <a:off x="10397066" y="245192"/>
              <a:ext cx="153682" cy="255321"/>
            </a:xfrm>
            <a:custGeom>
              <a:avLst/>
              <a:gdLst>
                <a:gd name="T0" fmla="*/ 413 w 440"/>
                <a:gd name="T1" fmla="*/ 731 h 731"/>
                <a:gd name="T2" fmla="*/ 0 w 440"/>
                <a:gd name="T3" fmla="*/ 16 h 731"/>
                <a:gd name="T4" fmla="*/ 27 w 440"/>
                <a:gd name="T5" fmla="*/ 0 h 731"/>
                <a:gd name="T6" fmla="*/ 440 w 440"/>
                <a:gd name="T7" fmla="*/ 715 h 731"/>
                <a:gd name="T8" fmla="*/ 413 w 440"/>
                <a:gd name="T9" fmla="*/ 731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0" h="731">
                  <a:moveTo>
                    <a:pt x="413" y="731"/>
                  </a:moveTo>
                  <a:lnTo>
                    <a:pt x="0" y="16"/>
                  </a:lnTo>
                  <a:lnTo>
                    <a:pt x="27" y="0"/>
                  </a:lnTo>
                  <a:lnTo>
                    <a:pt x="440" y="715"/>
                  </a:lnTo>
                  <a:lnTo>
                    <a:pt x="413" y="731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Oval 271"/>
            <p:cNvSpPr>
              <a:spLocks noChangeArrowheads="1"/>
            </p:cNvSpPr>
            <p:nvPr/>
          </p:nvSpPr>
          <p:spPr bwMode="auto">
            <a:xfrm>
              <a:off x="10370172" y="217949"/>
              <a:ext cx="62171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Freeform 272"/>
            <p:cNvSpPr/>
            <p:nvPr/>
          </p:nvSpPr>
          <p:spPr bwMode="auto">
            <a:xfrm>
              <a:off x="9532257" y="748500"/>
              <a:ext cx="153682" cy="255321"/>
            </a:xfrm>
            <a:custGeom>
              <a:avLst/>
              <a:gdLst>
                <a:gd name="T0" fmla="*/ 413 w 440"/>
                <a:gd name="T1" fmla="*/ 731 h 731"/>
                <a:gd name="T2" fmla="*/ 0 w 440"/>
                <a:gd name="T3" fmla="*/ 16 h 731"/>
                <a:gd name="T4" fmla="*/ 27 w 440"/>
                <a:gd name="T5" fmla="*/ 0 h 731"/>
                <a:gd name="T6" fmla="*/ 440 w 440"/>
                <a:gd name="T7" fmla="*/ 715 h 731"/>
                <a:gd name="T8" fmla="*/ 413 w 440"/>
                <a:gd name="T9" fmla="*/ 731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0" h="731">
                  <a:moveTo>
                    <a:pt x="413" y="731"/>
                  </a:moveTo>
                  <a:lnTo>
                    <a:pt x="0" y="16"/>
                  </a:lnTo>
                  <a:lnTo>
                    <a:pt x="27" y="0"/>
                  </a:lnTo>
                  <a:lnTo>
                    <a:pt x="440" y="715"/>
                  </a:lnTo>
                  <a:lnTo>
                    <a:pt x="413" y="731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Oval 273"/>
            <p:cNvSpPr>
              <a:spLocks noChangeArrowheads="1"/>
            </p:cNvSpPr>
            <p:nvPr/>
          </p:nvSpPr>
          <p:spPr bwMode="auto">
            <a:xfrm>
              <a:off x="9650661" y="971339"/>
              <a:ext cx="61473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Oval 274"/>
            <p:cNvSpPr>
              <a:spLocks noChangeArrowheads="1"/>
            </p:cNvSpPr>
            <p:nvPr/>
          </p:nvSpPr>
          <p:spPr bwMode="auto">
            <a:xfrm>
              <a:off x="9505362" y="720558"/>
              <a:ext cx="6217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Freeform 275"/>
            <p:cNvSpPr/>
            <p:nvPr/>
          </p:nvSpPr>
          <p:spPr bwMode="auto">
            <a:xfrm>
              <a:off x="9962915" y="1244473"/>
              <a:ext cx="438692" cy="510992"/>
            </a:xfrm>
            <a:custGeom>
              <a:avLst/>
              <a:gdLst>
                <a:gd name="T0" fmla="*/ 1256 w 1256"/>
                <a:gd name="T1" fmla="*/ 1463 h 1463"/>
                <a:gd name="T2" fmla="*/ 421 w 1256"/>
                <a:gd name="T3" fmla="*/ 1463 h 1463"/>
                <a:gd name="T4" fmla="*/ 0 w 1256"/>
                <a:gd name="T5" fmla="*/ 731 h 1463"/>
                <a:gd name="T6" fmla="*/ 421 w 1256"/>
                <a:gd name="T7" fmla="*/ 0 h 1463"/>
                <a:gd name="T8" fmla="*/ 1256 w 1256"/>
                <a:gd name="T9" fmla="*/ 0 h 1463"/>
                <a:gd name="T10" fmla="*/ 1256 w 1256"/>
                <a:gd name="T11" fmla="*/ 32 h 1463"/>
                <a:gd name="T12" fmla="*/ 440 w 1256"/>
                <a:gd name="T13" fmla="*/ 32 h 1463"/>
                <a:gd name="T14" fmla="*/ 37 w 1256"/>
                <a:gd name="T15" fmla="*/ 731 h 1463"/>
                <a:gd name="T16" fmla="*/ 440 w 1256"/>
                <a:gd name="T17" fmla="*/ 1431 h 1463"/>
                <a:gd name="T18" fmla="*/ 1256 w 1256"/>
                <a:gd name="T19" fmla="*/ 1431 h 1463"/>
                <a:gd name="T20" fmla="*/ 1256 w 1256"/>
                <a:gd name="T21" fmla="*/ 1463 h 1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56" h="1463">
                  <a:moveTo>
                    <a:pt x="1256" y="1463"/>
                  </a:moveTo>
                  <a:lnTo>
                    <a:pt x="421" y="1463"/>
                  </a:lnTo>
                  <a:lnTo>
                    <a:pt x="0" y="731"/>
                  </a:lnTo>
                  <a:lnTo>
                    <a:pt x="421" y="0"/>
                  </a:lnTo>
                  <a:lnTo>
                    <a:pt x="1256" y="0"/>
                  </a:lnTo>
                  <a:lnTo>
                    <a:pt x="1256" y="32"/>
                  </a:lnTo>
                  <a:lnTo>
                    <a:pt x="440" y="32"/>
                  </a:lnTo>
                  <a:lnTo>
                    <a:pt x="37" y="731"/>
                  </a:lnTo>
                  <a:lnTo>
                    <a:pt x="440" y="1431"/>
                  </a:lnTo>
                  <a:lnTo>
                    <a:pt x="1256" y="1431"/>
                  </a:lnTo>
                  <a:lnTo>
                    <a:pt x="1256" y="1463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1" name="Oval 276"/>
            <p:cNvSpPr>
              <a:spLocks noChangeArrowheads="1"/>
            </p:cNvSpPr>
            <p:nvPr/>
          </p:nvSpPr>
          <p:spPr bwMode="auto">
            <a:xfrm>
              <a:off x="9937767" y="1470106"/>
              <a:ext cx="62171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" name="Oval 277"/>
            <p:cNvSpPr>
              <a:spLocks noChangeArrowheads="1"/>
            </p:cNvSpPr>
            <p:nvPr/>
          </p:nvSpPr>
          <p:spPr bwMode="auto">
            <a:xfrm>
              <a:off x="10083066" y="1219325"/>
              <a:ext cx="61473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" name="Oval 278"/>
            <p:cNvSpPr>
              <a:spLocks noChangeArrowheads="1"/>
            </p:cNvSpPr>
            <p:nvPr/>
          </p:nvSpPr>
          <p:spPr bwMode="auto">
            <a:xfrm>
              <a:off x="10083066" y="1718092"/>
              <a:ext cx="61473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Oval 279"/>
            <p:cNvSpPr>
              <a:spLocks noChangeArrowheads="1"/>
            </p:cNvSpPr>
            <p:nvPr/>
          </p:nvSpPr>
          <p:spPr bwMode="auto">
            <a:xfrm>
              <a:off x="10370172" y="1219325"/>
              <a:ext cx="6217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" name="Freeform 280"/>
            <p:cNvSpPr/>
            <p:nvPr/>
          </p:nvSpPr>
          <p:spPr bwMode="auto">
            <a:xfrm>
              <a:off x="10395319" y="993693"/>
              <a:ext cx="587833" cy="508198"/>
            </a:xfrm>
            <a:custGeom>
              <a:avLst/>
              <a:gdLst>
                <a:gd name="T0" fmla="*/ 416 w 1683"/>
                <a:gd name="T1" fmla="*/ 1455 h 1455"/>
                <a:gd name="T2" fmla="*/ 0 w 1683"/>
                <a:gd name="T3" fmla="*/ 731 h 1455"/>
                <a:gd name="T4" fmla="*/ 421 w 1683"/>
                <a:gd name="T5" fmla="*/ 0 h 1455"/>
                <a:gd name="T6" fmla="*/ 1264 w 1683"/>
                <a:gd name="T7" fmla="*/ 0 h 1455"/>
                <a:gd name="T8" fmla="*/ 1683 w 1683"/>
                <a:gd name="T9" fmla="*/ 723 h 1455"/>
                <a:gd name="T10" fmla="*/ 1654 w 1683"/>
                <a:gd name="T11" fmla="*/ 739 h 1455"/>
                <a:gd name="T12" fmla="*/ 1246 w 1683"/>
                <a:gd name="T13" fmla="*/ 32 h 1455"/>
                <a:gd name="T14" fmla="*/ 440 w 1683"/>
                <a:gd name="T15" fmla="*/ 32 h 1455"/>
                <a:gd name="T16" fmla="*/ 34 w 1683"/>
                <a:gd name="T17" fmla="*/ 731 h 1455"/>
                <a:gd name="T18" fmla="*/ 442 w 1683"/>
                <a:gd name="T19" fmla="*/ 1439 h 1455"/>
                <a:gd name="T20" fmla="*/ 416 w 1683"/>
                <a:gd name="T21" fmla="*/ 1455 h 14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683" h="1455">
                  <a:moveTo>
                    <a:pt x="416" y="1455"/>
                  </a:moveTo>
                  <a:lnTo>
                    <a:pt x="0" y="731"/>
                  </a:lnTo>
                  <a:lnTo>
                    <a:pt x="421" y="0"/>
                  </a:lnTo>
                  <a:lnTo>
                    <a:pt x="1264" y="0"/>
                  </a:lnTo>
                  <a:lnTo>
                    <a:pt x="1683" y="723"/>
                  </a:lnTo>
                  <a:lnTo>
                    <a:pt x="1654" y="739"/>
                  </a:lnTo>
                  <a:lnTo>
                    <a:pt x="1246" y="32"/>
                  </a:lnTo>
                  <a:lnTo>
                    <a:pt x="440" y="32"/>
                  </a:lnTo>
                  <a:lnTo>
                    <a:pt x="34" y="731"/>
                  </a:lnTo>
                  <a:lnTo>
                    <a:pt x="442" y="1439"/>
                  </a:lnTo>
                  <a:lnTo>
                    <a:pt x="416" y="1455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Oval 281"/>
            <p:cNvSpPr>
              <a:spLocks noChangeArrowheads="1"/>
            </p:cNvSpPr>
            <p:nvPr/>
          </p:nvSpPr>
          <p:spPr bwMode="auto">
            <a:xfrm>
              <a:off x="10514423" y="968544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7" name="Freeform 282"/>
            <p:cNvSpPr/>
            <p:nvPr/>
          </p:nvSpPr>
          <p:spPr bwMode="auto">
            <a:xfrm>
              <a:off x="9964661" y="742912"/>
              <a:ext cx="436945" cy="258116"/>
            </a:xfrm>
            <a:custGeom>
              <a:avLst/>
              <a:gdLst>
                <a:gd name="T0" fmla="*/ 27 w 1251"/>
                <a:gd name="T1" fmla="*/ 739 h 739"/>
                <a:gd name="T2" fmla="*/ 0 w 1251"/>
                <a:gd name="T3" fmla="*/ 723 h 739"/>
                <a:gd name="T4" fmla="*/ 416 w 1251"/>
                <a:gd name="T5" fmla="*/ 0 h 739"/>
                <a:gd name="T6" fmla="*/ 1251 w 1251"/>
                <a:gd name="T7" fmla="*/ 0 h 739"/>
                <a:gd name="T8" fmla="*/ 1251 w 1251"/>
                <a:gd name="T9" fmla="*/ 32 h 739"/>
                <a:gd name="T10" fmla="*/ 435 w 1251"/>
                <a:gd name="T11" fmla="*/ 32 h 739"/>
                <a:gd name="T12" fmla="*/ 27 w 1251"/>
                <a:gd name="T13" fmla="*/ 739 h 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51" h="739">
                  <a:moveTo>
                    <a:pt x="27" y="739"/>
                  </a:moveTo>
                  <a:lnTo>
                    <a:pt x="0" y="723"/>
                  </a:lnTo>
                  <a:lnTo>
                    <a:pt x="416" y="0"/>
                  </a:lnTo>
                  <a:lnTo>
                    <a:pt x="1251" y="0"/>
                  </a:lnTo>
                  <a:lnTo>
                    <a:pt x="1251" y="32"/>
                  </a:lnTo>
                  <a:lnTo>
                    <a:pt x="435" y="32"/>
                  </a:lnTo>
                  <a:lnTo>
                    <a:pt x="27" y="739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" name="Oval 283"/>
            <p:cNvSpPr>
              <a:spLocks noChangeArrowheads="1"/>
            </p:cNvSpPr>
            <p:nvPr/>
          </p:nvSpPr>
          <p:spPr bwMode="auto">
            <a:xfrm>
              <a:off x="10083066" y="718811"/>
              <a:ext cx="61473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" name="Freeform 284"/>
            <p:cNvSpPr/>
            <p:nvPr/>
          </p:nvSpPr>
          <p:spPr bwMode="auto">
            <a:xfrm>
              <a:off x="11259081" y="1492460"/>
              <a:ext cx="587833" cy="510992"/>
            </a:xfrm>
            <a:custGeom>
              <a:avLst/>
              <a:gdLst>
                <a:gd name="T0" fmla="*/ 1257 w 1683"/>
                <a:gd name="T1" fmla="*/ 1463 h 1463"/>
                <a:gd name="T2" fmla="*/ 421 w 1683"/>
                <a:gd name="T3" fmla="*/ 1463 h 1463"/>
                <a:gd name="T4" fmla="*/ 0 w 1683"/>
                <a:gd name="T5" fmla="*/ 731 h 1463"/>
                <a:gd name="T6" fmla="*/ 421 w 1683"/>
                <a:gd name="T7" fmla="*/ 0 h 1463"/>
                <a:gd name="T8" fmla="*/ 1267 w 1683"/>
                <a:gd name="T9" fmla="*/ 0 h 1463"/>
                <a:gd name="T10" fmla="*/ 1683 w 1683"/>
                <a:gd name="T11" fmla="*/ 723 h 1463"/>
                <a:gd name="T12" fmla="*/ 1657 w 1683"/>
                <a:gd name="T13" fmla="*/ 739 h 1463"/>
                <a:gd name="T14" fmla="*/ 1249 w 1683"/>
                <a:gd name="T15" fmla="*/ 32 h 1463"/>
                <a:gd name="T16" fmla="*/ 440 w 1683"/>
                <a:gd name="T17" fmla="*/ 32 h 1463"/>
                <a:gd name="T18" fmla="*/ 37 w 1683"/>
                <a:gd name="T19" fmla="*/ 731 h 1463"/>
                <a:gd name="T20" fmla="*/ 440 w 1683"/>
                <a:gd name="T21" fmla="*/ 1431 h 1463"/>
                <a:gd name="T22" fmla="*/ 1257 w 1683"/>
                <a:gd name="T23" fmla="*/ 1431 h 1463"/>
                <a:gd name="T24" fmla="*/ 1257 w 1683"/>
                <a:gd name="T25" fmla="*/ 1463 h 1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83" h="1463">
                  <a:moveTo>
                    <a:pt x="1257" y="1463"/>
                  </a:moveTo>
                  <a:lnTo>
                    <a:pt x="421" y="1463"/>
                  </a:lnTo>
                  <a:lnTo>
                    <a:pt x="0" y="731"/>
                  </a:lnTo>
                  <a:lnTo>
                    <a:pt x="421" y="0"/>
                  </a:lnTo>
                  <a:lnTo>
                    <a:pt x="1267" y="0"/>
                  </a:lnTo>
                  <a:lnTo>
                    <a:pt x="1683" y="723"/>
                  </a:lnTo>
                  <a:lnTo>
                    <a:pt x="1657" y="739"/>
                  </a:lnTo>
                  <a:lnTo>
                    <a:pt x="1249" y="32"/>
                  </a:lnTo>
                  <a:lnTo>
                    <a:pt x="440" y="32"/>
                  </a:lnTo>
                  <a:lnTo>
                    <a:pt x="37" y="731"/>
                  </a:lnTo>
                  <a:lnTo>
                    <a:pt x="440" y="1431"/>
                  </a:lnTo>
                  <a:lnTo>
                    <a:pt x="1257" y="1431"/>
                  </a:lnTo>
                  <a:lnTo>
                    <a:pt x="1257" y="1463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0" name="Oval 285"/>
            <p:cNvSpPr>
              <a:spLocks noChangeArrowheads="1"/>
            </p:cNvSpPr>
            <p:nvPr/>
          </p:nvSpPr>
          <p:spPr bwMode="auto">
            <a:xfrm>
              <a:off x="11234981" y="1718092"/>
              <a:ext cx="61473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1" name="Oval 286"/>
            <p:cNvSpPr>
              <a:spLocks noChangeArrowheads="1"/>
            </p:cNvSpPr>
            <p:nvPr/>
          </p:nvSpPr>
          <p:spPr bwMode="auto">
            <a:xfrm>
              <a:off x="11811636" y="1718092"/>
              <a:ext cx="61473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2" name="Oval 287"/>
            <p:cNvSpPr>
              <a:spLocks noChangeArrowheads="1"/>
            </p:cNvSpPr>
            <p:nvPr/>
          </p:nvSpPr>
          <p:spPr bwMode="auto">
            <a:xfrm>
              <a:off x="11379232" y="1467312"/>
              <a:ext cx="61473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3" name="Oval 288"/>
            <p:cNvSpPr>
              <a:spLocks noChangeArrowheads="1"/>
            </p:cNvSpPr>
            <p:nvPr/>
          </p:nvSpPr>
          <p:spPr bwMode="auto">
            <a:xfrm>
              <a:off x="11379232" y="1966079"/>
              <a:ext cx="61473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4" name="Oval 289"/>
            <p:cNvSpPr>
              <a:spLocks noChangeArrowheads="1"/>
            </p:cNvSpPr>
            <p:nvPr/>
          </p:nvSpPr>
          <p:spPr bwMode="auto">
            <a:xfrm>
              <a:off x="11666338" y="1966079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5" name="Freeform 290"/>
            <p:cNvSpPr/>
            <p:nvPr/>
          </p:nvSpPr>
          <p:spPr bwMode="auto">
            <a:xfrm>
              <a:off x="9532257" y="995439"/>
              <a:ext cx="586087" cy="258465"/>
            </a:xfrm>
            <a:custGeom>
              <a:avLst/>
              <a:gdLst>
                <a:gd name="T0" fmla="*/ 27 w 1678"/>
                <a:gd name="T1" fmla="*/ 740 h 740"/>
                <a:gd name="T2" fmla="*/ 0 w 1678"/>
                <a:gd name="T3" fmla="*/ 724 h 740"/>
                <a:gd name="T4" fmla="*/ 416 w 1678"/>
                <a:gd name="T5" fmla="*/ 0 h 740"/>
                <a:gd name="T6" fmla="*/ 1262 w 1678"/>
                <a:gd name="T7" fmla="*/ 0 h 740"/>
                <a:gd name="T8" fmla="*/ 1678 w 1678"/>
                <a:gd name="T9" fmla="*/ 724 h 740"/>
                <a:gd name="T10" fmla="*/ 1651 w 1678"/>
                <a:gd name="T11" fmla="*/ 740 h 740"/>
                <a:gd name="T12" fmla="*/ 1243 w 1678"/>
                <a:gd name="T13" fmla="*/ 32 h 740"/>
                <a:gd name="T14" fmla="*/ 435 w 1678"/>
                <a:gd name="T15" fmla="*/ 32 h 740"/>
                <a:gd name="T16" fmla="*/ 27 w 1678"/>
                <a:gd name="T17" fmla="*/ 740 h 7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8" h="740">
                  <a:moveTo>
                    <a:pt x="27" y="740"/>
                  </a:moveTo>
                  <a:lnTo>
                    <a:pt x="0" y="724"/>
                  </a:lnTo>
                  <a:lnTo>
                    <a:pt x="416" y="0"/>
                  </a:lnTo>
                  <a:lnTo>
                    <a:pt x="1262" y="0"/>
                  </a:lnTo>
                  <a:lnTo>
                    <a:pt x="1678" y="724"/>
                  </a:lnTo>
                  <a:lnTo>
                    <a:pt x="1651" y="740"/>
                  </a:lnTo>
                  <a:lnTo>
                    <a:pt x="1243" y="32"/>
                  </a:lnTo>
                  <a:lnTo>
                    <a:pt x="435" y="32"/>
                  </a:lnTo>
                  <a:lnTo>
                    <a:pt x="27" y="740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6" name="Rectangle 291"/>
            <p:cNvSpPr>
              <a:spLocks noChangeArrowheads="1"/>
            </p:cNvSpPr>
            <p:nvPr/>
          </p:nvSpPr>
          <p:spPr bwMode="auto">
            <a:xfrm>
              <a:off x="9681398" y="1496302"/>
              <a:ext cx="287804" cy="11177"/>
            </a:xfrm>
            <a:prstGeom prst="rect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7" name="Oval 292"/>
            <p:cNvSpPr>
              <a:spLocks noChangeArrowheads="1"/>
            </p:cNvSpPr>
            <p:nvPr/>
          </p:nvSpPr>
          <p:spPr bwMode="auto">
            <a:xfrm>
              <a:off x="9506060" y="1221072"/>
              <a:ext cx="61473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8" name="Oval 293"/>
            <p:cNvSpPr>
              <a:spLocks noChangeArrowheads="1"/>
            </p:cNvSpPr>
            <p:nvPr/>
          </p:nvSpPr>
          <p:spPr bwMode="auto">
            <a:xfrm>
              <a:off x="9937767" y="971339"/>
              <a:ext cx="62171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9" name="Freeform 294"/>
            <p:cNvSpPr/>
            <p:nvPr/>
          </p:nvSpPr>
          <p:spPr bwMode="auto">
            <a:xfrm>
              <a:off x="10828422" y="1241679"/>
              <a:ext cx="587134" cy="258116"/>
            </a:xfrm>
            <a:custGeom>
              <a:avLst/>
              <a:gdLst>
                <a:gd name="T0" fmla="*/ 1652 w 1681"/>
                <a:gd name="T1" fmla="*/ 739 h 739"/>
                <a:gd name="T2" fmla="*/ 1244 w 1681"/>
                <a:gd name="T3" fmla="*/ 32 h 739"/>
                <a:gd name="T4" fmla="*/ 435 w 1681"/>
                <a:gd name="T5" fmla="*/ 32 h 739"/>
                <a:gd name="T6" fmla="*/ 27 w 1681"/>
                <a:gd name="T7" fmla="*/ 739 h 739"/>
                <a:gd name="T8" fmla="*/ 0 w 1681"/>
                <a:gd name="T9" fmla="*/ 723 h 739"/>
                <a:gd name="T10" fmla="*/ 416 w 1681"/>
                <a:gd name="T11" fmla="*/ 0 h 739"/>
                <a:gd name="T12" fmla="*/ 1262 w 1681"/>
                <a:gd name="T13" fmla="*/ 0 h 739"/>
                <a:gd name="T14" fmla="*/ 1681 w 1681"/>
                <a:gd name="T15" fmla="*/ 723 h 739"/>
                <a:gd name="T16" fmla="*/ 1652 w 1681"/>
                <a:gd name="T17" fmla="*/ 739 h 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81" h="739">
                  <a:moveTo>
                    <a:pt x="1652" y="739"/>
                  </a:moveTo>
                  <a:lnTo>
                    <a:pt x="1244" y="32"/>
                  </a:lnTo>
                  <a:lnTo>
                    <a:pt x="435" y="32"/>
                  </a:lnTo>
                  <a:lnTo>
                    <a:pt x="27" y="739"/>
                  </a:lnTo>
                  <a:lnTo>
                    <a:pt x="0" y="723"/>
                  </a:lnTo>
                  <a:lnTo>
                    <a:pt x="416" y="0"/>
                  </a:lnTo>
                  <a:lnTo>
                    <a:pt x="1262" y="0"/>
                  </a:lnTo>
                  <a:lnTo>
                    <a:pt x="1681" y="723"/>
                  </a:lnTo>
                  <a:lnTo>
                    <a:pt x="1652" y="739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0" name="Freeform 295"/>
            <p:cNvSpPr/>
            <p:nvPr/>
          </p:nvSpPr>
          <p:spPr bwMode="auto">
            <a:xfrm>
              <a:off x="10826676" y="2240960"/>
              <a:ext cx="587833" cy="508198"/>
            </a:xfrm>
            <a:custGeom>
              <a:avLst/>
              <a:gdLst>
                <a:gd name="T0" fmla="*/ 419 w 1683"/>
                <a:gd name="T1" fmla="*/ 1455 h 1455"/>
                <a:gd name="T2" fmla="*/ 0 w 1683"/>
                <a:gd name="T3" fmla="*/ 732 h 1455"/>
                <a:gd name="T4" fmla="*/ 421 w 1683"/>
                <a:gd name="T5" fmla="*/ 0 h 1455"/>
                <a:gd name="T6" fmla="*/ 1267 w 1683"/>
                <a:gd name="T7" fmla="*/ 0 h 1455"/>
                <a:gd name="T8" fmla="*/ 1683 w 1683"/>
                <a:gd name="T9" fmla="*/ 724 h 1455"/>
                <a:gd name="T10" fmla="*/ 1657 w 1683"/>
                <a:gd name="T11" fmla="*/ 740 h 1455"/>
                <a:gd name="T12" fmla="*/ 1249 w 1683"/>
                <a:gd name="T13" fmla="*/ 32 h 1455"/>
                <a:gd name="T14" fmla="*/ 440 w 1683"/>
                <a:gd name="T15" fmla="*/ 32 h 1455"/>
                <a:gd name="T16" fmla="*/ 37 w 1683"/>
                <a:gd name="T17" fmla="*/ 732 h 1455"/>
                <a:gd name="T18" fmla="*/ 445 w 1683"/>
                <a:gd name="T19" fmla="*/ 1439 h 1455"/>
                <a:gd name="T20" fmla="*/ 419 w 1683"/>
                <a:gd name="T21" fmla="*/ 1455 h 14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683" h="1455">
                  <a:moveTo>
                    <a:pt x="419" y="1455"/>
                  </a:moveTo>
                  <a:lnTo>
                    <a:pt x="0" y="732"/>
                  </a:lnTo>
                  <a:lnTo>
                    <a:pt x="421" y="0"/>
                  </a:lnTo>
                  <a:lnTo>
                    <a:pt x="1267" y="0"/>
                  </a:lnTo>
                  <a:lnTo>
                    <a:pt x="1683" y="724"/>
                  </a:lnTo>
                  <a:lnTo>
                    <a:pt x="1657" y="740"/>
                  </a:lnTo>
                  <a:lnTo>
                    <a:pt x="1249" y="32"/>
                  </a:lnTo>
                  <a:lnTo>
                    <a:pt x="440" y="32"/>
                  </a:lnTo>
                  <a:lnTo>
                    <a:pt x="37" y="732"/>
                  </a:lnTo>
                  <a:lnTo>
                    <a:pt x="445" y="1439"/>
                  </a:lnTo>
                  <a:lnTo>
                    <a:pt x="419" y="1455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1" name="Oval 296"/>
            <p:cNvSpPr>
              <a:spLocks noChangeArrowheads="1"/>
            </p:cNvSpPr>
            <p:nvPr/>
          </p:nvSpPr>
          <p:spPr bwMode="auto">
            <a:xfrm>
              <a:off x="10802576" y="2466592"/>
              <a:ext cx="61473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2" name="Oval 297"/>
            <p:cNvSpPr>
              <a:spLocks noChangeArrowheads="1"/>
            </p:cNvSpPr>
            <p:nvPr/>
          </p:nvSpPr>
          <p:spPr bwMode="auto">
            <a:xfrm>
              <a:off x="11379232" y="2466592"/>
              <a:ext cx="61473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3" name="Oval 298"/>
            <p:cNvSpPr>
              <a:spLocks noChangeArrowheads="1"/>
            </p:cNvSpPr>
            <p:nvPr/>
          </p:nvSpPr>
          <p:spPr bwMode="auto">
            <a:xfrm>
              <a:off x="10946827" y="2215812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4" name="Oval 299"/>
            <p:cNvSpPr>
              <a:spLocks noChangeArrowheads="1"/>
            </p:cNvSpPr>
            <p:nvPr/>
          </p:nvSpPr>
          <p:spPr bwMode="auto">
            <a:xfrm>
              <a:off x="10946827" y="2714579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5" name="Oval 300"/>
            <p:cNvSpPr>
              <a:spLocks noChangeArrowheads="1"/>
            </p:cNvSpPr>
            <p:nvPr/>
          </p:nvSpPr>
          <p:spPr bwMode="auto">
            <a:xfrm>
              <a:off x="11233933" y="2215812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6" name="Freeform 301"/>
            <p:cNvSpPr/>
            <p:nvPr/>
          </p:nvSpPr>
          <p:spPr bwMode="auto">
            <a:xfrm>
              <a:off x="11260827" y="1995069"/>
              <a:ext cx="154730" cy="256369"/>
            </a:xfrm>
            <a:custGeom>
              <a:avLst/>
              <a:gdLst>
                <a:gd name="T0" fmla="*/ 30 w 443"/>
                <a:gd name="T1" fmla="*/ 734 h 734"/>
                <a:gd name="T2" fmla="*/ 0 w 443"/>
                <a:gd name="T3" fmla="*/ 718 h 734"/>
                <a:gd name="T4" fmla="*/ 414 w 443"/>
                <a:gd name="T5" fmla="*/ 0 h 734"/>
                <a:gd name="T6" fmla="*/ 443 w 443"/>
                <a:gd name="T7" fmla="*/ 16 h 734"/>
                <a:gd name="T8" fmla="*/ 30 w 443"/>
                <a:gd name="T9" fmla="*/ 734 h 7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3" h="734">
                  <a:moveTo>
                    <a:pt x="30" y="734"/>
                  </a:moveTo>
                  <a:lnTo>
                    <a:pt x="0" y="718"/>
                  </a:lnTo>
                  <a:lnTo>
                    <a:pt x="414" y="0"/>
                  </a:lnTo>
                  <a:lnTo>
                    <a:pt x="443" y="16"/>
                  </a:lnTo>
                  <a:lnTo>
                    <a:pt x="30" y="734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7" name="Freeform 302"/>
            <p:cNvSpPr/>
            <p:nvPr/>
          </p:nvSpPr>
          <p:spPr bwMode="auto">
            <a:xfrm>
              <a:off x="10826676" y="1742193"/>
              <a:ext cx="439740" cy="509246"/>
            </a:xfrm>
            <a:custGeom>
              <a:avLst/>
              <a:gdLst>
                <a:gd name="T0" fmla="*/ 419 w 1259"/>
                <a:gd name="T1" fmla="*/ 1458 h 1458"/>
                <a:gd name="T2" fmla="*/ 0 w 1259"/>
                <a:gd name="T3" fmla="*/ 732 h 1458"/>
                <a:gd name="T4" fmla="*/ 421 w 1259"/>
                <a:gd name="T5" fmla="*/ 0 h 1458"/>
                <a:gd name="T6" fmla="*/ 1259 w 1259"/>
                <a:gd name="T7" fmla="*/ 0 h 1458"/>
                <a:gd name="T8" fmla="*/ 1259 w 1259"/>
                <a:gd name="T9" fmla="*/ 32 h 1458"/>
                <a:gd name="T10" fmla="*/ 440 w 1259"/>
                <a:gd name="T11" fmla="*/ 32 h 1458"/>
                <a:gd name="T12" fmla="*/ 37 w 1259"/>
                <a:gd name="T13" fmla="*/ 732 h 1458"/>
                <a:gd name="T14" fmla="*/ 445 w 1259"/>
                <a:gd name="T15" fmla="*/ 1442 h 1458"/>
                <a:gd name="T16" fmla="*/ 419 w 1259"/>
                <a:gd name="T17" fmla="*/ 1458 h 14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9" h="1458">
                  <a:moveTo>
                    <a:pt x="419" y="1458"/>
                  </a:moveTo>
                  <a:lnTo>
                    <a:pt x="0" y="732"/>
                  </a:lnTo>
                  <a:lnTo>
                    <a:pt x="421" y="0"/>
                  </a:lnTo>
                  <a:lnTo>
                    <a:pt x="1259" y="0"/>
                  </a:lnTo>
                  <a:lnTo>
                    <a:pt x="1259" y="32"/>
                  </a:lnTo>
                  <a:lnTo>
                    <a:pt x="440" y="32"/>
                  </a:lnTo>
                  <a:lnTo>
                    <a:pt x="37" y="732"/>
                  </a:lnTo>
                  <a:lnTo>
                    <a:pt x="445" y="1442"/>
                  </a:lnTo>
                  <a:lnTo>
                    <a:pt x="419" y="1458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8" name="Freeform 304"/>
            <p:cNvSpPr/>
            <p:nvPr/>
          </p:nvSpPr>
          <p:spPr bwMode="auto">
            <a:xfrm>
              <a:off x="11236727" y="2015327"/>
              <a:ext cx="955272" cy="967846"/>
            </a:xfrm>
            <a:custGeom>
              <a:avLst/>
              <a:gdLst>
                <a:gd name="T0" fmla="*/ 2735 w 2735"/>
                <a:gd name="T1" fmla="*/ 0 h 2771"/>
                <a:gd name="T2" fmla="*/ 1598 w 2735"/>
                <a:gd name="T3" fmla="*/ 0 h 2771"/>
                <a:gd name="T4" fmla="*/ 0 w 2735"/>
                <a:gd name="T5" fmla="*/ 2771 h 2771"/>
                <a:gd name="T6" fmla="*/ 2735 w 2735"/>
                <a:gd name="T7" fmla="*/ 2771 h 2771"/>
                <a:gd name="T8" fmla="*/ 2735 w 2735"/>
                <a:gd name="T9" fmla="*/ 0 h 27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35" h="2771">
                  <a:moveTo>
                    <a:pt x="2735" y="0"/>
                  </a:moveTo>
                  <a:lnTo>
                    <a:pt x="1598" y="0"/>
                  </a:lnTo>
                  <a:lnTo>
                    <a:pt x="0" y="2771"/>
                  </a:lnTo>
                  <a:lnTo>
                    <a:pt x="2735" y="2771"/>
                  </a:lnTo>
                  <a:lnTo>
                    <a:pt x="273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9" name="组合 98"/>
          <p:cNvGrpSpPr/>
          <p:nvPr userDrawn="1"/>
        </p:nvGrpSpPr>
        <p:grpSpPr>
          <a:xfrm flipV="1">
            <a:off x="9505363" y="3874827"/>
            <a:ext cx="2686637" cy="2983173"/>
            <a:chOff x="9505362" y="0"/>
            <a:chExt cx="2686637" cy="2983173"/>
          </a:xfrm>
        </p:grpSpPr>
        <p:sp>
          <p:nvSpPr>
            <p:cNvPr id="100" name="Freeform 215"/>
            <p:cNvSpPr/>
            <p:nvPr/>
          </p:nvSpPr>
          <p:spPr bwMode="auto">
            <a:xfrm>
              <a:off x="10398812" y="1494206"/>
              <a:ext cx="578752" cy="500863"/>
            </a:xfrm>
            <a:custGeom>
              <a:avLst/>
              <a:gdLst>
                <a:gd name="T0" fmla="*/ 416 w 1657"/>
                <a:gd name="T1" fmla="*/ 1434 h 1434"/>
                <a:gd name="T2" fmla="*/ 0 w 1657"/>
                <a:gd name="T3" fmla="*/ 718 h 1434"/>
                <a:gd name="T4" fmla="*/ 416 w 1657"/>
                <a:gd name="T5" fmla="*/ 0 h 1434"/>
                <a:gd name="T6" fmla="*/ 1244 w 1657"/>
                <a:gd name="T7" fmla="*/ 0 h 1434"/>
                <a:gd name="T8" fmla="*/ 1657 w 1657"/>
                <a:gd name="T9" fmla="*/ 718 h 1434"/>
                <a:gd name="T10" fmla="*/ 1244 w 1657"/>
                <a:gd name="T11" fmla="*/ 1434 h 1434"/>
                <a:gd name="T12" fmla="*/ 416 w 1657"/>
                <a:gd name="T13" fmla="*/ 1434 h 1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7" h="1434">
                  <a:moveTo>
                    <a:pt x="416" y="1434"/>
                  </a:moveTo>
                  <a:lnTo>
                    <a:pt x="0" y="718"/>
                  </a:lnTo>
                  <a:lnTo>
                    <a:pt x="416" y="0"/>
                  </a:lnTo>
                  <a:lnTo>
                    <a:pt x="1244" y="0"/>
                  </a:lnTo>
                  <a:lnTo>
                    <a:pt x="1657" y="718"/>
                  </a:lnTo>
                  <a:lnTo>
                    <a:pt x="1244" y="1434"/>
                  </a:lnTo>
                  <a:lnTo>
                    <a:pt x="416" y="1434"/>
                  </a:lnTo>
                  <a:close/>
                </a:path>
              </a:pathLst>
            </a:custGeom>
            <a:solidFill>
              <a:srgbClr val="127FB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" name="Freeform 216"/>
            <p:cNvSpPr/>
            <p:nvPr/>
          </p:nvSpPr>
          <p:spPr bwMode="auto">
            <a:xfrm>
              <a:off x="10398812" y="1494206"/>
              <a:ext cx="578752" cy="500863"/>
            </a:xfrm>
            <a:custGeom>
              <a:avLst/>
              <a:gdLst>
                <a:gd name="T0" fmla="*/ 416 w 1657"/>
                <a:gd name="T1" fmla="*/ 1434 h 1434"/>
                <a:gd name="T2" fmla="*/ 0 w 1657"/>
                <a:gd name="T3" fmla="*/ 718 h 1434"/>
                <a:gd name="T4" fmla="*/ 416 w 1657"/>
                <a:gd name="T5" fmla="*/ 0 h 1434"/>
                <a:gd name="T6" fmla="*/ 1244 w 1657"/>
                <a:gd name="T7" fmla="*/ 0 h 1434"/>
                <a:gd name="T8" fmla="*/ 1657 w 1657"/>
                <a:gd name="T9" fmla="*/ 718 h 1434"/>
                <a:gd name="T10" fmla="*/ 1244 w 1657"/>
                <a:gd name="T11" fmla="*/ 1434 h 1434"/>
                <a:gd name="T12" fmla="*/ 416 w 1657"/>
                <a:gd name="T13" fmla="*/ 1434 h 1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7" h="1434">
                  <a:moveTo>
                    <a:pt x="416" y="1434"/>
                  </a:moveTo>
                  <a:lnTo>
                    <a:pt x="0" y="718"/>
                  </a:lnTo>
                  <a:lnTo>
                    <a:pt x="416" y="0"/>
                  </a:lnTo>
                  <a:lnTo>
                    <a:pt x="1244" y="0"/>
                  </a:lnTo>
                  <a:lnTo>
                    <a:pt x="1657" y="718"/>
                  </a:lnTo>
                  <a:lnTo>
                    <a:pt x="1244" y="1434"/>
                  </a:lnTo>
                  <a:lnTo>
                    <a:pt x="416" y="143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" name="Freeform 217"/>
            <p:cNvSpPr/>
            <p:nvPr/>
          </p:nvSpPr>
          <p:spPr bwMode="auto">
            <a:xfrm>
              <a:off x="10398812" y="998233"/>
              <a:ext cx="578752" cy="501561"/>
            </a:xfrm>
            <a:custGeom>
              <a:avLst/>
              <a:gdLst>
                <a:gd name="T0" fmla="*/ 416 w 1657"/>
                <a:gd name="T1" fmla="*/ 1436 h 1436"/>
                <a:gd name="T2" fmla="*/ 0 w 1657"/>
                <a:gd name="T3" fmla="*/ 718 h 1436"/>
                <a:gd name="T4" fmla="*/ 416 w 1657"/>
                <a:gd name="T5" fmla="*/ 0 h 1436"/>
                <a:gd name="T6" fmla="*/ 1244 w 1657"/>
                <a:gd name="T7" fmla="*/ 0 h 1436"/>
                <a:gd name="T8" fmla="*/ 1657 w 1657"/>
                <a:gd name="T9" fmla="*/ 718 h 1436"/>
                <a:gd name="T10" fmla="*/ 1244 w 1657"/>
                <a:gd name="T11" fmla="*/ 1436 h 1436"/>
                <a:gd name="T12" fmla="*/ 416 w 1657"/>
                <a:gd name="T13" fmla="*/ 1436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7" h="1436">
                  <a:moveTo>
                    <a:pt x="416" y="1436"/>
                  </a:moveTo>
                  <a:lnTo>
                    <a:pt x="0" y="718"/>
                  </a:lnTo>
                  <a:lnTo>
                    <a:pt x="416" y="0"/>
                  </a:lnTo>
                  <a:lnTo>
                    <a:pt x="1244" y="0"/>
                  </a:lnTo>
                  <a:lnTo>
                    <a:pt x="1657" y="718"/>
                  </a:lnTo>
                  <a:lnTo>
                    <a:pt x="1244" y="1436"/>
                  </a:lnTo>
                  <a:lnTo>
                    <a:pt x="416" y="1436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" name="Freeform 218"/>
            <p:cNvSpPr/>
            <p:nvPr/>
          </p:nvSpPr>
          <p:spPr bwMode="auto">
            <a:xfrm>
              <a:off x="10398812" y="494925"/>
              <a:ext cx="578752" cy="501561"/>
            </a:xfrm>
            <a:custGeom>
              <a:avLst/>
              <a:gdLst>
                <a:gd name="T0" fmla="*/ 416 w 1657"/>
                <a:gd name="T1" fmla="*/ 1436 h 1436"/>
                <a:gd name="T2" fmla="*/ 0 w 1657"/>
                <a:gd name="T3" fmla="*/ 718 h 1436"/>
                <a:gd name="T4" fmla="*/ 416 w 1657"/>
                <a:gd name="T5" fmla="*/ 0 h 1436"/>
                <a:gd name="T6" fmla="*/ 1244 w 1657"/>
                <a:gd name="T7" fmla="*/ 0 h 1436"/>
                <a:gd name="T8" fmla="*/ 1657 w 1657"/>
                <a:gd name="T9" fmla="*/ 718 h 1436"/>
                <a:gd name="T10" fmla="*/ 1244 w 1657"/>
                <a:gd name="T11" fmla="*/ 1436 h 1436"/>
                <a:gd name="T12" fmla="*/ 416 w 1657"/>
                <a:gd name="T13" fmla="*/ 1436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7" h="1436">
                  <a:moveTo>
                    <a:pt x="416" y="1436"/>
                  </a:moveTo>
                  <a:lnTo>
                    <a:pt x="0" y="718"/>
                  </a:lnTo>
                  <a:lnTo>
                    <a:pt x="416" y="0"/>
                  </a:lnTo>
                  <a:lnTo>
                    <a:pt x="1244" y="0"/>
                  </a:lnTo>
                  <a:lnTo>
                    <a:pt x="1657" y="718"/>
                  </a:lnTo>
                  <a:lnTo>
                    <a:pt x="1244" y="1436"/>
                  </a:lnTo>
                  <a:lnTo>
                    <a:pt x="416" y="1436"/>
                  </a:lnTo>
                  <a:close/>
                </a:path>
              </a:pathLst>
            </a:custGeom>
            <a:solidFill>
              <a:sysClr val="window" lastClr="FFFFFF">
                <a:lumMod val="85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" name="Freeform 219"/>
            <p:cNvSpPr/>
            <p:nvPr/>
          </p:nvSpPr>
          <p:spPr bwMode="auto">
            <a:xfrm>
              <a:off x="10398812" y="494925"/>
              <a:ext cx="578752" cy="501561"/>
            </a:xfrm>
            <a:custGeom>
              <a:avLst/>
              <a:gdLst>
                <a:gd name="T0" fmla="*/ 416 w 1657"/>
                <a:gd name="T1" fmla="*/ 1436 h 1436"/>
                <a:gd name="T2" fmla="*/ 0 w 1657"/>
                <a:gd name="T3" fmla="*/ 718 h 1436"/>
                <a:gd name="T4" fmla="*/ 416 w 1657"/>
                <a:gd name="T5" fmla="*/ 0 h 1436"/>
                <a:gd name="T6" fmla="*/ 1244 w 1657"/>
                <a:gd name="T7" fmla="*/ 0 h 1436"/>
                <a:gd name="T8" fmla="*/ 1657 w 1657"/>
                <a:gd name="T9" fmla="*/ 718 h 1436"/>
                <a:gd name="T10" fmla="*/ 1244 w 1657"/>
                <a:gd name="T11" fmla="*/ 1436 h 1436"/>
                <a:gd name="T12" fmla="*/ 416 w 1657"/>
                <a:gd name="T13" fmla="*/ 1436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7" h="1436">
                  <a:moveTo>
                    <a:pt x="416" y="1436"/>
                  </a:moveTo>
                  <a:lnTo>
                    <a:pt x="0" y="718"/>
                  </a:lnTo>
                  <a:lnTo>
                    <a:pt x="416" y="0"/>
                  </a:lnTo>
                  <a:lnTo>
                    <a:pt x="1244" y="0"/>
                  </a:lnTo>
                  <a:lnTo>
                    <a:pt x="1657" y="718"/>
                  </a:lnTo>
                  <a:lnTo>
                    <a:pt x="1244" y="1436"/>
                  </a:lnTo>
                  <a:lnTo>
                    <a:pt x="416" y="143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" name="Freeform 220"/>
            <p:cNvSpPr/>
            <p:nvPr/>
          </p:nvSpPr>
          <p:spPr bwMode="auto">
            <a:xfrm>
              <a:off x="10559130" y="0"/>
              <a:ext cx="1491062" cy="1082409"/>
            </a:xfrm>
            <a:custGeom>
              <a:avLst/>
              <a:gdLst>
                <a:gd name="T0" fmla="*/ 4269 w 4269"/>
                <a:gd name="T1" fmla="*/ 0 h 3099"/>
                <a:gd name="T2" fmla="*/ 395 w 4269"/>
                <a:gd name="T3" fmla="*/ 0 h 3099"/>
                <a:gd name="T4" fmla="*/ 0 w 4269"/>
                <a:gd name="T5" fmla="*/ 680 h 3099"/>
                <a:gd name="T6" fmla="*/ 427 w 4269"/>
                <a:gd name="T7" fmla="*/ 1417 h 3099"/>
                <a:gd name="T8" fmla="*/ 785 w 4269"/>
                <a:gd name="T9" fmla="*/ 1417 h 3099"/>
                <a:gd name="T10" fmla="*/ 1198 w 4269"/>
                <a:gd name="T11" fmla="*/ 2135 h 3099"/>
                <a:gd name="T12" fmla="*/ 1019 w 4269"/>
                <a:gd name="T13" fmla="*/ 2447 h 3099"/>
                <a:gd name="T14" fmla="*/ 1396 w 4269"/>
                <a:gd name="T15" fmla="*/ 3099 h 3099"/>
                <a:gd name="T16" fmla="*/ 3402 w 4269"/>
                <a:gd name="T17" fmla="*/ 3099 h 3099"/>
                <a:gd name="T18" fmla="*/ 2940 w 4269"/>
                <a:gd name="T19" fmla="*/ 2300 h 3099"/>
                <a:gd name="T20" fmla="*/ 4269 w 4269"/>
                <a:gd name="T21" fmla="*/ 0 h 30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269" h="3099">
                  <a:moveTo>
                    <a:pt x="4269" y="0"/>
                  </a:moveTo>
                  <a:lnTo>
                    <a:pt x="395" y="0"/>
                  </a:lnTo>
                  <a:lnTo>
                    <a:pt x="0" y="680"/>
                  </a:lnTo>
                  <a:lnTo>
                    <a:pt x="427" y="1417"/>
                  </a:lnTo>
                  <a:lnTo>
                    <a:pt x="785" y="1417"/>
                  </a:lnTo>
                  <a:lnTo>
                    <a:pt x="1198" y="2135"/>
                  </a:lnTo>
                  <a:lnTo>
                    <a:pt x="1019" y="2447"/>
                  </a:lnTo>
                  <a:lnTo>
                    <a:pt x="1396" y="3099"/>
                  </a:lnTo>
                  <a:lnTo>
                    <a:pt x="3402" y="3099"/>
                  </a:lnTo>
                  <a:lnTo>
                    <a:pt x="2940" y="2300"/>
                  </a:lnTo>
                  <a:lnTo>
                    <a:pt x="4269" y="0"/>
                  </a:lnTo>
                  <a:close/>
                </a:path>
              </a:pathLst>
            </a:custGeom>
            <a:solidFill>
              <a:srgbClr val="127FB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" name="Freeform 221"/>
            <p:cNvSpPr/>
            <p:nvPr/>
          </p:nvSpPr>
          <p:spPr bwMode="auto">
            <a:xfrm>
              <a:off x="10559130" y="0"/>
              <a:ext cx="1491062" cy="1082409"/>
            </a:xfrm>
            <a:custGeom>
              <a:avLst/>
              <a:gdLst>
                <a:gd name="T0" fmla="*/ 4269 w 4269"/>
                <a:gd name="T1" fmla="*/ 0 h 3099"/>
                <a:gd name="T2" fmla="*/ 395 w 4269"/>
                <a:gd name="T3" fmla="*/ 0 h 3099"/>
                <a:gd name="T4" fmla="*/ 0 w 4269"/>
                <a:gd name="T5" fmla="*/ 680 h 3099"/>
                <a:gd name="T6" fmla="*/ 427 w 4269"/>
                <a:gd name="T7" fmla="*/ 1417 h 3099"/>
                <a:gd name="T8" fmla="*/ 785 w 4269"/>
                <a:gd name="T9" fmla="*/ 1417 h 3099"/>
                <a:gd name="T10" fmla="*/ 1198 w 4269"/>
                <a:gd name="T11" fmla="*/ 2135 h 3099"/>
                <a:gd name="T12" fmla="*/ 1019 w 4269"/>
                <a:gd name="T13" fmla="*/ 2447 h 3099"/>
                <a:gd name="T14" fmla="*/ 1396 w 4269"/>
                <a:gd name="T15" fmla="*/ 3099 h 3099"/>
                <a:gd name="T16" fmla="*/ 3402 w 4269"/>
                <a:gd name="T17" fmla="*/ 3099 h 3099"/>
                <a:gd name="T18" fmla="*/ 2940 w 4269"/>
                <a:gd name="T19" fmla="*/ 2300 h 3099"/>
                <a:gd name="T20" fmla="*/ 4269 w 4269"/>
                <a:gd name="T21" fmla="*/ 0 h 30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269" h="3099">
                  <a:moveTo>
                    <a:pt x="4269" y="0"/>
                  </a:moveTo>
                  <a:lnTo>
                    <a:pt x="395" y="0"/>
                  </a:lnTo>
                  <a:lnTo>
                    <a:pt x="0" y="680"/>
                  </a:lnTo>
                  <a:lnTo>
                    <a:pt x="427" y="1417"/>
                  </a:lnTo>
                  <a:lnTo>
                    <a:pt x="785" y="1417"/>
                  </a:lnTo>
                  <a:lnTo>
                    <a:pt x="1198" y="2135"/>
                  </a:lnTo>
                  <a:lnTo>
                    <a:pt x="1019" y="2447"/>
                  </a:lnTo>
                  <a:lnTo>
                    <a:pt x="1396" y="3099"/>
                  </a:lnTo>
                  <a:lnTo>
                    <a:pt x="3402" y="3099"/>
                  </a:lnTo>
                  <a:lnTo>
                    <a:pt x="2940" y="2300"/>
                  </a:lnTo>
                  <a:lnTo>
                    <a:pt x="426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" name="Freeform 222"/>
            <p:cNvSpPr/>
            <p:nvPr/>
          </p:nvSpPr>
          <p:spPr bwMode="auto">
            <a:xfrm>
              <a:off x="10708272" y="494925"/>
              <a:ext cx="269292" cy="359755"/>
            </a:xfrm>
            <a:custGeom>
              <a:avLst/>
              <a:gdLst>
                <a:gd name="T0" fmla="*/ 358 w 771"/>
                <a:gd name="T1" fmla="*/ 0 h 1030"/>
                <a:gd name="T2" fmla="*/ 0 w 771"/>
                <a:gd name="T3" fmla="*/ 0 h 1030"/>
                <a:gd name="T4" fmla="*/ 592 w 771"/>
                <a:gd name="T5" fmla="*/ 1030 h 1030"/>
                <a:gd name="T6" fmla="*/ 771 w 771"/>
                <a:gd name="T7" fmla="*/ 718 h 1030"/>
                <a:gd name="T8" fmla="*/ 358 w 771"/>
                <a:gd name="T9" fmla="*/ 0 h 10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1" h="1030">
                  <a:moveTo>
                    <a:pt x="358" y="0"/>
                  </a:moveTo>
                  <a:lnTo>
                    <a:pt x="0" y="0"/>
                  </a:lnTo>
                  <a:lnTo>
                    <a:pt x="592" y="1030"/>
                  </a:lnTo>
                  <a:lnTo>
                    <a:pt x="771" y="718"/>
                  </a:lnTo>
                  <a:lnTo>
                    <a:pt x="358" y="0"/>
                  </a:lnTo>
                  <a:close/>
                </a:path>
              </a:pathLst>
            </a:custGeom>
            <a:solidFill>
              <a:sysClr val="window" lastClr="FFFFFF">
                <a:lumMod val="50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" name="Freeform 223"/>
            <p:cNvSpPr/>
            <p:nvPr/>
          </p:nvSpPr>
          <p:spPr bwMode="auto">
            <a:xfrm>
              <a:off x="10708272" y="494925"/>
              <a:ext cx="269292" cy="359755"/>
            </a:xfrm>
            <a:custGeom>
              <a:avLst/>
              <a:gdLst>
                <a:gd name="T0" fmla="*/ 358 w 771"/>
                <a:gd name="T1" fmla="*/ 0 h 1030"/>
                <a:gd name="T2" fmla="*/ 0 w 771"/>
                <a:gd name="T3" fmla="*/ 0 h 1030"/>
                <a:gd name="T4" fmla="*/ 592 w 771"/>
                <a:gd name="T5" fmla="*/ 1030 h 1030"/>
                <a:gd name="T6" fmla="*/ 771 w 771"/>
                <a:gd name="T7" fmla="*/ 718 h 1030"/>
                <a:gd name="T8" fmla="*/ 358 w 771"/>
                <a:gd name="T9" fmla="*/ 0 h 10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1" h="1030">
                  <a:moveTo>
                    <a:pt x="358" y="0"/>
                  </a:moveTo>
                  <a:lnTo>
                    <a:pt x="0" y="0"/>
                  </a:lnTo>
                  <a:lnTo>
                    <a:pt x="592" y="1030"/>
                  </a:lnTo>
                  <a:lnTo>
                    <a:pt x="771" y="718"/>
                  </a:lnTo>
                  <a:lnTo>
                    <a:pt x="35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9" name="Freeform 224"/>
            <p:cNvSpPr/>
            <p:nvPr/>
          </p:nvSpPr>
          <p:spPr bwMode="auto">
            <a:xfrm>
              <a:off x="11747370" y="0"/>
              <a:ext cx="444629" cy="1645443"/>
            </a:xfrm>
            <a:custGeom>
              <a:avLst/>
              <a:gdLst>
                <a:gd name="T0" fmla="*/ 1273 w 1273"/>
                <a:gd name="T1" fmla="*/ 0 h 4711"/>
                <a:gd name="T2" fmla="*/ 867 w 1273"/>
                <a:gd name="T3" fmla="*/ 0 h 4711"/>
                <a:gd name="T4" fmla="*/ 1273 w 1273"/>
                <a:gd name="T5" fmla="*/ 0 h 4711"/>
                <a:gd name="T6" fmla="*/ 1273 w 1273"/>
                <a:gd name="T7" fmla="*/ 2247 h 4711"/>
                <a:gd name="T8" fmla="*/ 782 w 1273"/>
                <a:gd name="T9" fmla="*/ 3099 h 4711"/>
                <a:gd name="T10" fmla="*/ 0 w 1273"/>
                <a:gd name="T11" fmla="*/ 3099 h 4711"/>
                <a:gd name="T12" fmla="*/ 931 w 1273"/>
                <a:gd name="T13" fmla="*/ 4711 h 4711"/>
                <a:gd name="T14" fmla="*/ 1273 w 1273"/>
                <a:gd name="T15" fmla="*/ 4711 h 4711"/>
                <a:gd name="T16" fmla="*/ 1273 w 1273"/>
                <a:gd name="T17" fmla="*/ 0 h 47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73" h="4711">
                  <a:moveTo>
                    <a:pt x="1273" y="0"/>
                  </a:moveTo>
                  <a:lnTo>
                    <a:pt x="867" y="0"/>
                  </a:lnTo>
                  <a:lnTo>
                    <a:pt x="1273" y="0"/>
                  </a:lnTo>
                  <a:lnTo>
                    <a:pt x="1273" y="2247"/>
                  </a:lnTo>
                  <a:lnTo>
                    <a:pt x="782" y="3099"/>
                  </a:lnTo>
                  <a:lnTo>
                    <a:pt x="0" y="3099"/>
                  </a:lnTo>
                  <a:lnTo>
                    <a:pt x="931" y="4711"/>
                  </a:lnTo>
                  <a:lnTo>
                    <a:pt x="1273" y="4711"/>
                  </a:lnTo>
                  <a:lnTo>
                    <a:pt x="1273" y="0"/>
                  </a:lnTo>
                  <a:close/>
                </a:path>
              </a:pathLst>
            </a:custGeom>
            <a:solidFill>
              <a:srgbClr val="5B9BD5">
                <a:lumMod val="75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0" name="Freeform 225"/>
            <p:cNvSpPr/>
            <p:nvPr/>
          </p:nvSpPr>
          <p:spPr bwMode="auto">
            <a:xfrm>
              <a:off x="11747370" y="0"/>
              <a:ext cx="444629" cy="1645443"/>
            </a:xfrm>
            <a:custGeom>
              <a:avLst/>
              <a:gdLst>
                <a:gd name="T0" fmla="*/ 1273 w 1273"/>
                <a:gd name="T1" fmla="*/ 0 h 4711"/>
                <a:gd name="T2" fmla="*/ 867 w 1273"/>
                <a:gd name="T3" fmla="*/ 0 h 4711"/>
                <a:gd name="T4" fmla="*/ 1273 w 1273"/>
                <a:gd name="T5" fmla="*/ 0 h 4711"/>
                <a:gd name="T6" fmla="*/ 1273 w 1273"/>
                <a:gd name="T7" fmla="*/ 2247 h 4711"/>
                <a:gd name="T8" fmla="*/ 782 w 1273"/>
                <a:gd name="T9" fmla="*/ 3099 h 4711"/>
                <a:gd name="T10" fmla="*/ 0 w 1273"/>
                <a:gd name="T11" fmla="*/ 3099 h 4711"/>
                <a:gd name="T12" fmla="*/ 931 w 1273"/>
                <a:gd name="T13" fmla="*/ 4711 h 4711"/>
                <a:gd name="T14" fmla="*/ 1273 w 1273"/>
                <a:gd name="T15" fmla="*/ 4711 h 4711"/>
                <a:gd name="T16" fmla="*/ 1273 w 1273"/>
                <a:gd name="T17" fmla="*/ 0 h 47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73" h="4711">
                  <a:moveTo>
                    <a:pt x="1273" y="0"/>
                  </a:moveTo>
                  <a:lnTo>
                    <a:pt x="867" y="0"/>
                  </a:lnTo>
                  <a:lnTo>
                    <a:pt x="1273" y="0"/>
                  </a:lnTo>
                  <a:lnTo>
                    <a:pt x="1273" y="2247"/>
                  </a:lnTo>
                  <a:lnTo>
                    <a:pt x="782" y="3099"/>
                  </a:lnTo>
                  <a:lnTo>
                    <a:pt x="0" y="3099"/>
                  </a:lnTo>
                  <a:lnTo>
                    <a:pt x="931" y="4711"/>
                  </a:lnTo>
                  <a:lnTo>
                    <a:pt x="1273" y="4711"/>
                  </a:lnTo>
                  <a:lnTo>
                    <a:pt x="127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" name="Freeform 226"/>
            <p:cNvSpPr/>
            <p:nvPr/>
          </p:nvSpPr>
          <p:spPr bwMode="auto">
            <a:xfrm>
              <a:off x="11586004" y="0"/>
              <a:ext cx="605995" cy="1082409"/>
            </a:xfrm>
            <a:custGeom>
              <a:avLst/>
              <a:gdLst>
                <a:gd name="T0" fmla="*/ 1735 w 1735"/>
                <a:gd name="T1" fmla="*/ 0 h 3099"/>
                <a:gd name="T2" fmla="*/ 1329 w 1735"/>
                <a:gd name="T3" fmla="*/ 0 h 3099"/>
                <a:gd name="T4" fmla="*/ 0 w 1735"/>
                <a:gd name="T5" fmla="*/ 2300 h 3099"/>
                <a:gd name="T6" fmla="*/ 462 w 1735"/>
                <a:gd name="T7" fmla="*/ 3099 h 3099"/>
                <a:gd name="T8" fmla="*/ 1244 w 1735"/>
                <a:gd name="T9" fmla="*/ 3099 h 3099"/>
                <a:gd name="T10" fmla="*/ 1735 w 1735"/>
                <a:gd name="T11" fmla="*/ 2247 h 3099"/>
                <a:gd name="T12" fmla="*/ 1735 w 1735"/>
                <a:gd name="T13" fmla="*/ 0 h 30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35" h="3099">
                  <a:moveTo>
                    <a:pt x="1735" y="0"/>
                  </a:moveTo>
                  <a:lnTo>
                    <a:pt x="1329" y="0"/>
                  </a:lnTo>
                  <a:lnTo>
                    <a:pt x="0" y="2300"/>
                  </a:lnTo>
                  <a:lnTo>
                    <a:pt x="462" y="3099"/>
                  </a:lnTo>
                  <a:lnTo>
                    <a:pt x="1244" y="3099"/>
                  </a:lnTo>
                  <a:lnTo>
                    <a:pt x="1735" y="2247"/>
                  </a:lnTo>
                  <a:lnTo>
                    <a:pt x="1735" y="0"/>
                  </a:lnTo>
                  <a:close/>
                </a:path>
              </a:pathLst>
            </a:custGeom>
            <a:solidFill>
              <a:srgbClr val="24436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" name="Freeform 227"/>
            <p:cNvSpPr/>
            <p:nvPr/>
          </p:nvSpPr>
          <p:spPr bwMode="auto">
            <a:xfrm>
              <a:off x="11586004" y="0"/>
              <a:ext cx="605995" cy="1082409"/>
            </a:xfrm>
            <a:custGeom>
              <a:avLst/>
              <a:gdLst>
                <a:gd name="T0" fmla="*/ 1735 w 1735"/>
                <a:gd name="T1" fmla="*/ 0 h 3099"/>
                <a:gd name="T2" fmla="*/ 1329 w 1735"/>
                <a:gd name="T3" fmla="*/ 0 h 3099"/>
                <a:gd name="T4" fmla="*/ 0 w 1735"/>
                <a:gd name="T5" fmla="*/ 2300 h 3099"/>
                <a:gd name="T6" fmla="*/ 462 w 1735"/>
                <a:gd name="T7" fmla="*/ 3099 h 3099"/>
                <a:gd name="T8" fmla="*/ 1244 w 1735"/>
                <a:gd name="T9" fmla="*/ 3099 h 3099"/>
                <a:gd name="T10" fmla="*/ 1735 w 1735"/>
                <a:gd name="T11" fmla="*/ 2247 h 3099"/>
                <a:gd name="T12" fmla="*/ 1735 w 1735"/>
                <a:gd name="T13" fmla="*/ 0 h 30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35" h="3099">
                  <a:moveTo>
                    <a:pt x="1735" y="0"/>
                  </a:moveTo>
                  <a:lnTo>
                    <a:pt x="1329" y="0"/>
                  </a:lnTo>
                  <a:lnTo>
                    <a:pt x="0" y="2300"/>
                  </a:lnTo>
                  <a:lnTo>
                    <a:pt x="462" y="3099"/>
                  </a:lnTo>
                  <a:lnTo>
                    <a:pt x="1244" y="3099"/>
                  </a:lnTo>
                  <a:lnTo>
                    <a:pt x="1735" y="2247"/>
                  </a:lnTo>
                  <a:lnTo>
                    <a:pt x="173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" name="Freeform 228"/>
            <p:cNvSpPr/>
            <p:nvPr/>
          </p:nvSpPr>
          <p:spPr bwMode="auto">
            <a:xfrm>
              <a:off x="9968503" y="0"/>
              <a:ext cx="578402" cy="250781"/>
            </a:xfrm>
            <a:custGeom>
              <a:avLst/>
              <a:gdLst>
                <a:gd name="T0" fmla="*/ 1656 w 1656"/>
                <a:gd name="T1" fmla="*/ 0 h 718"/>
                <a:gd name="T2" fmla="*/ 0 w 1656"/>
                <a:gd name="T3" fmla="*/ 0 h 718"/>
                <a:gd name="T4" fmla="*/ 413 w 1656"/>
                <a:gd name="T5" fmla="*/ 718 h 718"/>
                <a:gd name="T6" fmla="*/ 1243 w 1656"/>
                <a:gd name="T7" fmla="*/ 718 h 718"/>
                <a:gd name="T8" fmla="*/ 1656 w 1656"/>
                <a:gd name="T9" fmla="*/ 0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56" h="718">
                  <a:moveTo>
                    <a:pt x="1656" y="0"/>
                  </a:moveTo>
                  <a:lnTo>
                    <a:pt x="0" y="0"/>
                  </a:lnTo>
                  <a:lnTo>
                    <a:pt x="413" y="718"/>
                  </a:lnTo>
                  <a:lnTo>
                    <a:pt x="1243" y="718"/>
                  </a:lnTo>
                  <a:lnTo>
                    <a:pt x="1656" y="0"/>
                  </a:lnTo>
                  <a:close/>
                </a:path>
              </a:pathLst>
            </a:custGeom>
            <a:solidFill>
              <a:sysClr val="window" lastClr="FFFFFF">
                <a:lumMod val="75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" name="Freeform 229"/>
            <p:cNvSpPr/>
            <p:nvPr/>
          </p:nvSpPr>
          <p:spPr bwMode="auto">
            <a:xfrm>
              <a:off x="9968503" y="0"/>
              <a:ext cx="578402" cy="250781"/>
            </a:xfrm>
            <a:custGeom>
              <a:avLst/>
              <a:gdLst>
                <a:gd name="T0" fmla="*/ 1656 w 1656"/>
                <a:gd name="T1" fmla="*/ 0 h 718"/>
                <a:gd name="T2" fmla="*/ 0 w 1656"/>
                <a:gd name="T3" fmla="*/ 0 h 718"/>
                <a:gd name="T4" fmla="*/ 413 w 1656"/>
                <a:gd name="T5" fmla="*/ 718 h 718"/>
                <a:gd name="T6" fmla="*/ 1243 w 1656"/>
                <a:gd name="T7" fmla="*/ 718 h 718"/>
                <a:gd name="T8" fmla="*/ 1656 w 1656"/>
                <a:gd name="T9" fmla="*/ 0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56" h="718">
                  <a:moveTo>
                    <a:pt x="1656" y="0"/>
                  </a:moveTo>
                  <a:lnTo>
                    <a:pt x="0" y="0"/>
                  </a:lnTo>
                  <a:lnTo>
                    <a:pt x="413" y="718"/>
                  </a:lnTo>
                  <a:lnTo>
                    <a:pt x="1243" y="718"/>
                  </a:lnTo>
                  <a:lnTo>
                    <a:pt x="165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" name="Freeform 230"/>
            <p:cNvSpPr/>
            <p:nvPr/>
          </p:nvSpPr>
          <p:spPr bwMode="auto">
            <a:xfrm>
              <a:off x="9535051" y="1003123"/>
              <a:ext cx="578752" cy="500514"/>
            </a:xfrm>
            <a:custGeom>
              <a:avLst/>
              <a:gdLst>
                <a:gd name="T0" fmla="*/ 413 w 1657"/>
                <a:gd name="T1" fmla="*/ 1433 h 1433"/>
                <a:gd name="T2" fmla="*/ 0 w 1657"/>
                <a:gd name="T3" fmla="*/ 715 h 1433"/>
                <a:gd name="T4" fmla="*/ 413 w 1657"/>
                <a:gd name="T5" fmla="*/ 0 h 1433"/>
                <a:gd name="T6" fmla="*/ 1243 w 1657"/>
                <a:gd name="T7" fmla="*/ 0 h 1433"/>
                <a:gd name="T8" fmla="*/ 1657 w 1657"/>
                <a:gd name="T9" fmla="*/ 715 h 1433"/>
                <a:gd name="T10" fmla="*/ 1243 w 1657"/>
                <a:gd name="T11" fmla="*/ 1433 h 1433"/>
                <a:gd name="T12" fmla="*/ 413 w 1657"/>
                <a:gd name="T13" fmla="*/ 1433 h 1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7" h="1433">
                  <a:moveTo>
                    <a:pt x="413" y="1433"/>
                  </a:moveTo>
                  <a:lnTo>
                    <a:pt x="0" y="715"/>
                  </a:lnTo>
                  <a:lnTo>
                    <a:pt x="413" y="0"/>
                  </a:lnTo>
                  <a:lnTo>
                    <a:pt x="1243" y="0"/>
                  </a:lnTo>
                  <a:lnTo>
                    <a:pt x="1657" y="715"/>
                  </a:lnTo>
                  <a:lnTo>
                    <a:pt x="1243" y="1433"/>
                  </a:lnTo>
                  <a:lnTo>
                    <a:pt x="413" y="1433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" name="Freeform 231"/>
            <p:cNvSpPr/>
            <p:nvPr/>
          </p:nvSpPr>
          <p:spPr bwMode="auto">
            <a:xfrm>
              <a:off x="10833312" y="1746035"/>
              <a:ext cx="578402" cy="501561"/>
            </a:xfrm>
            <a:custGeom>
              <a:avLst/>
              <a:gdLst>
                <a:gd name="T0" fmla="*/ 413 w 1656"/>
                <a:gd name="T1" fmla="*/ 1436 h 1436"/>
                <a:gd name="T2" fmla="*/ 0 w 1656"/>
                <a:gd name="T3" fmla="*/ 718 h 1436"/>
                <a:gd name="T4" fmla="*/ 413 w 1656"/>
                <a:gd name="T5" fmla="*/ 0 h 1436"/>
                <a:gd name="T6" fmla="*/ 1240 w 1656"/>
                <a:gd name="T7" fmla="*/ 0 h 1436"/>
                <a:gd name="T8" fmla="*/ 1656 w 1656"/>
                <a:gd name="T9" fmla="*/ 718 h 1436"/>
                <a:gd name="T10" fmla="*/ 1240 w 1656"/>
                <a:gd name="T11" fmla="*/ 1436 h 1436"/>
                <a:gd name="T12" fmla="*/ 413 w 1656"/>
                <a:gd name="T13" fmla="*/ 1436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6" h="1436">
                  <a:moveTo>
                    <a:pt x="413" y="1436"/>
                  </a:moveTo>
                  <a:lnTo>
                    <a:pt x="0" y="718"/>
                  </a:lnTo>
                  <a:lnTo>
                    <a:pt x="413" y="0"/>
                  </a:lnTo>
                  <a:lnTo>
                    <a:pt x="1240" y="0"/>
                  </a:lnTo>
                  <a:lnTo>
                    <a:pt x="1656" y="718"/>
                  </a:lnTo>
                  <a:lnTo>
                    <a:pt x="1240" y="1436"/>
                  </a:lnTo>
                  <a:lnTo>
                    <a:pt x="413" y="1436"/>
                  </a:lnTo>
                  <a:close/>
                </a:path>
              </a:pathLst>
            </a:custGeom>
            <a:solidFill>
              <a:sysClr val="window" lastClr="FFFFFF">
                <a:lumMod val="50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" name="Freeform 232"/>
            <p:cNvSpPr/>
            <p:nvPr/>
          </p:nvSpPr>
          <p:spPr bwMode="auto">
            <a:xfrm>
              <a:off x="10833312" y="1746035"/>
              <a:ext cx="578402" cy="501561"/>
            </a:xfrm>
            <a:custGeom>
              <a:avLst/>
              <a:gdLst>
                <a:gd name="T0" fmla="*/ 413 w 1656"/>
                <a:gd name="T1" fmla="*/ 1436 h 1436"/>
                <a:gd name="T2" fmla="*/ 0 w 1656"/>
                <a:gd name="T3" fmla="*/ 718 h 1436"/>
                <a:gd name="T4" fmla="*/ 413 w 1656"/>
                <a:gd name="T5" fmla="*/ 0 h 1436"/>
                <a:gd name="T6" fmla="*/ 1240 w 1656"/>
                <a:gd name="T7" fmla="*/ 0 h 1436"/>
                <a:gd name="T8" fmla="*/ 1656 w 1656"/>
                <a:gd name="T9" fmla="*/ 718 h 1436"/>
                <a:gd name="T10" fmla="*/ 1240 w 1656"/>
                <a:gd name="T11" fmla="*/ 1436 h 1436"/>
                <a:gd name="T12" fmla="*/ 413 w 1656"/>
                <a:gd name="T13" fmla="*/ 1436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6" h="1436">
                  <a:moveTo>
                    <a:pt x="413" y="1436"/>
                  </a:moveTo>
                  <a:lnTo>
                    <a:pt x="0" y="718"/>
                  </a:lnTo>
                  <a:lnTo>
                    <a:pt x="413" y="0"/>
                  </a:lnTo>
                  <a:lnTo>
                    <a:pt x="1240" y="0"/>
                  </a:lnTo>
                  <a:lnTo>
                    <a:pt x="1656" y="718"/>
                  </a:lnTo>
                  <a:lnTo>
                    <a:pt x="1240" y="1436"/>
                  </a:lnTo>
                  <a:lnTo>
                    <a:pt x="413" y="143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" name="Freeform 233"/>
            <p:cNvSpPr/>
            <p:nvPr/>
          </p:nvSpPr>
          <p:spPr bwMode="auto">
            <a:xfrm>
              <a:off x="11263622" y="1494206"/>
              <a:ext cx="577704" cy="500863"/>
            </a:xfrm>
            <a:custGeom>
              <a:avLst/>
              <a:gdLst>
                <a:gd name="T0" fmla="*/ 414 w 1654"/>
                <a:gd name="T1" fmla="*/ 1434 h 1434"/>
                <a:gd name="T2" fmla="*/ 0 w 1654"/>
                <a:gd name="T3" fmla="*/ 718 h 1434"/>
                <a:gd name="T4" fmla="*/ 414 w 1654"/>
                <a:gd name="T5" fmla="*/ 0 h 1434"/>
                <a:gd name="T6" fmla="*/ 1241 w 1654"/>
                <a:gd name="T7" fmla="*/ 0 h 1434"/>
                <a:gd name="T8" fmla="*/ 1654 w 1654"/>
                <a:gd name="T9" fmla="*/ 718 h 1434"/>
                <a:gd name="T10" fmla="*/ 1241 w 1654"/>
                <a:gd name="T11" fmla="*/ 1434 h 1434"/>
                <a:gd name="T12" fmla="*/ 414 w 1654"/>
                <a:gd name="T13" fmla="*/ 1434 h 1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4" h="1434">
                  <a:moveTo>
                    <a:pt x="414" y="1434"/>
                  </a:moveTo>
                  <a:lnTo>
                    <a:pt x="0" y="718"/>
                  </a:lnTo>
                  <a:lnTo>
                    <a:pt x="414" y="0"/>
                  </a:lnTo>
                  <a:lnTo>
                    <a:pt x="1241" y="0"/>
                  </a:lnTo>
                  <a:lnTo>
                    <a:pt x="1654" y="718"/>
                  </a:lnTo>
                  <a:lnTo>
                    <a:pt x="1241" y="1434"/>
                  </a:lnTo>
                  <a:lnTo>
                    <a:pt x="414" y="1434"/>
                  </a:lnTo>
                  <a:close/>
                </a:path>
              </a:pathLst>
            </a:custGeom>
            <a:solidFill>
              <a:srgbClr val="127FB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" name="Freeform 234"/>
            <p:cNvSpPr/>
            <p:nvPr/>
          </p:nvSpPr>
          <p:spPr bwMode="auto">
            <a:xfrm>
              <a:off x="11263622" y="1494206"/>
              <a:ext cx="577704" cy="500863"/>
            </a:xfrm>
            <a:custGeom>
              <a:avLst/>
              <a:gdLst>
                <a:gd name="T0" fmla="*/ 414 w 1654"/>
                <a:gd name="T1" fmla="*/ 1434 h 1434"/>
                <a:gd name="T2" fmla="*/ 0 w 1654"/>
                <a:gd name="T3" fmla="*/ 718 h 1434"/>
                <a:gd name="T4" fmla="*/ 414 w 1654"/>
                <a:gd name="T5" fmla="*/ 0 h 1434"/>
                <a:gd name="T6" fmla="*/ 1241 w 1654"/>
                <a:gd name="T7" fmla="*/ 0 h 1434"/>
                <a:gd name="T8" fmla="*/ 1654 w 1654"/>
                <a:gd name="T9" fmla="*/ 718 h 1434"/>
                <a:gd name="T10" fmla="*/ 1241 w 1654"/>
                <a:gd name="T11" fmla="*/ 1434 h 1434"/>
                <a:gd name="T12" fmla="*/ 414 w 1654"/>
                <a:gd name="T13" fmla="*/ 1434 h 1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4" h="1434">
                  <a:moveTo>
                    <a:pt x="414" y="1434"/>
                  </a:moveTo>
                  <a:lnTo>
                    <a:pt x="0" y="718"/>
                  </a:lnTo>
                  <a:lnTo>
                    <a:pt x="414" y="0"/>
                  </a:lnTo>
                  <a:lnTo>
                    <a:pt x="1241" y="0"/>
                  </a:lnTo>
                  <a:lnTo>
                    <a:pt x="1654" y="718"/>
                  </a:lnTo>
                  <a:lnTo>
                    <a:pt x="1241" y="1434"/>
                  </a:lnTo>
                  <a:lnTo>
                    <a:pt x="414" y="143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" name="Freeform 235"/>
            <p:cNvSpPr>
              <a:spLocks noEditPoints="1"/>
            </p:cNvSpPr>
            <p:nvPr/>
          </p:nvSpPr>
          <p:spPr bwMode="auto">
            <a:xfrm>
              <a:off x="11289817" y="1687356"/>
              <a:ext cx="538585" cy="34578"/>
            </a:xfrm>
            <a:custGeom>
              <a:avLst/>
              <a:gdLst>
                <a:gd name="T0" fmla="*/ 1526 w 1542"/>
                <a:gd name="T1" fmla="*/ 72 h 99"/>
                <a:gd name="T2" fmla="*/ 1526 w 1542"/>
                <a:gd name="T3" fmla="*/ 72 h 99"/>
                <a:gd name="T4" fmla="*/ 1542 w 1542"/>
                <a:gd name="T5" fmla="*/ 99 h 99"/>
                <a:gd name="T6" fmla="*/ 1526 w 1542"/>
                <a:gd name="T7" fmla="*/ 72 h 99"/>
                <a:gd name="T8" fmla="*/ 19 w 1542"/>
                <a:gd name="T9" fmla="*/ 0 h 99"/>
                <a:gd name="T10" fmla="*/ 0 w 1542"/>
                <a:gd name="T11" fmla="*/ 35 h 99"/>
                <a:gd name="T12" fmla="*/ 19 w 1542"/>
                <a:gd name="T13" fmla="*/ 0 h 99"/>
                <a:gd name="T14" fmla="*/ 19 w 1542"/>
                <a:gd name="T15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2" h="99">
                  <a:moveTo>
                    <a:pt x="1526" y="72"/>
                  </a:moveTo>
                  <a:lnTo>
                    <a:pt x="1526" y="72"/>
                  </a:lnTo>
                  <a:lnTo>
                    <a:pt x="1542" y="99"/>
                  </a:lnTo>
                  <a:lnTo>
                    <a:pt x="1526" y="72"/>
                  </a:lnTo>
                  <a:close/>
                  <a:moveTo>
                    <a:pt x="19" y="0"/>
                  </a:moveTo>
                  <a:lnTo>
                    <a:pt x="0" y="35"/>
                  </a:lnTo>
                  <a:lnTo>
                    <a:pt x="19" y="0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FFC4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" name="Freeform 236"/>
            <p:cNvSpPr>
              <a:spLocks noEditPoints="1"/>
            </p:cNvSpPr>
            <p:nvPr/>
          </p:nvSpPr>
          <p:spPr bwMode="auto">
            <a:xfrm>
              <a:off x="11289817" y="1687356"/>
              <a:ext cx="538585" cy="34578"/>
            </a:xfrm>
            <a:custGeom>
              <a:avLst/>
              <a:gdLst>
                <a:gd name="T0" fmla="*/ 1526 w 1542"/>
                <a:gd name="T1" fmla="*/ 72 h 99"/>
                <a:gd name="T2" fmla="*/ 1526 w 1542"/>
                <a:gd name="T3" fmla="*/ 72 h 99"/>
                <a:gd name="T4" fmla="*/ 1542 w 1542"/>
                <a:gd name="T5" fmla="*/ 99 h 99"/>
                <a:gd name="T6" fmla="*/ 1526 w 1542"/>
                <a:gd name="T7" fmla="*/ 72 h 99"/>
                <a:gd name="T8" fmla="*/ 19 w 1542"/>
                <a:gd name="T9" fmla="*/ 0 h 99"/>
                <a:gd name="T10" fmla="*/ 0 w 1542"/>
                <a:gd name="T11" fmla="*/ 35 h 99"/>
                <a:gd name="T12" fmla="*/ 19 w 1542"/>
                <a:gd name="T13" fmla="*/ 0 h 99"/>
                <a:gd name="T14" fmla="*/ 19 w 1542"/>
                <a:gd name="T15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2" h="99">
                  <a:moveTo>
                    <a:pt x="1526" y="72"/>
                  </a:moveTo>
                  <a:lnTo>
                    <a:pt x="1526" y="72"/>
                  </a:lnTo>
                  <a:lnTo>
                    <a:pt x="1542" y="99"/>
                  </a:lnTo>
                  <a:lnTo>
                    <a:pt x="1526" y="72"/>
                  </a:lnTo>
                  <a:moveTo>
                    <a:pt x="19" y="0"/>
                  </a:moveTo>
                  <a:lnTo>
                    <a:pt x="0" y="35"/>
                  </a:lnTo>
                  <a:lnTo>
                    <a:pt x="19" y="0"/>
                  </a:lnTo>
                  <a:lnTo>
                    <a:pt x="1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" name="Freeform 238"/>
            <p:cNvSpPr/>
            <p:nvPr/>
          </p:nvSpPr>
          <p:spPr bwMode="auto">
            <a:xfrm>
              <a:off x="11288769" y="1577334"/>
              <a:ext cx="541379" cy="286058"/>
            </a:xfrm>
            <a:custGeom>
              <a:avLst/>
              <a:gdLst>
                <a:gd name="T0" fmla="*/ 1054 w 1550"/>
                <a:gd name="T1" fmla="*/ 0 h 819"/>
                <a:gd name="T2" fmla="*/ 985 w 1550"/>
                <a:gd name="T3" fmla="*/ 475 h 819"/>
                <a:gd name="T4" fmla="*/ 755 w 1550"/>
                <a:gd name="T5" fmla="*/ 475 h 819"/>
                <a:gd name="T6" fmla="*/ 683 w 1550"/>
                <a:gd name="T7" fmla="*/ 243 h 819"/>
                <a:gd name="T8" fmla="*/ 593 w 1550"/>
                <a:gd name="T9" fmla="*/ 659 h 819"/>
                <a:gd name="T10" fmla="*/ 521 w 1550"/>
                <a:gd name="T11" fmla="*/ 0 h 819"/>
                <a:gd name="T12" fmla="*/ 451 w 1550"/>
                <a:gd name="T13" fmla="*/ 475 h 819"/>
                <a:gd name="T14" fmla="*/ 222 w 1550"/>
                <a:gd name="T15" fmla="*/ 475 h 819"/>
                <a:gd name="T16" fmla="*/ 152 w 1550"/>
                <a:gd name="T17" fmla="*/ 243 h 819"/>
                <a:gd name="T18" fmla="*/ 59 w 1550"/>
                <a:gd name="T19" fmla="*/ 659 h 819"/>
                <a:gd name="T20" fmla="*/ 22 w 1550"/>
                <a:gd name="T21" fmla="*/ 315 h 819"/>
                <a:gd name="T22" fmla="*/ 3 w 1550"/>
                <a:gd name="T23" fmla="*/ 350 h 819"/>
                <a:gd name="T24" fmla="*/ 0 w 1550"/>
                <a:gd name="T25" fmla="*/ 352 h 819"/>
                <a:gd name="T26" fmla="*/ 35 w 1550"/>
                <a:gd name="T27" fmla="*/ 665 h 819"/>
                <a:gd name="T28" fmla="*/ 62 w 1550"/>
                <a:gd name="T29" fmla="*/ 710 h 819"/>
                <a:gd name="T30" fmla="*/ 72 w 1550"/>
                <a:gd name="T31" fmla="*/ 729 h 819"/>
                <a:gd name="T32" fmla="*/ 155 w 1550"/>
                <a:gd name="T33" fmla="*/ 347 h 819"/>
                <a:gd name="T34" fmla="*/ 203 w 1550"/>
                <a:gd name="T35" fmla="*/ 499 h 819"/>
                <a:gd name="T36" fmla="*/ 473 w 1550"/>
                <a:gd name="T37" fmla="*/ 499 h 819"/>
                <a:gd name="T38" fmla="*/ 518 w 1550"/>
                <a:gd name="T39" fmla="*/ 205 h 819"/>
                <a:gd name="T40" fmla="*/ 585 w 1550"/>
                <a:gd name="T41" fmla="*/ 819 h 819"/>
                <a:gd name="T42" fmla="*/ 689 w 1550"/>
                <a:gd name="T43" fmla="*/ 347 h 819"/>
                <a:gd name="T44" fmla="*/ 737 w 1550"/>
                <a:gd name="T45" fmla="*/ 499 h 819"/>
                <a:gd name="T46" fmla="*/ 1006 w 1550"/>
                <a:gd name="T47" fmla="*/ 499 h 819"/>
                <a:gd name="T48" fmla="*/ 1051 w 1550"/>
                <a:gd name="T49" fmla="*/ 205 h 819"/>
                <a:gd name="T50" fmla="*/ 1118 w 1550"/>
                <a:gd name="T51" fmla="*/ 819 h 819"/>
                <a:gd name="T52" fmla="*/ 1222 w 1550"/>
                <a:gd name="T53" fmla="*/ 347 h 819"/>
                <a:gd name="T54" fmla="*/ 1270 w 1550"/>
                <a:gd name="T55" fmla="*/ 499 h 819"/>
                <a:gd name="T56" fmla="*/ 1540 w 1550"/>
                <a:gd name="T57" fmla="*/ 499 h 819"/>
                <a:gd name="T58" fmla="*/ 1550 w 1550"/>
                <a:gd name="T59" fmla="*/ 424 h 819"/>
                <a:gd name="T60" fmla="*/ 1545 w 1550"/>
                <a:gd name="T61" fmla="*/ 414 h 819"/>
                <a:gd name="T62" fmla="*/ 1529 w 1550"/>
                <a:gd name="T63" fmla="*/ 387 h 819"/>
                <a:gd name="T64" fmla="*/ 1518 w 1550"/>
                <a:gd name="T65" fmla="*/ 475 h 819"/>
                <a:gd name="T66" fmla="*/ 1289 w 1550"/>
                <a:gd name="T67" fmla="*/ 475 h 819"/>
                <a:gd name="T68" fmla="*/ 1217 w 1550"/>
                <a:gd name="T69" fmla="*/ 243 h 819"/>
                <a:gd name="T70" fmla="*/ 1126 w 1550"/>
                <a:gd name="T71" fmla="*/ 659 h 819"/>
                <a:gd name="T72" fmla="*/ 1054 w 1550"/>
                <a:gd name="T73" fmla="*/ 0 h 8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550" h="819">
                  <a:moveTo>
                    <a:pt x="1054" y="0"/>
                  </a:moveTo>
                  <a:lnTo>
                    <a:pt x="985" y="475"/>
                  </a:lnTo>
                  <a:lnTo>
                    <a:pt x="755" y="475"/>
                  </a:lnTo>
                  <a:lnTo>
                    <a:pt x="683" y="243"/>
                  </a:lnTo>
                  <a:lnTo>
                    <a:pt x="593" y="659"/>
                  </a:lnTo>
                  <a:lnTo>
                    <a:pt x="521" y="0"/>
                  </a:lnTo>
                  <a:lnTo>
                    <a:pt x="451" y="475"/>
                  </a:lnTo>
                  <a:lnTo>
                    <a:pt x="222" y="475"/>
                  </a:lnTo>
                  <a:lnTo>
                    <a:pt x="152" y="243"/>
                  </a:lnTo>
                  <a:lnTo>
                    <a:pt x="59" y="659"/>
                  </a:lnTo>
                  <a:lnTo>
                    <a:pt x="22" y="315"/>
                  </a:lnTo>
                  <a:lnTo>
                    <a:pt x="3" y="350"/>
                  </a:lnTo>
                  <a:lnTo>
                    <a:pt x="0" y="352"/>
                  </a:lnTo>
                  <a:lnTo>
                    <a:pt x="35" y="665"/>
                  </a:lnTo>
                  <a:lnTo>
                    <a:pt x="62" y="710"/>
                  </a:lnTo>
                  <a:lnTo>
                    <a:pt x="72" y="729"/>
                  </a:lnTo>
                  <a:lnTo>
                    <a:pt x="155" y="347"/>
                  </a:lnTo>
                  <a:lnTo>
                    <a:pt x="203" y="499"/>
                  </a:lnTo>
                  <a:lnTo>
                    <a:pt x="473" y="499"/>
                  </a:lnTo>
                  <a:lnTo>
                    <a:pt x="518" y="205"/>
                  </a:lnTo>
                  <a:lnTo>
                    <a:pt x="585" y="819"/>
                  </a:lnTo>
                  <a:lnTo>
                    <a:pt x="689" y="347"/>
                  </a:lnTo>
                  <a:lnTo>
                    <a:pt x="737" y="499"/>
                  </a:lnTo>
                  <a:lnTo>
                    <a:pt x="1006" y="499"/>
                  </a:lnTo>
                  <a:lnTo>
                    <a:pt x="1051" y="205"/>
                  </a:lnTo>
                  <a:lnTo>
                    <a:pt x="1118" y="819"/>
                  </a:lnTo>
                  <a:lnTo>
                    <a:pt x="1222" y="347"/>
                  </a:lnTo>
                  <a:lnTo>
                    <a:pt x="1270" y="499"/>
                  </a:lnTo>
                  <a:lnTo>
                    <a:pt x="1540" y="499"/>
                  </a:lnTo>
                  <a:lnTo>
                    <a:pt x="1550" y="424"/>
                  </a:lnTo>
                  <a:lnTo>
                    <a:pt x="1545" y="414"/>
                  </a:lnTo>
                  <a:lnTo>
                    <a:pt x="1529" y="387"/>
                  </a:lnTo>
                  <a:lnTo>
                    <a:pt x="1518" y="475"/>
                  </a:lnTo>
                  <a:lnTo>
                    <a:pt x="1289" y="475"/>
                  </a:lnTo>
                  <a:lnTo>
                    <a:pt x="1217" y="243"/>
                  </a:lnTo>
                  <a:lnTo>
                    <a:pt x="1126" y="659"/>
                  </a:lnTo>
                  <a:lnTo>
                    <a:pt x="105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" name="Freeform 239"/>
            <p:cNvSpPr>
              <a:spLocks noEditPoints="1"/>
            </p:cNvSpPr>
            <p:nvPr/>
          </p:nvSpPr>
          <p:spPr bwMode="auto">
            <a:xfrm>
              <a:off x="10905962" y="1619247"/>
              <a:ext cx="54836" cy="207820"/>
            </a:xfrm>
            <a:custGeom>
              <a:avLst/>
              <a:gdLst>
                <a:gd name="T0" fmla="*/ 125 w 157"/>
                <a:gd name="T1" fmla="*/ 499 h 595"/>
                <a:gd name="T2" fmla="*/ 69 w 157"/>
                <a:gd name="T3" fmla="*/ 595 h 595"/>
                <a:gd name="T4" fmla="*/ 69 w 157"/>
                <a:gd name="T5" fmla="*/ 595 h 595"/>
                <a:gd name="T6" fmla="*/ 125 w 157"/>
                <a:gd name="T7" fmla="*/ 499 h 595"/>
                <a:gd name="T8" fmla="*/ 149 w 157"/>
                <a:gd name="T9" fmla="*/ 262 h 595"/>
                <a:gd name="T10" fmla="*/ 149 w 157"/>
                <a:gd name="T11" fmla="*/ 262 h 595"/>
                <a:gd name="T12" fmla="*/ 157 w 157"/>
                <a:gd name="T13" fmla="*/ 275 h 595"/>
                <a:gd name="T14" fmla="*/ 149 w 157"/>
                <a:gd name="T15" fmla="*/ 262 h 595"/>
                <a:gd name="T16" fmla="*/ 0 w 157"/>
                <a:gd name="T17" fmla="*/ 0 h 595"/>
                <a:gd name="T18" fmla="*/ 0 w 157"/>
                <a:gd name="T19" fmla="*/ 0 h 595"/>
                <a:gd name="T20" fmla="*/ 18 w 157"/>
                <a:gd name="T21" fmla="*/ 35 h 595"/>
                <a:gd name="T22" fmla="*/ 0 w 157"/>
                <a:gd name="T23" fmla="*/ 0 h 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7" h="595">
                  <a:moveTo>
                    <a:pt x="125" y="499"/>
                  </a:moveTo>
                  <a:lnTo>
                    <a:pt x="69" y="595"/>
                  </a:lnTo>
                  <a:lnTo>
                    <a:pt x="69" y="595"/>
                  </a:lnTo>
                  <a:lnTo>
                    <a:pt x="125" y="499"/>
                  </a:lnTo>
                  <a:close/>
                  <a:moveTo>
                    <a:pt x="149" y="262"/>
                  </a:moveTo>
                  <a:lnTo>
                    <a:pt x="149" y="262"/>
                  </a:lnTo>
                  <a:lnTo>
                    <a:pt x="157" y="275"/>
                  </a:lnTo>
                  <a:lnTo>
                    <a:pt x="149" y="26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18" y="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4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" name="Freeform 240"/>
            <p:cNvSpPr>
              <a:spLocks noEditPoints="1"/>
            </p:cNvSpPr>
            <p:nvPr/>
          </p:nvSpPr>
          <p:spPr bwMode="auto">
            <a:xfrm>
              <a:off x="10905962" y="1619247"/>
              <a:ext cx="54836" cy="207820"/>
            </a:xfrm>
            <a:custGeom>
              <a:avLst/>
              <a:gdLst>
                <a:gd name="T0" fmla="*/ 125 w 157"/>
                <a:gd name="T1" fmla="*/ 499 h 595"/>
                <a:gd name="T2" fmla="*/ 69 w 157"/>
                <a:gd name="T3" fmla="*/ 595 h 595"/>
                <a:gd name="T4" fmla="*/ 69 w 157"/>
                <a:gd name="T5" fmla="*/ 595 h 595"/>
                <a:gd name="T6" fmla="*/ 125 w 157"/>
                <a:gd name="T7" fmla="*/ 499 h 595"/>
                <a:gd name="T8" fmla="*/ 149 w 157"/>
                <a:gd name="T9" fmla="*/ 262 h 595"/>
                <a:gd name="T10" fmla="*/ 149 w 157"/>
                <a:gd name="T11" fmla="*/ 262 h 595"/>
                <a:gd name="T12" fmla="*/ 157 w 157"/>
                <a:gd name="T13" fmla="*/ 275 h 595"/>
                <a:gd name="T14" fmla="*/ 149 w 157"/>
                <a:gd name="T15" fmla="*/ 262 h 595"/>
                <a:gd name="T16" fmla="*/ 0 w 157"/>
                <a:gd name="T17" fmla="*/ 0 h 595"/>
                <a:gd name="T18" fmla="*/ 0 w 157"/>
                <a:gd name="T19" fmla="*/ 0 h 595"/>
                <a:gd name="T20" fmla="*/ 18 w 157"/>
                <a:gd name="T21" fmla="*/ 35 h 595"/>
                <a:gd name="T22" fmla="*/ 0 w 157"/>
                <a:gd name="T23" fmla="*/ 0 h 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7" h="595">
                  <a:moveTo>
                    <a:pt x="125" y="499"/>
                  </a:moveTo>
                  <a:lnTo>
                    <a:pt x="69" y="595"/>
                  </a:lnTo>
                  <a:lnTo>
                    <a:pt x="69" y="595"/>
                  </a:lnTo>
                  <a:lnTo>
                    <a:pt x="125" y="499"/>
                  </a:lnTo>
                  <a:moveTo>
                    <a:pt x="149" y="262"/>
                  </a:moveTo>
                  <a:lnTo>
                    <a:pt x="149" y="262"/>
                  </a:lnTo>
                  <a:lnTo>
                    <a:pt x="157" y="275"/>
                  </a:lnTo>
                  <a:lnTo>
                    <a:pt x="149" y="26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18" y="35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" name="Freeform 242"/>
            <p:cNvSpPr/>
            <p:nvPr/>
          </p:nvSpPr>
          <p:spPr bwMode="auto">
            <a:xfrm>
              <a:off x="10400908" y="1577334"/>
              <a:ext cx="563733" cy="286058"/>
            </a:xfrm>
            <a:custGeom>
              <a:avLst/>
              <a:gdLst>
                <a:gd name="T0" fmla="*/ 928 w 1614"/>
                <a:gd name="T1" fmla="*/ 0 h 819"/>
                <a:gd name="T2" fmla="*/ 859 w 1614"/>
                <a:gd name="T3" fmla="*/ 475 h 819"/>
                <a:gd name="T4" fmla="*/ 629 w 1614"/>
                <a:gd name="T5" fmla="*/ 475 h 819"/>
                <a:gd name="T6" fmla="*/ 560 w 1614"/>
                <a:gd name="T7" fmla="*/ 243 h 819"/>
                <a:gd name="T8" fmla="*/ 469 w 1614"/>
                <a:gd name="T9" fmla="*/ 659 h 819"/>
                <a:gd name="T10" fmla="*/ 394 w 1614"/>
                <a:gd name="T11" fmla="*/ 0 h 819"/>
                <a:gd name="T12" fmla="*/ 325 w 1614"/>
                <a:gd name="T13" fmla="*/ 475 h 819"/>
                <a:gd name="T14" fmla="*/ 0 w 1614"/>
                <a:gd name="T15" fmla="*/ 475 h 819"/>
                <a:gd name="T16" fmla="*/ 0 w 1614"/>
                <a:gd name="T17" fmla="*/ 488 h 819"/>
                <a:gd name="T18" fmla="*/ 8 w 1614"/>
                <a:gd name="T19" fmla="*/ 499 h 819"/>
                <a:gd name="T20" fmla="*/ 349 w 1614"/>
                <a:gd name="T21" fmla="*/ 499 h 819"/>
                <a:gd name="T22" fmla="*/ 392 w 1614"/>
                <a:gd name="T23" fmla="*/ 205 h 819"/>
                <a:gd name="T24" fmla="*/ 458 w 1614"/>
                <a:gd name="T25" fmla="*/ 819 h 819"/>
                <a:gd name="T26" fmla="*/ 563 w 1614"/>
                <a:gd name="T27" fmla="*/ 347 h 819"/>
                <a:gd name="T28" fmla="*/ 611 w 1614"/>
                <a:gd name="T29" fmla="*/ 499 h 819"/>
                <a:gd name="T30" fmla="*/ 883 w 1614"/>
                <a:gd name="T31" fmla="*/ 499 h 819"/>
                <a:gd name="T32" fmla="*/ 925 w 1614"/>
                <a:gd name="T33" fmla="*/ 205 h 819"/>
                <a:gd name="T34" fmla="*/ 992 w 1614"/>
                <a:gd name="T35" fmla="*/ 819 h 819"/>
                <a:gd name="T36" fmla="*/ 1096 w 1614"/>
                <a:gd name="T37" fmla="*/ 347 h 819"/>
                <a:gd name="T38" fmla="*/ 1144 w 1614"/>
                <a:gd name="T39" fmla="*/ 499 h 819"/>
                <a:gd name="T40" fmla="*/ 1416 w 1614"/>
                <a:gd name="T41" fmla="*/ 499 h 819"/>
                <a:gd name="T42" fmla="*/ 1459 w 1614"/>
                <a:gd name="T43" fmla="*/ 205 h 819"/>
                <a:gd name="T44" fmla="*/ 1515 w 1614"/>
                <a:gd name="T45" fmla="*/ 715 h 819"/>
                <a:gd name="T46" fmla="*/ 1571 w 1614"/>
                <a:gd name="T47" fmla="*/ 619 h 819"/>
                <a:gd name="T48" fmla="*/ 1614 w 1614"/>
                <a:gd name="T49" fmla="*/ 416 h 819"/>
                <a:gd name="T50" fmla="*/ 1603 w 1614"/>
                <a:gd name="T51" fmla="*/ 395 h 819"/>
                <a:gd name="T52" fmla="*/ 1595 w 1614"/>
                <a:gd name="T53" fmla="*/ 382 h 819"/>
                <a:gd name="T54" fmla="*/ 1536 w 1614"/>
                <a:gd name="T55" fmla="*/ 659 h 819"/>
                <a:gd name="T56" fmla="*/ 1483 w 1614"/>
                <a:gd name="T57" fmla="*/ 187 h 819"/>
                <a:gd name="T58" fmla="*/ 1464 w 1614"/>
                <a:gd name="T59" fmla="*/ 155 h 819"/>
                <a:gd name="T60" fmla="*/ 1446 w 1614"/>
                <a:gd name="T61" fmla="*/ 120 h 819"/>
                <a:gd name="T62" fmla="*/ 1392 w 1614"/>
                <a:gd name="T63" fmla="*/ 475 h 819"/>
                <a:gd name="T64" fmla="*/ 1163 w 1614"/>
                <a:gd name="T65" fmla="*/ 475 h 819"/>
                <a:gd name="T66" fmla="*/ 1094 w 1614"/>
                <a:gd name="T67" fmla="*/ 243 h 819"/>
                <a:gd name="T68" fmla="*/ 1003 w 1614"/>
                <a:gd name="T69" fmla="*/ 659 h 819"/>
                <a:gd name="T70" fmla="*/ 928 w 1614"/>
                <a:gd name="T71" fmla="*/ 0 h 8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14" h="819">
                  <a:moveTo>
                    <a:pt x="928" y="0"/>
                  </a:moveTo>
                  <a:lnTo>
                    <a:pt x="859" y="475"/>
                  </a:lnTo>
                  <a:lnTo>
                    <a:pt x="629" y="475"/>
                  </a:lnTo>
                  <a:lnTo>
                    <a:pt x="560" y="243"/>
                  </a:lnTo>
                  <a:lnTo>
                    <a:pt x="469" y="659"/>
                  </a:lnTo>
                  <a:lnTo>
                    <a:pt x="394" y="0"/>
                  </a:lnTo>
                  <a:lnTo>
                    <a:pt x="325" y="475"/>
                  </a:lnTo>
                  <a:lnTo>
                    <a:pt x="0" y="475"/>
                  </a:lnTo>
                  <a:lnTo>
                    <a:pt x="0" y="488"/>
                  </a:lnTo>
                  <a:lnTo>
                    <a:pt x="8" y="499"/>
                  </a:lnTo>
                  <a:lnTo>
                    <a:pt x="349" y="499"/>
                  </a:lnTo>
                  <a:lnTo>
                    <a:pt x="392" y="205"/>
                  </a:lnTo>
                  <a:lnTo>
                    <a:pt x="458" y="819"/>
                  </a:lnTo>
                  <a:lnTo>
                    <a:pt x="563" y="347"/>
                  </a:lnTo>
                  <a:lnTo>
                    <a:pt x="611" y="499"/>
                  </a:lnTo>
                  <a:lnTo>
                    <a:pt x="883" y="499"/>
                  </a:lnTo>
                  <a:lnTo>
                    <a:pt x="925" y="205"/>
                  </a:lnTo>
                  <a:lnTo>
                    <a:pt x="992" y="819"/>
                  </a:lnTo>
                  <a:lnTo>
                    <a:pt x="1096" y="347"/>
                  </a:lnTo>
                  <a:lnTo>
                    <a:pt x="1144" y="499"/>
                  </a:lnTo>
                  <a:lnTo>
                    <a:pt x="1416" y="499"/>
                  </a:lnTo>
                  <a:lnTo>
                    <a:pt x="1459" y="205"/>
                  </a:lnTo>
                  <a:lnTo>
                    <a:pt x="1515" y="715"/>
                  </a:lnTo>
                  <a:lnTo>
                    <a:pt x="1571" y="619"/>
                  </a:lnTo>
                  <a:lnTo>
                    <a:pt x="1614" y="416"/>
                  </a:lnTo>
                  <a:lnTo>
                    <a:pt x="1603" y="395"/>
                  </a:lnTo>
                  <a:lnTo>
                    <a:pt x="1595" y="382"/>
                  </a:lnTo>
                  <a:lnTo>
                    <a:pt x="1536" y="659"/>
                  </a:lnTo>
                  <a:lnTo>
                    <a:pt x="1483" y="187"/>
                  </a:lnTo>
                  <a:lnTo>
                    <a:pt x="1464" y="155"/>
                  </a:lnTo>
                  <a:lnTo>
                    <a:pt x="1446" y="120"/>
                  </a:lnTo>
                  <a:lnTo>
                    <a:pt x="1392" y="475"/>
                  </a:lnTo>
                  <a:lnTo>
                    <a:pt x="1163" y="475"/>
                  </a:lnTo>
                  <a:lnTo>
                    <a:pt x="1094" y="243"/>
                  </a:lnTo>
                  <a:lnTo>
                    <a:pt x="1003" y="659"/>
                  </a:lnTo>
                  <a:lnTo>
                    <a:pt x="92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" name="Freeform 243"/>
            <p:cNvSpPr/>
            <p:nvPr/>
          </p:nvSpPr>
          <p:spPr bwMode="auto">
            <a:xfrm>
              <a:off x="9968503" y="1248315"/>
              <a:ext cx="578402" cy="500514"/>
            </a:xfrm>
            <a:custGeom>
              <a:avLst/>
              <a:gdLst>
                <a:gd name="T0" fmla="*/ 413 w 1656"/>
                <a:gd name="T1" fmla="*/ 1433 h 1433"/>
                <a:gd name="T2" fmla="*/ 0 w 1656"/>
                <a:gd name="T3" fmla="*/ 718 h 1433"/>
                <a:gd name="T4" fmla="*/ 413 w 1656"/>
                <a:gd name="T5" fmla="*/ 0 h 1433"/>
                <a:gd name="T6" fmla="*/ 1240 w 1656"/>
                <a:gd name="T7" fmla="*/ 0 h 1433"/>
                <a:gd name="T8" fmla="*/ 1656 w 1656"/>
                <a:gd name="T9" fmla="*/ 718 h 1433"/>
                <a:gd name="T10" fmla="*/ 1240 w 1656"/>
                <a:gd name="T11" fmla="*/ 1433 h 1433"/>
                <a:gd name="T12" fmla="*/ 413 w 1656"/>
                <a:gd name="T13" fmla="*/ 1433 h 1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6" h="1433">
                  <a:moveTo>
                    <a:pt x="413" y="1433"/>
                  </a:moveTo>
                  <a:lnTo>
                    <a:pt x="0" y="718"/>
                  </a:lnTo>
                  <a:lnTo>
                    <a:pt x="413" y="0"/>
                  </a:lnTo>
                  <a:lnTo>
                    <a:pt x="1240" y="0"/>
                  </a:lnTo>
                  <a:lnTo>
                    <a:pt x="1656" y="718"/>
                  </a:lnTo>
                  <a:lnTo>
                    <a:pt x="1240" y="1433"/>
                  </a:lnTo>
                  <a:lnTo>
                    <a:pt x="413" y="1433"/>
                  </a:lnTo>
                  <a:close/>
                </a:path>
              </a:pathLst>
            </a:custGeom>
            <a:solidFill>
              <a:srgbClr val="24436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" name="Freeform 244"/>
            <p:cNvSpPr/>
            <p:nvPr/>
          </p:nvSpPr>
          <p:spPr bwMode="auto">
            <a:xfrm>
              <a:off x="10116596" y="1357290"/>
              <a:ext cx="281517" cy="282565"/>
            </a:xfrm>
            <a:custGeom>
              <a:avLst/>
              <a:gdLst>
                <a:gd name="T0" fmla="*/ 806 w 806"/>
                <a:gd name="T1" fmla="*/ 555 h 809"/>
                <a:gd name="T2" fmla="*/ 555 w 806"/>
                <a:gd name="T3" fmla="*/ 555 h 809"/>
                <a:gd name="T4" fmla="*/ 555 w 806"/>
                <a:gd name="T5" fmla="*/ 809 h 809"/>
                <a:gd name="T6" fmla="*/ 251 w 806"/>
                <a:gd name="T7" fmla="*/ 809 h 809"/>
                <a:gd name="T8" fmla="*/ 251 w 806"/>
                <a:gd name="T9" fmla="*/ 555 h 809"/>
                <a:gd name="T10" fmla="*/ 0 w 806"/>
                <a:gd name="T11" fmla="*/ 555 h 809"/>
                <a:gd name="T12" fmla="*/ 0 w 806"/>
                <a:gd name="T13" fmla="*/ 254 h 809"/>
                <a:gd name="T14" fmla="*/ 251 w 806"/>
                <a:gd name="T15" fmla="*/ 254 h 809"/>
                <a:gd name="T16" fmla="*/ 251 w 806"/>
                <a:gd name="T17" fmla="*/ 0 h 809"/>
                <a:gd name="T18" fmla="*/ 555 w 806"/>
                <a:gd name="T19" fmla="*/ 0 h 809"/>
                <a:gd name="T20" fmla="*/ 555 w 806"/>
                <a:gd name="T21" fmla="*/ 254 h 809"/>
                <a:gd name="T22" fmla="*/ 806 w 806"/>
                <a:gd name="T23" fmla="*/ 254 h 809"/>
                <a:gd name="T24" fmla="*/ 806 w 806"/>
                <a:gd name="T25" fmla="*/ 555 h 8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06" h="809">
                  <a:moveTo>
                    <a:pt x="806" y="555"/>
                  </a:moveTo>
                  <a:lnTo>
                    <a:pt x="555" y="555"/>
                  </a:lnTo>
                  <a:lnTo>
                    <a:pt x="555" y="809"/>
                  </a:lnTo>
                  <a:lnTo>
                    <a:pt x="251" y="809"/>
                  </a:lnTo>
                  <a:lnTo>
                    <a:pt x="251" y="555"/>
                  </a:lnTo>
                  <a:lnTo>
                    <a:pt x="0" y="555"/>
                  </a:lnTo>
                  <a:lnTo>
                    <a:pt x="0" y="254"/>
                  </a:lnTo>
                  <a:lnTo>
                    <a:pt x="251" y="254"/>
                  </a:lnTo>
                  <a:lnTo>
                    <a:pt x="251" y="0"/>
                  </a:lnTo>
                  <a:lnTo>
                    <a:pt x="555" y="0"/>
                  </a:lnTo>
                  <a:lnTo>
                    <a:pt x="555" y="254"/>
                  </a:lnTo>
                  <a:lnTo>
                    <a:pt x="806" y="254"/>
                  </a:lnTo>
                  <a:lnTo>
                    <a:pt x="806" y="555"/>
                  </a:lnTo>
                  <a:close/>
                </a:path>
              </a:pathLst>
            </a:custGeom>
            <a:solidFill>
              <a:srgbClr val="FFFB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" name="Freeform 245"/>
            <p:cNvSpPr/>
            <p:nvPr/>
          </p:nvSpPr>
          <p:spPr bwMode="auto">
            <a:xfrm>
              <a:off x="10394272" y="1492460"/>
              <a:ext cx="588881" cy="510992"/>
            </a:xfrm>
            <a:custGeom>
              <a:avLst/>
              <a:gdLst>
                <a:gd name="T0" fmla="*/ 1259 w 1686"/>
                <a:gd name="T1" fmla="*/ 1463 h 1463"/>
                <a:gd name="T2" fmla="*/ 424 w 1686"/>
                <a:gd name="T3" fmla="*/ 1463 h 1463"/>
                <a:gd name="T4" fmla="*/ 0 w 1686"/>
                <a:gd name="T5" fmla="*/ 731 h 1463"/>
                <a:gd name="T6" fmla="*/ 424 w 1686"/>
                <a:gd name="T7" fmla="*/ 0 h 1463"/>
                <a:gd name="T8" fmla="*/ 1267 w 1686"/>
                <a:gd name="T9" fmla="*/ 0 h 1463"/>
                <a:gd name="T10" fmla="*/ 1686 w 1686"/>
                <a:gd name="T11" fmla="*/ 723 h 1463"/>
                <a:gd name="T12" fmla="*/ 1657 w 1686"/>
                <a:gd name="T13" fmla="*/ 739 h 1463"/>
                <a:gd name="T14" fmla="*/ 1249 w 1686"/>
                <a:gd name="T15" fmla="*/ 32 h 1463"/>
                <a:gd name="T16" fmla="*/ 443 w 1686"/>
                <a:gd name="T17" fmla="*/ 32 h 1463"/>
                <a:gd name="T18" fmla="*/ 37 w 1686"/>
                <a:gd name="T19" fmla="*/ 731 h 1463"/>
                <a:gd name="T20" fmla="*/ 443 w 1686"/>
                <a:gd name="T21" fmla="*/ 1431 h 1463"/>
                <a:gd name="T22" fmla="*/ 1259 w 1686"/>
                <a:gd name="T23" fmla="*/ 1431 h 1463"/>
                <a:gd name="T24" fmla="*/ 1259 w 1686"/>
                <a:gd name="T25" fmla="*/ 1463 h 1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86" h="1463">
                  <a:moveTo>
                    <a:pt x="1259" y="1463"/>
                  </a:moveTo>
                  <a:lnTo>
                    <a:pt x="424" y="1463"/>
                  </a:lnTo>
                  <a:lnTo>
                    <a:pt x="0" y="731"/>
                  </a:lnTo>
                  <a:lnTo>
                    <a:pt x="424" y="0"/>
                  </a:lnTo>
                  <a:lnTo>
                    <a:pt x="1267" y="0"/>
                  </a:lnTo>
                  <a:lnTo>
                    <a:pt x="1686" y="723"/>
                  </a:lnTo>
                  <a:lnTo>
                    <a:pt x="1657" y="739"/>
                  </a:lnTo>
                  <a:lnTo>
                    <a:pt x="1249" y="32"/>
                  </a:lnTo>
                  <a:lnTo>
                    <a:pt x="443" y="32"/>
                  </a:lnTo>
                  <a:lnTo>
                    <a:pt x="37" y="731"/>
                  </a:lnTo>
                  <a:lnTo>
                    <a:pt x="443" y="1431"/>
                  </a:lnTo>
                  <a:lnTo>
                    <a:pt x="1259" y="1431"/>
                  </a:lnTo>
                  <a:lnTo>
                    <a:pt x="1259" y="1463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" name="Oval 246"/>
            <p:cNvSpPr>
              <a:spLocks noChangeArrowheads="1"/>
            </p:cNvSpPr>
            <p:nvPr/>
          </p:nvSpPr>
          <p:spPr bwMode="auto">
            <a:xfrm>
              <a:off x="10370172" y="1718092"/>
              <a:ext cx="62171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" name="Oval 247"/>
            <p:cNvSpPr>
              <a:spLocks noChangeArrowheads="1"/>
            </p:cNvSpPr>
            <p:nvPr/>
          </p:nvSpPr>
          <p:spPr bwMode="auto">
            <a:xfrm>
              <a:off x="10946827" y="1718092"/>
              <a:ext cx="62521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" name="Oval 248"/>
            <p:cNvSpPr>
              <a:spLocks noChangeArrowheads="1"/>
            </p:cNvSpPr>
            <p:nvPr/>
          </p:nvSpPr>
          <p:spPr bwMode="auto">
            <a:xfrm>
              <a:off x="10514423" y="1467312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" name="Oval 249"/>
            <p:cNvSpPr>
              <a:spLocks noChangeArrowheads="1"/>
            </p:cNvSpPr>
            <p:nvPr/>
          </p:nvSpPr>
          <p:spPr bwMode="auto">
            <a:xfrm>
              <a:off x="10514423" y="1966079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" name="Oval 250"/>
            <p:cNvSpPr>
              <a:spLocks noChangeArrowheads="1"/>
            </p:cNvSpPr>
            <p:nvPr/>
          </p:nvSpPr>
          <p:spPr bwMode="auto">
            <a:xfrm>
              <a:off x="10802576" y="1467312"/>
              <a:ext cx="61473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" name="Oval 251"/>
            <p:cNvSpPr>
              <a:spLocks noChangeArrowheads="1"/>
            </p:cNvSpPr>
            <p:nvPr/>
          </p:nvSpPr>
          <p:spPr bwMode="auto">
            <a:xfrm>
              <a:off x="10802576" y="1966079"/>
              <a:ext cx="61473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5" name="Freeform 252"/>
            <p:cNvSpPr/>
            <p:nvPr/>
          </p:nvSpPr>
          <p:spPr bwMode="auto">
            <a:xfrm>
              <a:off x="10828422" y="743960"/>
              <a:ext cx="587134" cy="258116"/>
            </a:xfrm>
            <a:custGeom>
              <a:avLst/>
              <a:gdLst>
                <a:gd name="T0" fmla="*/ 1652 w 1681"/>
                <a:gd name="T1" fmla="*/ 739 h 739"/>
                <a:gd name="T2" fmla="*/ 1244 w 1681"/>
                <a:gd name="T3" fmla="*/ 29 h 739"/>
                <a:gd name="T4" fmla="*/ 438 w 1681"/>
                <a:gd name="T5" fmla="*/ 29 h 739"/>
                <a:gd name="T6" fmla="*/ 27 w 1681"/>
                <a:gd name="T7" fmla="*/ 739 h 739"/>
                <a:gd name="T8" fmla="*/ 0 w 1681"/>
                <a:gd name="T9" fmla="*/ 723 h 739"/>
                <a:gd name="T10" fmla="*/ 419 w 1681"/>
                <a:gd name="T11" fmla="*/ 0 h 739"/>
                <a:gd name="T12" fmla="*/ 1262 w 1681"/>
                <a:gd name="T13" fmla="*/ 0 h 739"/>
                <a:gd name="T14" fmla="*/ 1681 w 1681"/>
                <a:gd name="T15" fmla="*/ 723 h 739"/>
                <a:gd name="T16" fmla="*/ 1652 w 1681"/>
                <a:gd name="T17" fmla="*/ 739 h 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81" h="739">
                  <a:moveTo>
                    <a:pt x="1652" y="739"/>
                  </a:moveTo>
                  <a:lnTo>
                    <a:pt x="1244" y="29"/>
                  </a:lnTo>
                  <a:lnTo>
                    <a:pt x="438" y="29"/>
                  </a:lnTo>
                  <a:lnTo>
                    <a:pt x="27" y="739"/>
                  </a:lnTo>
                  <a:lnTo>
                    <a:pt x="0" y="723"/>
                  </a:lnTo>
                  <a:lnTo>
                    <a:pt x="419" y="0"/>
                  </a:lnTo>
                  <a:lnTo>
                    <a:pt x="1262" y="0"/>
                  </a:lnTo>
                  <a:lnTo>
                    <a:pt x="1681" y="723"/>
                  </a:lnTo>
                  <a:lnTo>
                    <a:pt x="1652" y="739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6" name="Oval 253"/>
            <p:cNvSpPr>
              <a:spLocks noChangeArrowheads="1"/>
            </p:cNvSpPr>
            <p:nvPr/>
          </p:nvSpPr>
          <p:spPr bwMode="auto">
            <a:xfrm>
              <a:off x="10802576" y="968544"/>
              <a:ext cx="6217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7" name="Oval 254"/>
            <p:cNvSpPr>
              <a:spLocks noChangeArrowheads="1"/>
            </p:cNvSpPr>
            <p:nvPr/>
          </p:nvSpPr>
          <p:spPr bwMode="auto">
            <a:xfrm>
              <a:off x="11379232" y="968544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8" name="Oval 255"/>
            <p:cNvSpPr>
              <a:spLocks noChangeArrowheads="1"/>
            </p:cNvSpPr>
            <p:nvPr/>
          </p:nvSpPr>
          <p:spPr bwMode="auto">
            <a:xfrm>
              <a:off x="10946827" y="718811"/>
              <a:ext cx="62521" cy="6217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9" name="Oval 256"/>
            <p:cNvSpPr>
              <a:spLocks noChangeArrowheads="1"/>
            </p:cNvSpPr>
            <p:nvPr/>
          </p:nvSpPr>
          <p:spPr bwMode="auto">
            <a:xfrm>
              <a:off x="10946827" y="1217579"/>
              <a:ext cx="62521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0" name="Oval 257"/>
            <p:cNvSpPr>
              <a:spLocks noChangeArrowheads="1"/>
            </p:cNvSpPr>
            <p:nvPr/>
          </p:nvSpPr>
          <p:spPr bwMode="auto">
            <a:xfrm>
              <a:off x="11234981" y="718811"/>
              <a:ext cx="61473" cy="6217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1" name="Oval 258"/>
            <p:cNvSpPr>
              <a:spLocks noChangeArrowheads="1"/>
            </p:cNvSpPr>
            <p:nvPr/>
          </p:nvSpPr>
          <p:spPr bwMode="auto">
            <a:xfrm>
              <a:off x="11234981" y="1217579"/>
              <a:ext cx="61473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2" name="Freeform 259"/>
            <p:cNvSpPr/>
            <p:nvPr/>
          </p:nvSpPr>
          <p:spPr bwMode="auto">
            <a:xfrm>
              <a:off x="11260827" y="495973"/>
              <a:ext cx="153682" cy="255321"/>
            </a:xfrm>
            <a:custGeom>
              <a:avLst/>
              <a:gdLst>
                <a:gd name="T0" fmla="*/ 27 w 440"/>
                <a:gd name="T1" fmla="*/ 731 h 731"/>
                <a:gd name="T2" fmla="*/ 0 w 440"/>
                <a:gd name="T3" fmla="*/ 715 h 731"/>
                <a:gd name="T4" fmla="*/ 414 w 440"/>
                <a:gd name="T5" fmla="*/ 0 h 731"/>
                <a:gd name="T6" fmla="*/ 440 w 440"/>
                <a:gd name="T7" fmla="*/ 16 h 731"/>
                <a:gd name="T8" fmla="*/ 27 w 440"/>
                <a:gd name="T9" fmla="*/ 731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0" h="731">
                  <a:moveTo>
                    <a:pt x="27" y="731"/>
                  </a:moveTo>
                  <a:lnTo>
                    <a:pt x="0" y="715"/>
                  </a:lnTo>
                  <a:lnTo>
                    <a:pt x="414" y="0"/>
                  </a:lnTo>
                  <a:lnTo>
                    <a:pt x="440" y="16"/>
                  </a:lnTo>
                  <a:lnTo>
                    <a:pt x="27" y="731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3" name="Oval 260"/>
            <p:cNvSpPr>
              <a:spLocks noChangeArrowheads="1"/>
            </p:cNvSpPr>
            <p:nvPr/>
          </p:nvSpPr>
          <p:spPr bwMode="auto">
            <a:xfrm>
              <a:off x="11379232" y="468031"/>
              <a:ext cx="62521" cy="6217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4" name="Freeform 261"/>
            <p:cNvSpPr/>
            <p:nvPr/>
          </p:nvSpPr>
          <p:spPr bwMode="auto">
            <a:xfrm>
              <a:off x="9532257" y="1497000"/>
              <a:ext cx="153682" cy="255670"/>
            </a:xfrm>
            <a:custGeom>
              <a:avLst/>
              <a:gdLst>
                <a:gd name="T0" fmla="*/ 27 w 440"/>
                <a:gd name="T1" fmla="*/ 732 h 732"/>
                <a:gd name="T2" fmla="*/ 0 w 440"/>
                <a:gd name="T3" fmla="*/ 716 h 732"/>
                <a:gd name="T4" fmla="*/ 411 w 440"/>
                <a:gd name="T5" fmla="*/ 0 h 732"/>
                <a:gd name="T6" fmla="*/ 440 w 440"/>
                <a:gd name="T7" fmla="*/ 16 h 732"/>
                <a:gd name="T8" fmla="*/ 27 w 440"/>
                <a:gd name="T9" fmla="*/ 732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0" h="732">
                  <a:moveTo>
                    <a:pt x="27" y="732"/>
                  </a:moveTo>
                  <a:lnTo>
                    <a:pt x="0" y="716"/>
                  </a:lnTo>
                  <a:lnTo>
                    <a:pt x="411" y="0"/>
                  </a:lnTo>
                  <a:lnTo>
                    <a:pt x="440" y="16"/>
                  </a:lnTo>
                  <a:lnTo>
                    <a:pt x="27" y="732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5" name="Oval 262"/>
            <p:cNvSpPr>
              <a:spLocks noChangeArrowheads="1"/>
            </p:cNvSpPr>
            <p:nvPr/>
          </p:nvSpPr>
          <p:spPr bwMode="auto">
            <a:xfrm>
              <a:off x="9505362" y="1719839"/>
              <a:ext cx="6217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6" name="Oval 263"/>
            <p:cNvSpPr>
              <a:spLocks noChangeArrowheads="1"/>
            </p:cNvSpPr>
            <p:nvPr/>
          </p:nvSpPr>
          <p:spPr bwMode="auto">
            <a:xfrm>
              <a:off x="9650661" y="1470106"/>
              <a:ext cx="61473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" name="Freeform 264"/>
            <p:cNvSpPr/>
            <p:nvPr/>
          </p:nvSpPr>
          <p:spPr bwMode="auto">
            <a:xfrm>
              <a:off x="11693232" y="1244473"/>
              <a:ext cx="153682" cy="255321"/>
            </a:xfrm>
            <a:custGeom>
              <a:avLst/>
              <a:gdLst>
                <a:gd name="T0" fmla="*/ 27 w 440"/>
                <a:gd name="T1" fmla="*/ 731 h 731"/>
                <a:gd name="T2" fmla="*/ 0 w 440"/>
                <a:gd name="T3" fmla="*/ 715 h 731"/>
                <a:gd name="T4" fmla="*/ 411 w 440"/>
                <a:gd name="T5" fmla="*/ 0 h 731"/>
                <a:gd name="T6" fmla="*/ 440 w 440"/>
                <a:gd name="T7" fmla="*/ 16 h 731"/>
                <a:gd name="T8" fmla="*/ 27 w 440"/>
                <a:gd name="T9" fmla="*/ 731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0" h="731">
                  <a:moveTo>
                    <a:pt x="27" y="731"/>
                  </a:moveTo>
                  <a:lnTo>
                    <a:pt x="0" y="715"/>
                  </a:lnTo>
                  <a:lnTo>
                    <a:pt x="411" y="0"/>
                  </a:lnTo>
                  <a:lnTo>
                    <a:pt x="440" y="16"/>
                  </a:lnTo>
                  <a:lnTo>
                    <a:pt x="27" y="731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" name="Oval 265"/>
            <p:cNvSpPr>
              <a:spLocks noChangeArrowheads="1"/>
            </p:cNvSpPr>
            <p:nvPr/>
          </p:nvSpPr>
          <p:spPr bwMode="auto">
            <a:xfrm>
              <a:off x="11666338" y="1467312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" name="Oval 266"/>
            <p:cNvSpPr>
              <a:spLocks noChangeArrowheads="1"/>
            </p:cNvSpPr>
            <p:nvPr/>
          </p:nvSpPr>
          <p:spPr bwMode="auto">
            <a:xfrm>
              <a:off x="11811636" y="1217579"/>
              <a:ext cx="61473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0" name="Freeform 267"/>
            <p:cNvSpPr/>
            <p:nvPr/>
          </p:nvSpPr>
          <p:spPr bwMode="auto">
            <a:xfrm>
              <a:off x="10397066" y="495973"/>
              <a:ext cx="153682" cy="255321"/>
            </a:xfrm>
            <a:custGeom>
              <a:avLst/>
              <a:gdLst>
                <a:gd name="T0" fmla="*/ 27 w 440"/>
                <a:gd name="T1" fmla="*/ 731 h 731"/>
                <a:gd name="T2" fmla="*/ 0 w 440"/>
                <a:gd name="T3" fmla="*/ 715 h 731"/>
                <a:gd name="T4" fmla="*/ 411 w 440"/>
                <a:gd name="T5" fmla="*/ 0 h 731"/>
                <a:gd name="T6" fmla="*/ 440 w 440"/>
                <a:gd name="T7" fmla="*/ 16 h 731"/>
                <a:gd name="T8" fmla="*/ 27 w 440"/>
                <a:gd name="T9" fmla="*/ 731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0" h="731">
                  <a:moveTo>
                    <a:pt x="27" y="731"/>
                  </a:moveTo>
                  <a:lnTo>
                    <a:pt x="0" y="715"/>
                  </a:lnTo>
                  <a:lnTo>
                    <a:pt x="411" y="0"/>
                  </a:lnTo>
                  <a:lnTo>
                    <a:pt x="440" y="16"/>
                  </a:lnTo>
                  <a:lnTo>
                    <a:pt x="27" y="731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" name="Oval 268"/>
            <p:cNvSpPr>
              <a:spLocks noChangeArrowheads="1"/>
            </p:cNvSpPr>
            <p:nvPr/>
          </p:nvSpPr>
          <p:spPr bwMode="auto">
            <a:xfrm>
              <a:off x="10370172" y="718811"/>
              <a:ext cx="62171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" name="Oval 269"/>
            <p:cNvSpPr>
              <a:spLocks noChangeArrowheads="1"/>
            </p:cNvSpPr>
            <p:nvPr/>
          </p:nvSpPr>
          <p:spPr bwMode="auto">
            <a:xfrm>
              <a:off x="10515470" y="468031"/>
              <a:ext cx="61473" cy="6217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" name="Freeform 270"/>
            <p:cNvSpPr/>
            <p:nvPr/>
          </p:nvSpPr>
          <p:spPr bwMode="auto">
            <a:xfrm>
              <a:off x="10397066" y="245192"/>
              <a:ext cx="153682" cy="255321"/>
            </a:xfrm>
            <a:custGeom>
              <a:avLst/>
              <a:gdLst>
                <a:gd name="T0" fmla="*/ 413 w 440"/>
                <a:gd name="T1" fmla="*/ 731 h 731"/>
                <a:gd name="T2" fmla="*/ 0 w 440"/>
                <a:gd name="T3" fmla="*/ 16 h 731"/>
                <a:gd name="T4" fmla="*/ 27 w 440"/>
                <a:gd name="T5" fmla="*/ 0 h 731"/>
                <a:gd name="T6" fmla="*/ 440 w 440"/>
                <a:gd name="T7" fmla="*/ 715 h 731"/>
                <a:gd name="T8" fmla="*/ 413 w 440"/>
                <a:gd name="T9" fmla="*/ 731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0" h="731">
                  <a:moveTo>
                    <a:pt x="413" y="731"/>
                  </a:moveTo>
                  <a:lnTo>
                    <a:pt x="0" y="16"/>
                  </a:lnTo>
                  <a:lnTo>
                    <a:pt x="27" y="0"/>
                  </a:lnTo>
                  <a:lnTo>
                    <a:pt x="440" y="715"/>
                  </a:lnTo>
                  <a:lnTo>
                    <a:pt x="413" y="731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" name="Oval 271"/>
            <p:cNvSpPr>
              <a:spLocks noChangeArrowheads="1"/>
            </p:cNvSpPr>
            <p:nvPr/>
          </p:nvSpPr>
          <p:spPr bwMode="auto">
            <a:xfrm>
              <a:off x="10370172" y="217949"/>
              <a:ext cx="62171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" name="Freeform 272"/>
            <p:cNvSpPr/>
            <p:nvPr/>
          </p:nvSpPr>
          <p:spPr bwMode="auto">
            <a:xfrm>
              <a:off x="9532257" y="748500"/>
              <a:ext cx="153682" cy="255321"/>
            </a:xfrm>
            <a:custGeom>
              <a:avLst/>
              <a:gdLst>
                <a:gd name="T0" fmla="*/ 413 w 440"/>
                <a:gd name="T1" fmla="*/ 731 h 731"/>
                <a:gd name="T2" fmla="*/ 0 w 440"/>
                <a:gd name="T3" fmla="*/ 16 h 731"/>
                <a:gd name="T4" fmla="*/ 27 w 440"/>
                <a:gd name="T5" fmla="*/ 0 h 731"/>
                <a:gd name="T6" fmla="*/ 440 w 440"/>
                <a:gd name="T7" fmla="*/ 715 h 731"/>
                <a:gd name="T8" fmla="*/ 413 w 440"/>
                <a:gd name="T9" fmla="*/ 731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0" h="731">
                  <a:moveTo>
                    <a:pt x="413" y="731"/>
                  </a:moveTo>
                  <a:lnTo>
                    <a:pt x="0" y="16"/>
                  </a:lnTo>
                  <a:lnTo>
                    <a:pt x="27" y="0"/>
                  </a:lnTo>
                  <a:lnTo>
                    <a:pt x="440" y="715"/>
                  </a:lnTo>
                  <a:lnTo>
                    <a:pt x="413" y="731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6" name="Oval 273"/>
            <p:cNvSpPr>
              <a:spLocks noChangeArrowheads="1"/>
            </p:cNvSpPr>
            <p:nvPr/>
          </p:nvSpPr>
          <p:spPr bwMode="auto">
            <a:xfrm>
              <a:off x="9650661" y="971339"/>
              <a:ext cx="61473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7" name="Oval 274"/>
            <p:cNvSpPr>
              <a:spLocks noChangeArrowheads="1"/>
            </p:cNvSpPr>
            <p:nvPr/>
          </p:nvSpPr>
          <p:spPr bwMode="auto">
            <a:xfrm>
              <a:off x="9505362" y="720558"/>
              <a:ext cx="6217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8" name="Freeform 275"/>
            <p:cNvSpPr/>
            <p:nvPr/>
          </p:nvSpPr>
          <p:spPr bwMode="auto">
            <a:xfrm>
              <a:off x="9962915" y="1244473"/>
              <a:ext cx="438692" cy="510992"/>
            </a:xfrm>
            <a:custGeom>
              <a:avLst/>
              <a:gdLst>
                <a:gd name="T0" fmla="*/ 1256 w 1256"/>
                <a:gd name="T1" fmla="*/ 1463 h 1463"/>
                <a:gd name="T2" fmla="*/ 421 w 1256"/>
                <a:gd name="T3" fmla="*/ 1463 h 1463"/>
                <a:gd name="T4" fmla="*/ 0 w 1256"/>
                <a:gd name="T5" fmla="*/ 731 h 1463"/>
                <a:gd name="T6" fmla="*/ 421 w 1256"/>
                <a:gd name="T7" fmla="*/ 0 h 1463"/>
                <a:gd name="T8" fmla="*/ 1256 w 1256"/>
                <a:gd name="T9" fmla="*/ 0 h 1463"/>
                <a:gd name="T10" fmla="*/ 1256 w 1256"/>
                <a:gd name="T11" fmla="*/ 32 h 1463"/>
                <a:gd name="T12" fmla="*/ 440 w 1256"/>
                <a:gd name="T13" fmla="*/ 32 h 1463"/>
                <a:gd name="T14" fmla="*/ 37 w 1256"/>
                <a:gd name="T15" fmla="*/ 731 h 1463"/>
                <a:gd name="T16" fmla="*/ 440 w 1256"/>
                <a:gd name="T17" fmla="*/ 1431 h 1463"/>
                <a:gd name="T18" fmla="*/ 1256 w 1256"/>
                <a:gd name="T19" fmla="*/ 1431 h 1463"/>
                <a:gd name="T20" fmla="*/ 1256 w 1256"/>
                <a:gd name="T21" fmla="*/ 1463 h 1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56" h="1463">
                  <a:moveTo>
                    <a:pt x="1256" y="1463"/>
                  </a:moveTo>
                  <a:lnTo>
                    <a:pt x="421" y="1463"/>
                  </a:lnTo>
                  <a:lnTo>
                    <a:pt x="0" y="731"/>
                  </a:lnTo>
                  <a:lnTo>
                    <a:pt x="421" y="0"/>
                  </a:lnTo>
                  <a:lnTo>
                    <a:pt x="1256" y="0"/>
                  </a:lnTo>
                  <a:lnTo>
                    <a:pt x="1256" y="32"/>
                  </a:lnTo>
                  <a:lnTo>
                    <a:pt x="440" y="32"/>
                  </a:lnTo>
                  <a:lnTo>
                    <a:pt x="37" y="731"/>
                  </a:lnTo>
                  <a:lnTo>
                    <a:pt x="440" y="1431"/>
                  </a:lnTo>
                  <a:lnTo>
                    <a:pt x="1256" y="1431"/>
                  </a:lnTo>
                  <a:lnTo>
                    <a:pt x="1256" y="1463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9" name="Oval 276"/>
            <p:cNvSpPr>
              <a:spLocks noChangeArrowheads="1"/>
            </p:cNvSpPr>
            <p:nvPr/>
          </p:nvSpPr>
          <p:spPr bwMode="auto">
            <a:xfrm>
              <a:off x="9937767" y="1470106"/>
              <a:ext cx="62171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0" name="Oval 277"/>
            <p:cNvSpPr>
              <a:spLocks noChangeArrowheads="1"/>
            </p:cNvSpPr>
            <p:nvPr/>
          </p:nvSpPr>
          <p:spPr bwMode="auto">
            <a:xfrm>
              <a:off x="10083066" y="1219325"/>
              <a:ext cx="61473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1" name="Oval 278"/>
            <p:cNvSpPr>
              <a:spLocks noChangeArrowheads="1"/>
            </p:cNvSpPr>
            <p:nvPr/>
          </p:nvSpPr>
          <p:spPr bwMode="auto">
            <a:xfrm>
              <a:off x="10083066" y="1718092"/>
              <a:ext cx="61473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2" name="Oval 279"/>
            <p:cNvSpPr>
              <a:spLocks noChangeArrowheads="1"/>
            </p:cNvSpPr>
            <p:nvPr/>
          </p:nvSpPr>
          <p:spPr bwMode="auto">
            <a:xfrm>
              <a:off x="10370172" y="1219325"/>
              <a:ext cx="6217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3" name="Freeform 280"/>
            <p:cNvSpPr/>
            <p:nvPr/>
          </p:nvSpPr>
          <p:spPr bwMode="auto">
            <a:xfrm>
              <a:off x="10395319" y="993693"/>
              <a:ext cx="587833" cy="508198"/>
            </a:xfrm>
            <a:custGeom>
              <a:avLst/>
              <a:gdLst>
                <a:gd name="T0" fmla="*/ 416 w 1683"/>
                <a:gd name="T1" fmla="*/ 1455 h 1455"/>
                <a:gd name="T2" fmla="*/ 0 w 1683"/>
                <a:gd name="T3" fmla="*/ 731 h 1455"/>
                <a:gd name="T4" fmla="*/ 421 w 1683"/>
                <a:gd name="T5" fmla="*/ 0 h 1455"/>
                <a:gd name="T6" fmla="*/ 1264 w 1683"/>
                <a:gd name="T7" fmla="*/ 0 h 1455"/>
                <a:gd name="T8" fmla="*/ 1683 w 1683"/>
                <a:gd name="T9" fmla="*/ 723 h 1455"/>
                <a:gd name="T10" fmla="*/ 1654 w 1683"/>
                <a:gd name="T11" fmla="*/ 739 h 1455"/>
                <a:gd name="T12" fmla="*/ 1246 w 1683"/>
                <a:gd name="T13" fmla="*/ 32 h 1455"/>
                <a:gd name="T14" fmla="*/ 440 w 1683"/>
                <a:gd name="T15" fmla="*/ 32 h 1455"/>
                <a:gd name="T16" fmla="*/ 34 w 1683"/>
                <a:gd name="T17" fmla="*/ 731 h 1455"/>
                <a:gd name="T18" fmla="*/ 442 w 1683"/>
                <a:gd name="T19" fmla="*/ 1439 h 1455"/>
                <a:gd name="T20" fmla="*/ 416 w 1683"/>
                <a:gd name="T21" fmla="*/ 1455 h 14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683" h="1455">
                  <a:moveTo>
                    <a:pt x="416" y="1455"/>
                  </a:moveTo>
                  <a:lnTo>
                    <a:pt x="0" y="731"/>
                  </a:lnTo>
                  <a:lnTo>
                    <a:pt x="421" y="0"/>
                  </a:lnTo>
                  <a:lnTo>
                    <a:pt x="1264" y="0"/>
                  </a:lnTo>
                  <a:lnTo>
                    <a:pt x="1683" y="723"/>
                  </a:lnTo>
                  <a:lnTo>
                    <a:pt x="1654" y="739"/>
                  </a:lnTo>
                  <a:lnTo>
                    <a:pt x="1246" y="32"/>
                  </a:lnTo>
                  <a:lnTo>
                    <a:pt x="440" y="32"/>
                  </a:lnTo>
                  <a:lnTo>
                    <a:pt x="34" y="731"/>
                  </a:lnTo>
                  <a:lnTo>
                    <a:pt x="442" y="1439"/>
                  </a:lnTo>
                  <a:lnTo>
                    <a:pt x="416" y="1455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4" name="Oval 281"/>
            <p:cNvSpPr>
              <a:spLocks noChangeArrowheads="1"/>
            </p:cNvSpPr>
            <p:nvPr/>
          </p:nvSpPr>
          <p:spPr bwMode="auto">
            <a:xfrm>
              <a:off x="10514423" y="968544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5" name="Freeform 282"/>
            <p:cNvSpPr/>
            <p:nvPr/>
          </p:nvSpPr>
          <p:spPr bwMode="auto">
            <a:xfrm>
              <a:off x="9964661" y="742912"/>
              <a:ext cx="436945" cy="258116"/>
            </a:xfrm>
            <a:custGeom>
              <a:avLst/>
              <a:gdLst>
                <a:gd name="T0" fmla="*/ 27 w 1251"/>
                <a:gd name="T1" fmla="*/ 739 h 739"/>
                <a:gd name="T2" fmla="*/ 0 w 1251"/>
                <a:gd name="T3" fmla="*/ 723 h 739"/>
                <a:gd name="T4" fmla="*/ 416 w 1251"/>
                <a:gd name="T5" fmla="*/ 0 h 739"/>
                <a:gd name="T6" fmla="*/ 1251 w 1251"/>
                <a:gd name="T7" fmla="*/ 0 h 739"/>
                <a:gd name="T8" fmla="*/ 1251 w 1251"/>
                <a:gd name="T9" fmla="*/ 32 h 739"/>
                <a:gd name="T10" fmla="*/ 435 w 1251"/>
                <a:gd name="T11" fmla="*/ 32 h 739"/>
                <a:gd name="T12" fmla="*/ 27 w 1251"/>
                <a:gd name="T13" fmla="*/ 739 h 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51" h="739">
                  <a:moveTo>
                    <a:pt x="27" y="739"/>
                  </a:moveTo>
                  <a:lnTo>
                    <a:pt x="0" y="723"/>
                  </a:lnTo>
                  <a:lnTo>
                    <a:pt x="416" y="0"/>
                  </a:lnTo>
                  <a:lnTo>
                    <a:pt x="1251" y="0"/>
                  </a:lnTo>
                  <a:lnTo>
                    <a:pt x="1251" y="32"/>
                  </a:lnTo>
                  <a:lnTo>
                    <a:pt x="435" y="32"/>
                  </a:lnTo>
                  <a:lnTo>
                    <a:pt x="27" y="739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6" name="Oval 283"/>
            <p:cNvSpPr>
              <a:spLocks noChangeArrowheads="1"/>
            </p:cNvSpPr>
            <p:nvPr/>
          </p:nvSpPr>
          <p:spPr bwMode="auto">
            <a:xfrm>
              <a:off x="10083066" y="718811"/>
              <a:ext cx="61473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7" name="Freeform 284"/>
            <p:cNvSpPr/>
            <p:nvPr/>
          </p:nvSpPr>
          <p:spPr bwMode="auto">
            <a:xfrm>
              <a:off x="11259081" y="1492460"/>
              <a:ext cx="587833" cy="510992"/>
            </a:xfrm>
            <a:custGeom>
              <a:avLst/>
              <a:gdLst>
                <a:gd name="T0" fmla="*/ 1257 w 1683"/>
                <a:gd name="T1" fmla="*/ 1463 h 1463"/>
                <a:gd name="T2" fmla="*/ 421 w 1683"/>
                <a:gd name="T3" fmla="*/ 1463 h 1463"/>
                <a:gd name="T4" fmla="*/ 0 w 1683"/>
                <a:gd name="T5" fmla="*/ 731 h 1463"/>
                <a:gd name="T6" fmla="*/ 421 w 1683"/>
                <a:gd name="T7" fmla="*/ 0 h 1463"/>
                <a:gd name="T8" fmla="*/ 1267 w 1683"/>
                <a:gd name="T9" fmla="*/ 0 h 1463"/>
                <a:gd name="T10" fmla="*/ 1683 w 1683"/>
                <a:gd name="T11" fmla="*/ 723 h 1463"/>
                <a:gd name="T12" fmla="*/ 1657 w 1683"/>
                <a:gd name="T13" fmla="*/ 739 h 1463"/>
                <a:gd name="T14" fmla="*/ 1249 w 1683"/>
                <a:gd name="T15" fmla="*/ 32 h 1463"/>
                <a:gd name="T16" fmla="*/ 440 w 1683"/>
                <a:gd name="T17" fmla="*/ 32 h 1463"/>
                <a:gd name="T18" fmla="*/ 37 w 1683"/>
                <a:gd name="T19" fmla="*/ 731 h 1463"/>
                <a:gd name="T20" fmla="*/ 440 w 1683"/>
                <a:gd name="T21" fmla="*/ 1431 h 1463"/>
                <a:gd name="T22" fmla="*/ 1257 w 1683"/>
                <a:gd name="T23" fmla="*/ 1431 h 1463"/>
                <a:gd name="T24" fmla="*/ 1257 w 1683"/>
                <a:gd name="T25" fmla="*/ 1463 h 1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83" h="1463">
                  <a:moveTo>
                    <a:pt x="1257" y="1463"/>
                  </a:moveTo>
                  <a:lnTo>
                    <a:pt x="421" y="1463"/>
                  </a:lnTo>
                  <a:lnTo>
                    <a:pt x="0" y="731"/>
                  </a:lnTo>
                  <a:lnTo>
                    <a:pt x="421" y="0"/>
                  </a:lnTo>
                  <a:lnTo>
                    <a:pt x="1267" y="0"/>
                  </a:lnTo>
                  <a:lnTo>
                    <a:pt x="1683" y="723"/>
                  </a:lnTo>
                  <a:lnTo>
                    <a:pt x="1657" y="739"/>
                  </a:lnTo>
                  <a:lnTo>
                    <a:pt x="1249" y="32"/>
                  </a:lnTo>
                  <a:lnTo>
                    <a:pt x="440" y="32"/>
                  </a:lnTo>
                  <a:lnTo>
                    <a:pt x="37" y="731"/>
                  </a:lnTo>
                  <a:lnTo>
                    <a:pt x="440" y="1431"/>
                  </a:lnTo>
                  <a:lnTo>
                    <a:pt x="1257" y="1431"/>
                  </a:lnTo>
                  <a:lnTo>
                    <a:pt x="1257" y="1463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8" name="Oval 285"/>
            <p:cNvSpPr>
              <a:spLocks noChangeArrowheads="1"/>
            </p:cNvSpPr>
            <p:nvPr/>
          </p:nvSpPr>
          <p:spPr bwMode="auto">
            <a:xfrm>
              <a:off x="11234981" y="1718092"/>
              <a:ext cx="61473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9" name="Oval 286"/>
            <p:cNvSpPr>
              <a:spLocks noChangeArrowheads="1"/>
            </p:cNvSpPr>
            <p:nvPr/>
          </p:nvSpPr>
          <p:spPr bwMode="auto">
            <a:xfrm>
              <a:off x="11811636" y="1718092"/>
              <a:ext cx="61473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0" name="Oval 287"/>
            <p:cNvSpPr>
              <a:spLocks noChangeArrowheads="1"/>
            </p:cNvSpPr>
            <p:nvPr/>
          </p:nvSpPr>
          <p:spPr bwMode="auto">
            <a:xfrm>
              <a:off x="11379232" y="1467312"/>
              <a:ext cx="61473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1" name="Oval 288"/>
            <p:cNvSpPr>
              <a:spLocks noChangeArrowheads="1"/>
            </p:cNvSpPr>
            <p:nvPr/>
          </p:nvSpPr>
          <p:spPr bwMode="auto">
            <a:xfrm>
              <a:off x="11379232" y="1966079"/>
              <a:ext cx="61473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2" name="Oval 289"/>
            <p:cNvSpPr>
              <a:spLocks noChangeArrowheads="1"/>
            </p:cNvSpPr>
            <p:nvPr/>
          </p:nvSpPr>
          <p:spPr bwMode="auto">
            <a:xfrm>
              <a:off x="11666338" y="1966079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3" name="Freeform 290"/>
            <p:cNvSpPr/>
            <p:nvPr/>
          </p:nvSpPr>
          <p:spPr bwMode="auto">
            <a:xfrm>
              <a:off x="9532257" y="995439"/>
              <a:ext cx="586087" cy="258465"/>
            </a:xfrm>
            <a:custGeom>
              <a:avLst/>
              <a:gdLst>
                <a:gd name="T0" fmla="*/ 27 w 1678"/>
                <a:gd name="T1" fmla="*/ 740 h 740"/>
                <a:gd name="T2" fmla="*/ 0 w 1678"/>
                <a:gd name="T3" fmla="*/ 724 h 740"/>
                <a:gd name="T4" fmla="*/ 416 w 1678"/>
                <a:gd name="T5" fmla="*/ 0 h 740"/>
                <a:gd name="T6" fmla="*/ 1262 w 1678"/>
                <a:gd name="T7" fmla="*/ 0 h 740"/>
                <a:gd name="T8" fmla="*/ 1678 w 1678"/>
                <a:gd name="T9" fmla="*/ 724 h 740"/>
                <a:gd name="T10" fmla="*/ 1651 w 1678"/>
                <a:gd name="T11" fmla="*/ 740 h 740"/>
                <a:gd name="T12" fmla="*/ 1243 w 1678"/>
                <a:gd name="T13" fmla="*/ 32 h 740"/>
                <a:gd name="T14" fmla="*/ 435 w 1678"/>
                <a:gd name="T15" fmla="*/ 32 h 740"/>
                <a:gd name="T16" fmla="*/ 27 w 1678"/>
                <a:gd name="T17" fmla="*/ 740 h 7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8" h="740">
                  <a:moveTo>
                    <a:pt x="27" y="740"/>
                  </a:moveTo>
                  <a:lnTo>
                    <a:pt x="0" y="724"/>
                  </a:lnTo>
                  <a:lnTo>
                    <a:pt x="416" y="0"/>
                  </a:lnTo>
                  <a:lnTo>
                    <a:pt x="1262" y="0"/>
                  </a:lnTo>
                  <a:lnTo>
                    <a:pt x="1678" y="724"/>
                  </a:lnTo>
                  <a:lnTo>
                    <a:pt x="1651" y="740"/>
                  </a:lnTo>
                  <a:lnTo>
                    <a:pt x="1243" y="32"/>
                  </a:lnTo>
                  <a:lnTo>
                    <a:pt x="435" y="32"/>
                  </a:lnTo>
                  <a:lnTo>
                    <a:pt x="27" y="740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4" name="Rectangle 291"/>
            <p:cNvSpPr>
              <a:spLocks noChangeArrowheads="1"/>
            </p:cNvSpPr>
            <p:nvPr/>
          </p:nvSpPr>
          <p:spPr bwMode="auto">
            <a:xfrm>
              <a:off x="9681398" y="1496302"/>
              <a:ext cx="287804" cy="11177"/>
            </a:xfrm>
            <a:prstGeom prst="rect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5" name="Oval 292"/>
            <p:cNvSpPr>
              <a:spLocks noChangeArrowheads="1"/>
            </p:cNvSpPr>
            <p:nvPr/>
          </p:nvSpPr>
          <p:spPr bwMode="auto">
            <a:xfrm>
              <a:off x="9506060" y="1221072"/>
              <a:ext cx="61473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6" name="Oval 293"/>
            <p:cNvSpPr>
              <a:spLocks noChangeArrowheads="1"/>
            </p:cNvSpPr>
            <p:nvPr/>
          </p:nvSpPr>
          <p:spPr bwMode="auto">
            <a:xfrm>
              <a:off x="9937767" y="971339"/>
              <a:ext cx="62171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7" name="Freeform 294"/>
            <p:cNvSpPr/>
            <p:nvPr/>
          </p:nvSpPr>
          <p:spPr bwMode="auto">
            <a:xfrm>
              <a:off x="10828422" y="1241679"/>
              <a:ext cx="587134" cy="258116"/>
            </a:xfrm>
            <a:custGeom>
              <a:avLst/>
              <a:gdLst>
                <a:gd name="T0" fmla="*/ 1652 w 1681"/>
                <a:gd name="T1" fmla="*/ 739 h 739"/>
                <a:gd name="T2" fmla="*/ 1244 w 1681"/>
                <a:gd name="T3" fmla="*/ 32 h 739"/>
                <a:gd name="T4" fmla="*/ 435 w 1681"/>
                <a:gd name="T5" fmla="*/ 32 h 739"/>
                <a:gd name="T6" fmla="*/ 27 w 1681"/>
                <a:gd name="T7" fmla="*/ 739 h 739"/>
                <a:gd name="T8" fmla="*/ 0 w 1681"/>
                <a:gd name="T9" fmla="*/ 723 h 739"/>
                <a:gd name="T10" fmla="*/ 416 w 1681"/>
                <a:gd name="T11" fmla="*/ 0 h 739"/>
                <a:gd name="T12" fmla="*/ 1262 w 1681"/>
                <a:gd name="T13" fmla="*/ 0 h 739"/>
                <a:gd name="T14" fmla="*/ 1681 w 1681"/>
                <a:gd name="T15" fmla="*/ 723 h 739"/>
                <a:gd name="T16" fmla="*/ 1652 w 1681"/>
                <a:gd name="T17" fmla="*/ 739 h 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81" h="739">
                  <a:moveTo>
                    <a:pt x="1652" y="739"/>
                  </a:moveTo>
                  <a:lnTo>
                    <a:pt x="1244" y="32"/>
                  </a:lnTo>
                  <a:lnTo>
                    <a:pt x="435" y="32"/>
                  </a:lnTo>
                  <a:lnTo>
                    <a:pt x="27" y="739"/>
                  </a:lnTo>
                  <a:lnTo>
                    <a:pt x="0" y="723"/>
                  </a:lnTo>
                  <a:lnTo>
                    <a:pt x="416" y="0"/>
                  </a:lnTo>
                  <a:lnTo>
                    <a:pt x="1262" y="0"/>
                  </a:lnTo>
                  <a:lnTo>
                    <a:pt x="1681" y="723"/>
                  </a:lnTo>
                  <a:lnTo>
                    <a:pt x="1652" y="739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8" name="Freeform 295"/>
            <p:cNvSpPr/>
            <p:nvPr/>
          </p:nvSpPr>
          <p:spPr bwMode="auto">
            <a:xfrm>
              <a:off x="10826676" y="2240960"/>
              <a:ext cx="587833" cy="508198"/>
            </a:xfrm>
            <a:custGeom>
              <a:avLst/>
              <a:gdLst>
                <a:gd name="T0" fmla="*/ 419 w 1683"/>
                <a:gd name="T1" fmla="*/ 1455 h 1455"/>
                <a:gd name="T2" fmla="*/ 0 w 1683"/>
                <a:gd name="T3" fmla="*/ 732 h 1455"/>
                <a:gd name="T4" fmla="*/ 421 w 1683"/>
                <a:gd name="T5" fmla="*/ 0 h 1455"/>
                <a:gd name="T6" fmla="*/ 1267 w 1683"/>
                <a:gd name="T7" fmla="*/ 0 h 1455"/>
                <a:gd name="T8" fmla="*/ 1683 w 1683"/>
                <a:gd name="T9" fmla="*/ 724 h 1455"/>
                <a:gd name="T10" fmla="*/ 1657 w 1683"/>
                <a:gd name="T11" fmla="*/ 740 h 1455"/>
                <a:gd name="T12" fmla="*/ 1249 w 1683"/>
                <a:gd name="T13" fmla="*/ 32 h 1455"/>
                <a:gd name="T14" fmla="*/ 440 w 1683"/>
                <a:gd name="T15" fmla="*/ 32 h 1455"/>
                <a:gd name="T16" fmla="*/ 37 w 1683"/>
                <a:gd name="T17" fmla="*/ 732 h 1455"/>
                <a:gd name="T18" fmla="*/ 445 w 1683"/>
                <a:gd name="T19" fmla="*/ 1439 h 1455"/>
                <a:gd name="T20" fmla="*/ 419 w 1683"/>
                <a:gd name="T21" fmla="*/ 1455 h 14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683" h="1455">
                  <a:moveTo>
                    <a:pt x="419" y="1455"/>
                  </a:moveTo>
                  <a:lnTo>
                    <a:pt x="0" y="732"/>
                  </a:lnTo>
                  <a:lnTo>
                    <a:pt x="421" y="0"/>
                  </a:lnTo>
                  <a:lnTo>
                    <a:pt x="1267" y="0"/>
                  </a:lnTo>
                  <a:lnTo>
                    <a:pt x="1683" y="724"/>
                  </a:lnTo>
                  <a:lnTo>
                    <a:pt x="1657" y="740"/>
                  </a:lnTo>
                  <a:lnTo>
                    <a:pt x="1249" y="32"/>
                  </a:lnTo>
                  <a:lnTo>
                    <a:pt x="440" y="32"/>
                  </a:lnTo>
                  <a:lnTo>
                    <a:pt x="37" y="732"/>
                  </a:lnTo>
                  <a:lnTo>
                    <a:pt x="445" y="1439"/>
                  </a:lnTo>
                  <a:lnTo>
                    <a:pt x="419" y="1455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9" name="Oval 296"/>
            <p:cNvSpPr>
              <a:spLocks noChangeArrowheads="1"/>
            </p:cNvSpPr>
            <p:nvPr/>
          </p:nvSpPr>
          <p:spPr bwMode="auto">
            <a:xfrm>
              <a:off x="10802576" y="2466592"/>
              <a:ext cx="61473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0" name="Oval 297"/>
            <p:cNvSpPr>
              <a:spLocks noChangeArrowheads="1"/>
            </p:cNvSpPr>
            <p:nvPr/>
          </p:nvSpPr>
          <p:spPr bwMode="auto">
            <a:xfrm>
              <a:off x="11379232" y="2466592"/>
              <a:ext cx="61473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1" name="Oval 298"/>
            <p:cNvSpPr>
              <a:spLocks noChangeArrowheads="1"/>
            </p:cNvSpPr>
            <p:nvPr/>
          </p:nvSpPr>
          <p:spPr bwMode="auto">
            <a:xfrm>
              <a:off x="10946827" y="2215812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2" name="Oval 299"/>
            <p:cNvSpPr>
              <a:spLocks noChangeArrowheads="1"/>
            </p:cNvSpPr>
            <p:nvPr/>
          </p:nvSpPr>
          <p:spPr bwMode="auto">
            <a:xfrm>
              <a:off x="10946827" y="2714579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3" name="Oval 300"/>
            <p:cNvSpPr>
              <a:spLocks noChangeArrowheads="1"/>
            </p:cNvSpPr>
            <p:nvPr/>
          </p:nvSpPr>
          <p:spPr bwMode="auto">
            <a:xfrm>
              <a:off x="11233933" y="2215812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4" name="Freeform 301"/>
            <p:cNvSpPr/>
            <p:nvPr/>
          </p:nvSpPr>
          <p:spPr bwMode="auto">
            <a:xfrm>
              <a:off x="11260827" y="1995069"/>
              <a:ext cx="154730" cy="256369"/>
            </a:xfrm>
            <a:custGeom>
              <a:avLst/>
              <a:gdLst>
                <a:gd name="T0" fmla="*/ 30 w 443"/>
                <a:gd name="T1" fmla="*/ 734 h 734"/>
                <a:gd name="T2" fmla="*/ 0 w 443"/>
                <a:gd name="T3" fmla="*/ 718 h 734"/>
                <a:gd name="T4" fmla="*/ 414 w 443"/>
                <a:gd name="T5" fmla="*/ 0 h 734"/>
                <a:gd name="T6" fmla="*/ 443 w 443"/>
                <a:gd name="T7" fmla="*/ 16 h 734"/>
                <a:gd name="T8" fmla="*/ 30 w 443"/>
                <a:gd name="T9" fmla="*/ 734 h 7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3" h="734">
                  <a:moveTo>
                    <a:pt x="30" y="734"/>
                  </a:moveTo>
                  <a:lnTo>
                    <a:pt x="0" y="718"/>
                  </a:lnTo>
                  <a:lnTo>
                    <a:pt x="414" y="0"/>
                  </a:lnTo>
                  <a:lnTo>
                    <a:pt x="443" y="16"/>
                  </a:lnTo>
                  <a:lnTo>
                    <a:pt x="30" y="734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5" name="Freeform 302"/>
            <p:cNvSpPr/>
            <p:nvPr/>
          </p:nvSpPr>
          <p:spPr bwMode="auto">
            <a:xfrm>
              <a:off x="10826676" y="1742193"/>
              <a:ext cx="439740" cy="509246"/>
            </a:xfrm>
            <a:custGeom>
              <a:avLst/>
              <a:gdLst>
                <a:gd name="T0" fmla="*/ 419 w 1259"/>
                <a:gd name="T1" fmla="*/ 1458 h 1458"/>
                <a:gd name="T2" fmla="*/ 0 w 1259"/>
                <a:gd name="T3" fmla="*/ 732 h 1458"/>
                <a:gd name="T4" fmla="*/ 421 w 1259"/>
                <a:gd name="T5" fmla="*/ 0 h 1458"/>
                <a:gd name="T6" fmla="*/ 1259 w 1259"/>
                <a:gd name="T7" fmla="*/ 0 h 1458"/>
                <a:gd name="T8" fmla="*/ 1259 w 1259"/>
                <a:gd name="T9" fmla="*/ 32 h 1458"/>
                <a:gd name="T10" fmla="*/ 440 w 1259"/>
                <a:gd name="T11" fmla="*/ 32 h 1458"/>
                <a:gd name="T12" fmla="*/ 37 w 1259"/>
                <a:gd name="T13" fmla="*/ 732 h 1458"/>
                <a:gd name="T14" fmla="*/ 445 w 1259"/>
                <a:gd name="T15" fmla="*/ 1442 h 1458"/>
                <a:gd name="T16" fmla="*/ 419 w 1259"/>
                <a:gd name="T17" fmla="*/ 1458 h 14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9" h="1458">
                  <a:moveTo>
                    <a:pt x="419" y="1458"/>
                  </a:moveTo>
                  <a:lnTo>
                    <a:pt x="0" y="732"/>
                  </a:lnTo>
                  <a:lnTo>
                    <a:pt x="421" y="0"/>
                  </a:lnTo>
                  <a:lnTo>
                    <a:pt x="1259" y="0"/>
                  </a:lnTo>
                  <a:lnTo>
                    <a:pt x="1259" y="32"/>
                  </a:lnTo>
                  <a:lnTo>
                    <a:pt x="440" y="32"/>
                  </a:lnTo>
                  <a:lnTo>
                    <a:pt x="37" y="732"/>
                  </a:lnTo>
                  <a:lnTo>
                    <a:pt x="445" y="1442"/>
                  </a:lnTo>
                  <a:lnTo>
                    <a:pt x="419" y="1458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6" name="Freeform 304"/>
            <p:cNvSpPr/>
            <p:nvPr/>
          </p:nvSpPr>
          <p:spPr bwMode="auto">
            <a:xfrm>
              <a:off x="11236727" y="2015327"/>
              <a:ext cx="955272" cy="967846"/>
            </a:xfrm>
            <a:custGeom>
              <a:avLst/>
              <a:gdLst>
                <a:gd name="T0" fmla="*/ 2735 w 2735"/>
                <a:gd name="T1" fmla="*/ 0 h 2771"/>
                <a:gd name="T2" fmla="*/ 1598 w 2735"/>
                <a:gd name="T3" fmla="*/ 0 h 2771"/>
                <a:gd name="T4" fmla="*/ 0 w 2735"/>
                <a:gd name="T5" fmla="*/ 2771 h 2771"/>
                <a:gd name="T6" fmla="*/ 2735 w 2735"/>
                <a:gd name="T7" fmla="*/ 2771 h 2771"/>
                <a:gd name="T8" fmla="*/ 2735 w 2735"/>
                <a:gd name="T9" fmla="*/ 0 h 27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35" h="2771">
                  <a:moveTo>
                    <a:pt x="2735" y="0"/>
                  </a:moveTo>
                  <a:lnTo>
                    <a:pt x="1598" y="0"/>
                  </a:lnTo>
                  <a:lnTo>
                    <a:pt x="0" y="2771"/>
                  </a:lnTo>
                  <a:lnTo>
                    <a:pt x="2735" y="2771"/>
                  </a:lnTo>
                  <a:lnTo>
                    <a:pt x="273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340612AB-1E05-F7EF-E28A-2011E17B9CF9}"/>
              </a:ext>
            </a:extLst>
          </p:cNvPr>
          <p:cNvSpPr/>
          <p:nvPr userDrawn="1"/>
        </p:nvSpPr>
        <p:spPr>
          <a:xfrm>
            <a:off x="3613499" y="5536344"/>
            <a:ext cx="3688422" cy="8211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 descr="图片包含 QR 代码&#10;&#10;描述已自动生成">
            <a:extLst>
              <a:ext uri="{FF2B5EF4-FFF2-40B4-BE49-F238E27FC236}">
                <a16:creationId xmlns:a16="http://schemas.microsoft.com/office/drawing/2014/main" id="{32D38094-15C8-1253-FB37-C52BA34904D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0701" y="5571304"/>
            <a:ext cx="3494150" cy="72044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母版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矩形 157"/>
          <p:cNvSpPr/>
          <p:nvPr userDrawn="1"/>
        </p:nvSpPr>
        <p:spPr>
          <a:xfrm>
            <a:off x="0" y="0"/>
            <a:ext cx="12192000" cy="534572"/>
          </a:xfrm>
          <a:prstGeom prst="rect">
            <a:avLst/>
          </a:prstGeom>
          <a:solidFill>
            <a:srgbClr val="127F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60" name="矩形 159"/>
          <p:cNvSpPr/>
          <p:nvPr userDrawn="1"/>
        </p:nvSpPr>
        <p:spPr>
          <a:xfrm>
            <a:off x="0" y="6323428"/>
            <a:ext cx="12192000" cy="534572"/>
          </a:xfrm>
          <a:prstGeom prst="rect">
            <a:avLst/>
          </a:prstGeom>
          <a:solidFill>
            <a:srgbClr val="127F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8078674-DA55-C75C-D951-E7C6AE93920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4265" y="6298234"/>
            <a:ext cx="3319581" cy="548645"/>
          </a:xfrm>
          <a:prstGeom prst="rect">
            <a:avLst/>
          </a:prstGeom>
        </p:spPr>
      </p:pic>
      <p:pic>
        <p:nvPicPr>
          <p:cNvPr id="8" name="图片 7" descr="图片包含 大, 房间&#10;&#10;描述已自动生成">
            <a:extLst>
              <a:ext uri="{FF2B5EF4-FFF2-40B4-BE49-F238E27FC236}">
                <a16:creationId xmlns:a16="http://schemas.microsoft.com/office/drawing/2014/main" id="{9C4E67F9-090C-F1EF-43E6-1C8DC70B2C3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338" y="-71603"/>
            <a:ext cx="1424261" cy="113331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鸣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6553126" y="0"/>
            <a:ext cx="5638874" cy="5828744"/>
            <a:chOff x="9505362" y="0"/>
            <a:chExt cx="2686637" cy="2777100"/>
          </a:xfrm>
        </p:grpSpPr>
        <p:sp>
          <p:nvSpPr>
            <p:cNvPr id="12" name="Freeform 215"/>
            <p:cNvSpPr/>
            <p:nvPr/>
          </p:nvSpPr>
          <p:spPr bwMode="auto">
            <a:xfrm>
              <a:off x="10398812" y="1494206"/>
              <a:ext cx="578752" cy="500863"/>
            </a:xfrm>
            <a:custGeom>
              <a:avLst/>
              <a:gdLst>
                <a:gd name="T0" fmla="*/ 416 w 1657"/>
                <a:gd name="T1" fmla="*/ 1434 h 1434"/>
                <a:gd name="T2" fmla="*/ 0 w 1657"/>
                <a:gd name="T3" fmla="*/ 718 h 1434"/>
                <a:gd name="T4" fmla="*/ 416 w 1657"/>
                <a:gd name="T5" fmla="*/ 0 h 1434"/>
                <a:gd name="T6" fmla="*/ 1244 w 1657"/>
                <a:gd name="T7" fmla="*/ 0 h 1434"/>
                <a:gd name="T8" fmla="*/ 1657 w 1657"/>
                <a:gd name="T9" fmla="*/ 718 h 1434"/>
                <a:gd name="T10" fmla="*/ 1244 w 1657"/>
                <a:gd name="T11" fmla="*/ 1434 h 1434"/>
                <a:gd name="T12" fmla="*/ 416 w 1657"/>
                <a:gd name="T13" fmla="*/ 1434 h 1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7" h="1434">
                  <a:moveTo>
                    <a:pt x="416" y="1434"/>
                  </a:moveTo>
                  <a:lnTo>
                    <a:pt x="0" y="718"/>
                  </a:lnTo>
                  <a:lnTo>
                    <a:pt x="416" y="0"/>
                  </a:lnTo>
                  <a:lnTo>
                    <a:pt x="1244" y="0"/>
                  </a:lnTo>
                  <a:lnTo>
                    <a:pt x="1657" y="718"/>
                  </a:lnTo>
                  <a:lnTo>
                    <a:pt x="1244" y="1434"/>
                  </a:lnTo>
                  <a:lnTo>
                    <a:pt x="416" y="1434"/>
                  </a:lnTo>
                  <a:close/>
                </a:path>
              </a:pathLst>
            </a:custGeom>
            <a:solidFill>
              <a:srgbClr val="127FB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" name="Freeform 216"/>
            <p:cNvSpPr/>
            <p:nvPr/>
          </p:nvSpPr>
          <p:spPr bwMode="auto">
            <a:xfrm>
              <a:off x="10398812" y="1494206"/>
              <a:ext cx="578752" cy="500863"/>
            </a:xfrm>
            <a:custGeom>
              <a:avLst/>
              <a:gdLst>
                <a:gd name="T0" fmla="*/ 416 w 1657"/>
                <a:gd name="T1" fmla="*/ 1434 h 1434"/>
                <a:gd name="T2" fmla="*/ 0 w 1657"/>
                <a:gd name="T3" fmla="*/ 718 h 1434"/>
                <a:gd name="T4" fmla="*/ 416 w 1657"/>
                <a:gd name="T5" fmla="*/ 0 h 1434"/>
                <a:gd name="T6" fmla="*/ 1244 w 1657"/>
                <a:gd name="T7" fmla="*/ 0 h 1434"/>
                <a:gd name="T8" fmla="*/ 1657 w 1657"/>
                <a:gd name="T9" fmla="*/ 718 h 1434"/>
                <a:gd name="T10" fmla="*/ 1244 w 1657"/>
                <a:gd name="T11" fmla="*/ 1434 h 1434"/>
                <a:gd name="T12" fmla="*/ 416 w 1657"/>
                <a:gd name="T13" fmla="*/ 1434 h 1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7" h="1434">
                  <a:moveTo>
                    <a:pt x="416" y="1434"/>
                  </a:moveTo>
                  <a:lnTo>
                    <a:pt x="0" y="718"/>
                  </a:lnTo>
                  <a:lnTo>
                    <a:pt x="416" y="0"/>
                  </a:lnTo>
                  <a:lnTo>
                    <a:pt x="1244" y="0"/>
                  </a:lnTo>
                  <a:lnTo>
                    <a:pt x="1657" y="718"/>
                  </a:lnTo>
                  <a:lnTo>
                    <a:pt x="1244" y="1434"/>
                  </a:lnTo>
                  <a:lnTo>
                    <a:pt x="416" y="143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Freeform 217"/>
            <p:cNvSpPr/>
            <p:nvPr/>
          </p:nvSpPr>
          <p:spPr bwMode="auto">
            <a:xfrm>
              <a:off x="10398812" y="998233"/>
              <a:ext cx="578752" cy="501561"/>
            </a:xfrm>
            <a:custGeom>
              <a:avLst/>
              <a:gdLst>
                <a:gd name="T0" fmla="*/ 416 w 1657"/>
                <a:gd name="T1" fmla="*/ 1436 h 1436"/>
                <a:gd name="T2" fmla="*/ 0 w 1657"/>
                <a:gd name="T3" fmla="*/ 718 h 1436"/>
                <a:gd name="T4" fmla="*/ 416 w 1657"/>
                <a:gd name="T5" fmla="*/ 0 h 1436"/>
                <a:gd name="T6" fmla="*/ 1244 w 1657"/>
                <a:gd name="T7" fmla="*/ 0 h 1436"/>
                <a:gd name="T8" fmla="*/ 1657 w 1657"/>
                <a:gd name="T9" fmla="*/ 718 h 1436"/>
                <a:gd name="T10" fmla="*/ 1244 w 1657"/>
                <a:gd name="T11" fmla="*/ 1436 h 1436"/>
                <a:gd name="T12" fmla="*/ 416 w 1657"/>
                <a:gd name="T13" fmla="*/ 1436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7" h="1436">
                  <a:moveTo>
                    <a:pt x="416" y="1436"/>
                  </a:moveTo>
                  <a:lnTo>
                    <a:pt x="0" y="718"/>
                  </a:lnTo>
                  <a:lnTo>
                    <a:pt x="416" y="0"/>
                  </a:lnTo>
                  <a:lnTo>
                    <a:pt x="1244" y="0"/>
                  </a:lnTo>
                  <a:lnTo>
                    <a:pt x="1657" y="718"/>
                  </a:lnTo>
                  <a:lnTo>
                    <a:pt x="1244" y="1436"/>
                  </a:lnTo>
                  <a:lnTo>
                    <a:pt x="416" y="1436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Freeform 218"/>
            <p:cNvSpPr/>
            <p:nvPr/>
          </p:nvSpPr>
          <p:spPr bwMode="auto">
            <a:xfrm>
              <a:off x="10398812" y="494925"/>
              <a:ext cx="578752" cy="501561"/>
            </a:xfrm>
            <a:custGeom>
              <a:avLst/>
              <a:gdLst>
                <a:gd name="T0" fmla="*/ 416 w 1657"/>
                <a:gd name="T1" fmla="*/ 1436 h 1436"/>
                <a:gd name="T2" fmla="*/ 0 w 1657"/>
                <a:gd name="T3" fmla="*/ 718 h 1436"/>
                <a:gd name="T4" fmla="*/ 416 w 1657"/>
                <a:gd name="T5" fmla="*/ 0 h 1436"/>
                <a:gd name="T6" fmla="*/ 1244 w 1657"/>
                <a:gd name="T7" fmla="*/ 0 h 1436"/>
                <a:gd name="T8" fmla="*/ 1657 w 1657"/>
                <a:gd name="T9" fmla="*/ 718 h 1436"/>
                <a:gd name="T10" fmla="*/ 1244 w 1657"/>
                <a:gd name="T11" fmla="*/ 1436 h 1436"/>
                <a:gd name="T12" fmla="*/ 416 w 1657"/>
                <a:gd name="T13" fmla="*/ 1436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7" h="1436">
                  <a:moveTo>
                    <a:pt x="416" y="1436"/>
                  </a:moveTo>
                  <a:lnTo>
                    <a:pt x="0" y="718"/>
                  </a:lnTo>
                  <a:lnTo>
                    <a:pt x="416" y="0"/>
                  </a:lnTo>
                  <a:lnTo>
                    <a:pt x="1244" y="0"/>
                  </a:lnTo>
                  <a:lnTo>
                    <a:pt x="1657" y="718"/>
                  </a:lnTo>
                  <a:lnTo>
                    <a:pt x="1244" y="1436"/>
                  </a:lnTo>
                  <a:lnTo>
                    <a:pt x="416" y="1436"/>
                  </a:lnTo>
                  <a:close/>
                </a:path>
              </a:pathLst>
            </a:custGeom>
            <a:solidFill>
              <a:sysClr val="window" lastClr="FFFFFF">
                <a:lumMod val="85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6" name="Freeform 219"/>
            <p:cNvSpPr/>
            <p:nvPr/>
          </p:nvSpPr>
          <p:spPr bwMode="auto">
            <a:xfrm>
              <a:off x="10398812" y="494925"/>
              <a:ext cx="578752" cy="501561"/>
            </a:xfrm>
            <a:custGeom>
              <a:avLst/>
              <a:gdLst>
                <a:gd name="T0" fmla="*/ 416 w 1657"/>
                <a:gd name="T1" fmla="*/ 1436 h 1436"/>
                <a:gd name="T2" fmla="*/ 0 w 1657"/>
                <a:gd name="T3" fmla="*/ 718 h 1436"/>
                <a:gd name="T4" fmla="*/ 416 w 1657"/>
                <a:gd name="T5" fmla="*/ 0 h 1436"/>
                <a:gd name="T6" fmla="*/ 1244 w 1657"/>
                <a:gd name="T7" fmla="*/ 0 h 1436"/>
                <a:gd name="T8" fmla="*/ 1657 w 1657"/>
                <a:gd name="T9" fmla="*/ 718 h 1436"/>
                <a:gd name="T10" fmla="*/ 1244 w 1657"/>
                <a:gd name="T11" fmla="*/ 1436 h 1436"/>
                <a:gd name="T12" fmla="*/ 416 w 1657"/>
                <a:gd name="T13" fmla="*/ 1436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7" h="1436">
                  <a:moveTo>
                    <a:pt x="416" y="1436"/>
                  </a:moveTo>
                  <a:lnTo>
                    <a:pt x="0" y="718"/>
                  </a:lnTo>
                  <a:lnTo>
                    <a:pt x="416" y="0"/>
                  </a:lnTo>
                  <a:lnTo>
                    <a:pt x="1244" y="0"/>
                  </a:lnTo>
                  <a:lnTo>
                    <a:pt x="1657" y="718"/>
                  </a:lnTo>
                  <a:lnTo>
                    <a:pt x="1244" y="1436"/>
                  </a:lnTo>
                  <a:lnTo>
                    <a:pt x="416" y="143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7" name="Freeform 220"/>
            <p:cNvSpPr/>
            <p:nvPr/>
          </p:nvSpPr>
          <p:spPr bwMode="auto">
            <a:xfrm>
              <a:off x="10559130" y="0"/>
              <a:ext cx="1491062" cy="1082409"/>
            </a:xfrm>
            <a:custGeom>
              <a:avLst/>
              <a:gdLst>
                <a:gd name="T0" fmla="*/ 4269 w 4269"/>
                <a:gd name="T1" fmla="*/ 0 h 3099"/>
                <a:gd name="T2" fmla="*/ 395 w 4269"/>
                <a:gd name="T3" fmla="*/ 0 h 3099"/>
                <a:gd name="T4" fmla="*/ 0 w 4269"/>
                <a:gd name="T5" fmla="*/ 680 h 3099"/>
                <a:gd name="T6" fmla="*/ 427 w 4269"/>
                <a:gd name="T7" fmla="*/ 1417 h 3099"/>
                <a:gd name="T8" fmla="*/ 785 w 4269"/>
                <a:gd name="T9" fmla="*/ 1417 h 3099"/>
                <a:gd name="T10" fmla="*/ 1198 w 4269"/>
                <a:gd name="T11" fmla="*/ 2135 h 3099"/>
                <a:gd name="T12" fmla="*/ 1019 w 4269"/>
                <a:gd name="T13" fmla="*/ 2447 h 3099"/>
                <a:gd name="T14" fmla="*/ 1396 w 4269"/>
                <a:gd name="T15" fmla="*/ 3099 h 3099"/>
                <a:gd name="T16" fmla="*/ 3402 w 4269"/>
                <a:gd name="T17" fmla="*/ 3099 h 3099"/>
                <a:gd name="T18" fmla="*/ 2940 w 4269"/>
                <a:gd name="T19" fmla="*/ 2300 h 3099"/>
                <a:gd name="T20" fmla="*/ 4269 w 4269"/>
                <a:gd name="T21" fmla="*/ 0 h 30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269" h="3099">
                  <a:moveTo>
                    <a:pt x="4269" y="0"/>
                  </a:moveTo>
                  <a:lnTo>
                    <a:pt x="395" y="0"/>
                  </a:lnTo>
                  <a:lnTo>
                    <a:pt x="0" y="680"/>
                  </a:lnTo>
                  <a:lnTo>
                    <a:pt x="427" y="1417"/>
                  </a:lnTo>
                  <a:lnTo>
                    <a:pt x="785" y="1417"/>
                  </a:lnTo>
                  <a:lnTo>
                    <a:pt x="1198" y="2135"/>
                  </a:lnTo>
                  <a:lnTo>
                    <a:pt x="1019" y="2447"/>
                  </a:lnTo>
                  <a:lnTo>
                    <a:pt x="1396" y="3099"/>
                  </a:lnTo>
                  <a:lnTo>
                    <a:pt x="3402" y="3099"/>
                  </a:lnTo>
                  <a:lnTo>
                    <a:pt x="2940" y="2300"/>
                  </a:lnTo>
                  <a:lnTo>
                    <a:pt x="4269" y="0"/>
                  </a:lnTo>
                  <a:close/>
                </a:path>
              </a:pathLst>
            </a:custGeom>
            <a:solidFill>
              <a:srgbClr val="127FB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8" name="Freeform 221"/>
            <p:cNvSpPr/>
            <p:nvPr/>
          </p:nvSpPr>
          <p:spPr bwMode="auto">
            <a:xfrm>
              <a:off x="10559130" y="0"/>
              <a:ext cx="1491062" cy="1082409"/>
            </a:xfrm>
            <a:custGeom>
              <a:avLst/>
              <a:gdLst>
                <a:gd name="T0" fmla="*/ 4269 w 4269"/>
                <a:gd name="T1" fmla="*/ 0 h 3099"/>
                <a:gd name="T2" fmla="*/ 395 w 4269"/>
                <a:gd name="T3" fmla="*/ 0 h 3099"/>
                <a:gd name="T4" fmla="*/ 0 w 4269"/>
                <a:gd name="T5" fmla="*/ 680 h 3099"/>
                <a:gd name="T6" fmla="*/ 427 w 4269"/>
                <a:gd name="T7" fmla="*/ 1417 h 3099"/>
                <a:gd name="T8" fmla="*/ 785 w 4269"/>
                <a:gd name="T9" fmla="*/ 1417 h 3099"/>
                <a:gd name="T10" fmla="*/ 1198 w 4269"/>
                <a:gd name="T11" fmla="*/ 2135 h 3099"/>
                <a:gd name="T12" fmla="*/ 1019 w 4269"/>
                <a:gd name="T13" fmla="*/ 2447 h 3099"/>
                <a:gd name="T14" fmla="*/ 1396 w 4269"/>
                <a:gd name="T15" fmla="*/ 3099 h 3099"/>
                <a:gd name="T16" fmla="*/ 3402 w 4269"/>
                <a:gd name="T17" fmla="*/ 3099 h 3099"/>
                <a:gd name="T18" fmla="*/ 2940 w 4269"/>
                <a:gd name="T19" fmla="*/ 2300 h 3099"/>
                <a:gd name="T20" fmla="*/ 4269 w 4269"/>
                <a:gd name="T21" fmla="*/ 0 h 30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269" h="3099">
                  <a:moveTo>
                    <a:pt x="4269" y="0"/>
                  </a:moveTo>
                  <a:lnTo>
                    <a:pt x="395" y="0"/>
                  </a:lnTo>
                  <a:lnTo>
                    <a:pt x="0" y="680"/>
                  </a:lnTo>
                  <a:lnTo>
                    <a:pt x="427" y="1417"/>
                  </a:lnTo>
                  <a:lnTo>
                    <a:pt x="785" y="1417"/>
                  </a:lnTo>
                  <a:lnTo>
                    <a:pt x="1198" y="2135"/>
                  </a:lnTo>
                  <a:lnTo>
                    <a:pt x="1019" y="2447"/>
                  </a:lnTo>
                  <a:lnTo>
                    <a:pt x="1396" y="3099"/>
                  </a:lnTo>
                  <a:lnTo>
                    <a:pt x="3402" y="3099"/>
                  </a:lnTo>
                  <a:lnTo>
                    <a:pt x="2940" y="2300"/>
                  </a:lnTo>
                  <a:lnTo>
                    <a:pt x="426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9" name="Freeform 222"/>
            <p:cNvSpPr/>
            <p:nvPr/>
          </p:nvSpPr>
          <p:spPr bwMode="auto">
            <a:xfrm>
              <a:off x="10708272" y="494925"/>
              <a:ext cx="269292" cy="359755"/>
            </a:xfrm>
            <a:custGeom>
              <a:avLst/>
              <a:gdLst>
                <a:gd name="T0" fmla="*/ 358 w 771"/>
                <a:gd name="T1" fmla="*/ 0 h 1030"/>
                <a:gd name="T2" fmla="*/ 0 w 771"/>
                <a:gd name="T3" fmla="*/ 0 h 1030"/>
                <a:gd name="T4" fmla="*/ 592 w 771"/>
                <a:gd name="T5" fmla="*/ 1030 h 1030"/>
                <a:gd name="T6" fmla="*/ 771 w 771"/>
                <a:gd name="T7" fmla="*/ 718 h 1030"/>
                <a:gd name="T8" fmla="*/ 358 w 771"/>
                <a:gd name="T9" fmla="*/ 0 h 10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1" h="1030">
                  <a:moveTo>
                    <a:pt x="358" y="0"/>
                  </a:moveTo>
                  <a:lnTo>
                    <a:pt x="0" y="0"/>
                  </a:lnTo>
                  <a:lnTo>
                    <a:pt x="592" y="1030"/>
                  </a:lnTo>
                  <a:lnTo>
                    <a:pt x="771" y="718"/>
                  </a:lnTo>
                  <a:lnTo>
                    <a:pt x="358" y="0"/>
                  </a:lnTo>
                  <a:close/>
                </a:path>
              </a:pathLst>
            </a:custGeom>
            <a:solidFill>
              <a:sysClr val="window" lastClr="FFFFFF">
                <a:lumMod val="50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0" name="Freeform 223"/>
            <p:cNvSpPr/>
            <p:nvPr/>
          </p:nvSpPr>
          <p:spPr bwMode="auto">
            <a:xfrm>
              <a:off x="10708272" y="494925"/>
              <a:ext cx="269292" cy="359755"/>
            </a:xfrm>
            <a:custGeom>
              <a:avLst/>
              <a:gdLst>
                <a:gd name="T0" fmla="*/ 358 w 771"/>
                <a:gd name="T1" fmla="*/ 0 h 1030"/>
                <a:gd name="T2" fmla="*/ 0 w 771"/>
                <a:gd name="T3" fmla="*/ 0 h 1030"/>
                <a:gd name="T4" fmla="*/ 592 w 771"/>
                <a:gd name="T5" fmla="*/ 1030 h 1030"/>
                <a:gd name="T6" fmla="*/ 771 w 771"/>
                <a:gd name="T7" fmla="*/ 718 h 1030"/>
                <a:gd name="T8" fmla="*/ 358 w 771"/>
                <a:gd name="T9" fmla="*/ 0 h 10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1" h="1030">
                  <a:moveTo>
                    <a:pt x="358" y="0"/>
                  </a:moveTo>
                  <a:lnTo>
                    <a:pt x="0" y="0"/>
                  </a:lnTo>
                  <a:lnTo>
                    <a:pt x="592" y="1030"/>
                  </a:lnTo>
                  <a:lnTo>
                    <a:pt x="771" y="718"/>
                  </a:lnTo>
                  <a:lnTo>
                    <a:pt x="35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" name="Freeform 224"/>
            <p:cNvSpPr/>
            <p:nvPr/>
          </p:nvSpPr>
          <p:spPr bwMode="auto">
            <a:xfrm>
              <a:off x="11747370" y="0"/>
              <a:ext cx="444629" cy="1645443"/>
            </a:xfrm>
            <a:custGeom>
              <a:avLst/>
              <a:gdLst>
                <a:gd name="T0" fmla="*/ 1273 w 1273"/>
                <a:gd name="T1" fmla="*/ 0 h 4711"/>
                <a:gd name="T2" fmla="*/ 867 w 1273"/>
                <a:gd name="T3" fmla="*/ 0 h 4711"/>
                <a:gd name="T4" fmla="*/ 1273 w 1273"/>
                <a:gd name="T5" fmla="*/ 0 h 4711"/>
                <a:gd name="T6" fmla="*/ 1273 w 1273"/>
                <a:gd name="T7" fmla="*/ 2247 h 4711"/>
                <a:gd name="T8" fmla="*/ 782 w 1273"/>
                <a:gd name="T9" fmla="*/ 3099 h 4711"/>
                <a:gd name="T10" fmla="*/ 0 w 1273"/>
                <a:gd name="T11" fmla="*/ 3099 h 4711"/>
                <a:gd name="T12" fmla="*/ 931 w 1273"/>
                <a:gd name="T13" fmla="*/ 4711 h 4711"/>
                <a:gd name="T14" fmla="*/ 1273 w 1273"/>
                <a:gd name="T15" fmla="*/ 4711 h 4711"/>
                <a:gd name="T16" fmla="*/ 1273 w 1273"/>
                <a:gd name="T17" fmla="*/ 0 h 47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73" h="4711">
                  <a:moveTo>
                    <a:pt x="1273" y="0"/>
                  </a:moveTo>
                  <a:lnTo>
                    <a:pt x="867" y="0"/>
                  </a:lnTo>
                  <a:lnTo>
                    <a:pt x="1273" y="0"/>
                  </a:lnTo>
                  <a:lnTo>
                    <a:pt x="1273" y="2247"/>
                  </a:lnTo>
                  <a:lnTo>
                    <a:pt x="782" y="3099"/>
                  </a:lnTo>
                  <a:lnTo>
                    <a:pt x="0" y="3099"/>
                  </a:lnTo>
                  <a:lnTo>
                    <a:pt x="931" y="4711"/>
                  </a:lnTo>
                  <a:lnTo>
                    <a:pt x="1273" y="4711"/>
                  </a:lnTo>
                  <a:lnTo>
                    <a:pt x="1273" y="0"/>
                  </a:lnTo>
                  <a:close/>
                </a:path>
              </a:pathLst>
            </a:custGeom>
            <a:solidFill>
              <a:srgbClr val="5B9BD5">
                <a:lumMod val="75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2" name="Freeform 225"/>
            <p:cNvSpPr/>
            <p:nvPr/>
          </p:nvSpPr>
          <p:spPr bwMode="auto">
            <a:xfrm>
              <a:off x="11747370" y="0"/>
              <a:ext cx="444629" cy="1645443"/>
            </a:xfrm>
            <a:custGeom>
              <a:avLst/>
              <a:gdLst>
                <a:gd name="T0" fmla="*/ 1273 w 1273"/>
                <a:gd name="T1" fmla="*/ 0 h 4711"/>
                <a:gd name="T2" fmla="*/ 867 w 1273"/>
                <a:gd name="T3" fmla="*/ 0 h 4711"/>
                <a:gd name="T4" fmla="*/ 1273 w 1273"/>
                <a:gd name="T5" fmla="*/ 0 h 4711"/>
                <a:gd name="T6" fmla="*/ 1273 w 1273"/>
                <a:gd name="T7" fmla="*/ 2247 h 4711"/>
                <a:gd name="T8" fmla="*/ 782 w 1273"/>
                <a:gd name="T9" fmla="*/ 3099 h 4711"/>
                <a:gd name="T10" fmla="*/ 0 w 1273"/>
                <a:gd name="T11" fmla="*/ 3099 h 4711"/>
                <a:gd name="T12" fmla="*/ 931 w 1273"/>
                <a:gd name="T13" fmla="*/ 4711 h 4711"/>
                <a:gd name="T14" fmla="*/ 1273 w 1273"/>
                <a:gd name="T15" fmla="*/ 4711 h 4711"/>
                <a:gd name="T16" fmla="*/ 1273 w 1273"/>
                <a:gd name="T17" fmla="*/ 0 h 47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73" h="4711">
                  <a:moveTo>
                    <a:pt x="1273" y="0"/>
                  </a:moveTo>
                  <a:lnTo>
                    <a:pt x="867" y="0"/>
                  </a:lnTo>
                  <a:lnTo>
                    <a:pt x="1273" y="0"/>
                  </a:lnTo>
                  <a:lnTo>
                    <a:pt x="1273" y="2247"/>
                  </a:lnTo>
                  <a:lnTo>
                    <a:pt x="782" y="3099"/>
                  </a:lnTo>
                  <a:lnTo>
                    <a:pt x="0" y="3099"/>
                  </a:lnTo>
                  <a:lnTo>
                    <a:pt x="931" y="4711"/>
                  </a:lnTo>
                  <a:lnTo>
                    <a:pt x="1273" y="4711"/>
                  </a:lnTo>
                  <a:lnTo>
                    <a:pt x="127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3" name="Freeform 226"/>
            <p:cNvSpPr/>
            <p:nvPr/>
          </p:nvSpPr>
          <p:spPr bwMode="auto">
            <a:xfrm>
              <a:off x="11586004" y="0"/>
              <a:ext cx="605995" cy="1082409"/>
            </a:xfrm>
            <a:custGeom>
              <a:avLst/>
              <a:gdLst>
                <a:gd name="T0" fmla="*/ 1735 w 1735"/>
                <a:gd name="T1" fmla="*/ 0 h 3099"/>
                <a:gd name="T2" fmla="*/ 1329 w 1735"/>
                <a:gd name="T3" fmla="*/ 0 h 3099"/>
                <a:gd name="T4" fmla="*/ 0 w 1735"/>
                <a:gd name="T5" fmla="*/ 2300 h 3099"/>
                <a:gd name="T6" fmla="*/ 462 w 1735"/>
                <a:gd name="T7" fmla="*/ 3099 h 3099"/>
                <a:gd name="T8" fmla="*/ 1244 w 1735"/>
                <a:gd name="T9" fmla="*/ 3099 h 3099"/>
                <a:gd name="T10" fmla="*/ 1735 w 1735"/>
                <a:gd name="T11" fmla="*/ 2247 h 3099"/>
                <a:gd name="T12" fmla="*/ 1735 w 1735"/>
                <a:gd name="T13" fmla="*/ 0 h 30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35" h="3099">
                  <a:moveTo>
                    <a:pt x="1735" y="0"/>
                  </a:moveTo>
                  <a:lnTo>
                    <a:pt x="1329" y="0"/>
                  </a:lnTo>
                  <a:lnTo>
                    <a:pt x="0" y="2300"/>
                  </a:lnTo>
                  <a:lnTo>
                    <a:pt x="462" y="3099"/>
                  </a:lnTo>
                  <a:lnTo>
                    <a:pt x="1244" y="3099"/>
                  </a:lnTo>
                  <a:lnTo>
                    <a:pt x="1735" y="2247"/>
                  </a:lnTo>
                  <a:lnTo>
                    <a:pt x="1735" y="0"/>
                  </a:lnTo>
                  <a:close/>
                </a:path>
              </a:pathLst>
            </a:custGeom>
            <a:solidFill>
              <a:srgbClr val="24436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4" name="Freeform 227"/>
            <p:cNvSpPr/>
            <p:nvPr/>
          </p:nvSpPr>
          <p:spPr bwMode="auto">
            <a:xfrm>
              <a:off x="11586004" y="0"/>
              <a:ext cx="605995" cy="1082409"/>
            </a:xfrm>
            <a:custGeom>
              <a:avLst/>
              <a:gdLst>
                <a:gd name="T0" fmla="*/ 1735 w 1735"/>
                <a:gd name="T1" fmla="*/ 0 h 3099"/>
                <a:gd name="T2" fmla="*/ 1329 w 1735"/>
                <a:gd name="T3" fmla="*/ 0 h 3099"/>
                <a:gd name="T4" fmla="*/ 0 w 1735"/>
                <a:gd name="T5" fmla="*/ 2300 h 3099"/>
                <a:gd name="T6" fmla="*/ 462 w 1735"/>
                <a:gd name="T7" fmla="*/ 3099 h 3099"/>
                <a:gd name="T8" fmla="*/ 1244 w 1735"/>
                <a:gd name="T9" fmla="*/ 3099 h 3099"/>
                <a:gd name="T10" fmla="*/ 1735 w 1735"/>
                <a:gd name="T11" fmla="*/ 2247 h 3099"/>
                <a:gd name="T12" fmla="*/ 1735 w 1735"/>
                <a:gd name="T13" fmla="*/ 0 h 30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35" h="3099">
                  <a:moveTo>
                    <a:pt x="1735" y="0"/>
                  </a:moveTo>
                  <a:lnTo>
                    <a:pt x="1329" y="0"/>
                  </a:lnTo>
                  <a:lnTo>
                    <a:pt x="0" y="2300"/>
                  </a:lnTo>
                  <a:lnTo>
                    <a:pt x="462" y="3099"/>
                  </a:lnTo>
                  <a:lnTo>
                    <a:pt x="1244" y="3099"/>
                  </a:lnTo>
                  <a:lnTo>
                    <a:pt x="1735" y="2247"/>
                  </a:lnTo>
                  <a:lnTo>
                    <a:pt x="173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5" name="Freeform 228"/>
            <p:cNvSpPr/>
            <p:nvPr/>
          </p:nvSpPr>
          <p:spPr bwMode="auto">
            <a:xfrm>
              <a:off x="9968503" y="0"/>
              <a:ext cx="578402" cy="250781"/>
            </a:xfrm>
            <a:custGeom>
              <a:avLst/>
              <a:gdLst>
                <a:gd name="T0" fmla="*/ 1656 w 1656"/>
                <a:gd name="T1" fmla="*/ 0 h 718"/>
                <a:gd name="T2" fmla="*/ 0 w 1656"/>
                <a:gd name="T3" fmla="*/ 0 h 718"/>
                <a:gd name="T4" fmla="*/ 413 w 1656"/>
                <a:gd name="T5" fmla="*/ 718 h 718"/>
                <a:gd name="T6" fmla="*/ 1243 w 1656"/>
                <a:gd name="T7" fmla="*/ 718 h 718"/>
                <a:gd name="T8" fmla="*/ 1656 w 1656"/>
                <a:gd name="T9" fmla="*/ 0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56" h="718">
                  <a:moveTo>
                    <a:pt x="1656" y="0"/>
                  </a:moveTo>
                  <a:lnTo>
                    <a:pt x="0" y="0"/>
                  </a:lnTo>
                  <a:lnTo>
                    <a:pt x="413" y="718"/>
                  </a:lnTo>
                  <a:lnTo>
                    <a:pt x="1243" y="718"/>
                  </a:lnTo>
                  <a:lnTo>
                    <a:pt x="1656" y="0"/>
                  </a:lnTo>
                  <a:close/>
                </a:path>
              </a:pathLst>
            </a:custGeom>
            <a:solidFill>
              <a:sysClr val="window" lastClr="FFFFFF">
                <a:lumMod val="75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6" name="Freeform 229"/>
            <p:cNvSpPr/>
            <p:nvPr/>
          </p:nvSpPr>
          <p:spPr bwMode="auto">
            <a:xfrm>
              <a:off x="9968503" y="0"/>
              <a:ext cx="578402" cy="250781"/>
            </a:xfrm>
            <a:custGeom>
              <a:avLst/>
              <a:gdLst>
                <a:gd name="T0" fmla="*/ 1656 w 1656"/>
                <a:gd name="T1" fmla="*/ 0 h 718"/>
                <a:gd name="T2" fmla="*/ 0 w 1656"/>
                <a:gd name="T3" fmla="*/ 0 h 718"/>
                <a:gd name="T4" fmla="*/ 413 w 1656"/>
                <a:gd name="T5" fmla="*/ 718 h 718"/>
                <a:gd name="T6" fmla="*/ 1243 w 1656"/>
                <a:gd name="T7" fmla="*/ 718 h 718"/>
                <a:gd name="T8" fmla="*/ 1656 w 1656"/>
                <a:gd name="T9" fmla="*/ 0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56" h="718">
                  <a:moveTo>
                    <a:pt x="1656" y="0"/>
                  </a:moveTo>
                  <a:lnTo>
                    <a:pt x="0" y="0"/>
                  </a:lnTo>
                  <a:lnTo>
                    <a:pt x="413" y="718"/>
                  </a:lnTo>
                  <a:lnTo>
                    <a:pt x="1243" y="718"/>
                  </a:lnTo>
                  <a:lnTo>
                    <a:pt x="165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7" name="Freeform 230"/>
            <p:cNvSpPr/>
            <p:nvPr/>
          </p:nvSpPr>
          <p:spPr bwMode="auto">
            <a:xfrm>
              <a:off x="9535051" y="1003123"/>
              <a:ext cx="578752" cy="500514"/>
            </a:xfrm>
            <a:custGeom>
              <a:avLst/>
              <a:gdLst>
                <a:gd name="T0" fmla="*/ 413 w 1657"/>
                <a:gd name="T1" fmla="*/ 1433 h 1433"/>
                <a:gd name="T2" fmla="*/ 0 w 1657"/>
                <a:gd name="T3" fmla="*/ 715 h 1433"/>
                <a:gd name="T4" fmla="*/ 413 w 1657"/>
                <a:gd name="T5" fmla="*/ 0 h 1433"/>
                <a:gd name="T6" fmla="*/ 1243 w 1657"/>
                <a:gd name="T7" fmla="*/ 0 h 1433"/>
                <a:gd name="T8" fmla="*/ 1657 w 1657"/>
                <a:gd name="T9" fmla="*/ 715 h 1433"/>
                <a:gd name="T10" fmla="*/ 1243 w 1657"/>
                <a:gd name="T11" fmla="*/ 1433 h 1433"/>
                <a:gd name="T12" fmla="*/ 413 w 1657"/>
                <a:gd name="T13" fmla="*/ 1433 h 1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7" h="1433">
                  <a:moveTo>
                    <a:pt x="413" y="1433"/>
                  </a:moveTo>
                  <a:lnTo>
                    <a:pt x="0" y="715"/>
                  </a:lnTo>
                  <a:lnTo>
                    <a:pt x="413" y="0"/>
                  </a:lnTo>
                  <a:lnTo>
                    <a:pt x="1243" y="0"/>
                  </a:lnTo>
                  <a:lnTo>
                    <a:pt x="1657" y="715"/>
                  </a:lnTo>
                  <a:lnTo>
                    <a:pt x="1243" y="1433"/>
                  </a:lnTo>
                  <a:lnTo>
                    <a:pt x="413" y="1433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8" name="Freeform 231"/>
            <p:cNvSpPr/>
            <p:nvPr/>
          </p:nvSpPr>
          <p:spPr bwMode="auto">
            <a:xfrm>
              <a:off x="10833312" y="1746035"/>
              <a:ext cx="578402" cy="501561"/>
            </a:xfrm>
            <a:custGeom>
              <a:avLst/>
              <a:gdLst>
                <a:gd name="T0" fmla="*/ 413 w 1656"/>
                <a:gd name="T1" fmla="*/ 1436 h 1436"/>
                <a:gd name="T2" fmla="*/ 0 w 1656"/>
                <a:gd name="T3" fmla="*/ 718 h 1436"/>
                <a:gd name="T4" fmla="*/ 413 w 1656"/>
                <a:gd name="T5" fmla="*/ 0 h 1436"/>
                <a:gd name="T6" fmla="*/ 1240 w 1656"/>
                <a:gd name="T7" fmla="*/ 0 h 1436"/>
                <a:gd name="T8" fmla="*/ 1656 w 1656"/>
                <a:gd name="T9" fmla="*/ 718 h 1436"/>
                <a:gd name="T10" fmla="*/ 1240 w 1656"/>
                <a:gd name="T11" fmla="*/ 1436 h 1436"/>
                <a:gd name="T12" fmla="*/ 413 w 1656"/>
                <a:gd name="T13" fmla="*/ 1436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6" h="1436">
                  <a:moveTo>
                    <a:pt x="413" y="1436"/>
                  </a:moveTo>
                  <a:lnTo>
                    <a:pt x="0" y="718"/>
                  </a:lnTo>
                  <a:lnTo>
                    <a:pt x="413" y="0"/>
                  </a:lnTo>
                  <a:lnTo>
                    <a:pt x="1240" y="0"/>
                  </a:lnTo>
                  <a:lnTo>
                    <a:pt x="1656" y="718"/>
                  </a:lnTo>
                  <a:lnTo>
                    <a:pt x="1240" y="1436"/>
                  </a:lnTo>
                  <a:lnTo>
                    <a:pt x="413" y="1436"/>
                  </a:lnTo>
                  <a:close/>
                </a:path>
              </a:pathLst>
            </a:custGeom>
            <a:solidFill>
              <a:sysClr val="window" lastClr="FFFFFF">
                <a:lumMod val="50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9" name="Freeform 232"/>
            <p:cNvSpPr/>
            <p:nvPr/>
          </p:nvSpPr>
          <p:spPr bwMode="auto">
            <a:xfrm>
              <a:off x="10833312" y="1746035"/>
              <a:ext cx="578402" cy="501561"/>
            </a:xfrm>
            <a:custGeom>
              <a:avLst/>
              <a:gdLst>
                <a:gd name="T0" fmla="*/ 413 w 1656"/>
                <a:gd name="T1" fmla="*/ 1436 h 1436"/>
                <a:gd name="T2" fmla="*/ 0 w 1656"/>
                <a:gd name="T3" fmla="*/ 718 h 1436"/>
                <a:gd name="T4" fmla="*/ 413 w 1656"/>
                <a:gd name="T5" fmla="*/ 0 h 1436"/>
                <a:gd name="T6" fmla="*/ 1240 w 1656"/>
                <a:gd name="T7" fmla="*/ 0 h 1436"/>
                <a:gd name="T8" fmla="*/ 1656 w 1656"/>
                <a:gd name="T9" fmla="*/ 718 h 1436"/>
                <a:gd name="T10" fmla="*/ 1240 w 1656"/>
                <a:gd name="T11" fmla="*/ 1436 h 1436"/>
                <a:gd name="T12" fmla="*/ 413 w 1656"/>
                <a:gd name="T13" fmla="*/ 1436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6" h="1436">
                  <a:moveTo>
                    <a:pt x="413" y="1436"/>
                  </a:moveTo>
                  <a:lnTo>
                    <a:pt x="0" y="718"/>
                  </a:lnTo>
                  <a:lnTo>
                    <a:pt x="413" y="0"/>
                  </a:lnTo>
                  <a:lnTo>
                    <a:pt x="1240" y="0"/>
                  </a:lnTo>
                  <a:lnTo>
                    <a:pt x="1656" y="718"/>
                  </a:lnTo>
                  <a:lnTo>
                    <a:pt x="1240" y="1436"/>
                  </a:lnTo>
                  <a:lnTo>
                    <a:pt x="413" y="143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0" name="Freeform 233"/>
            <p:cNvSpPr/>
            <p:nvPr/>
          </p:nvSpPr>
          <p:spPr bwMode="auto">
            <a:xfrm>
              <a:off x="11263622" y="1494206"/>
              <a:ext cx="577704" cy="500863"/>
            </a:xfrm>
            <a:custGeom>
              <a:avLst/>
              <a:gdLst>
                <a:gd name="T0" fmla="*/ 414 w 1654"/>
                <a:gd name="T1" fmla="*/ 1434 h 1434"/>
                <a:gd name="T2" fmla="*/ 0 w 1654"/>
                <a:gd name="T3" fmla="*/ 718 h 1434"/>
                <a:gd name="T4" fmla="*/ 414 w 1654"/>
                <a:gd name="T5" fmla="*/ 0 h 1434"/>
                <a:gd name="T6" fmla="*/ 1241 w 1654"/>
                <a:gd name="T7" fmla="*/ 0 h 1434"/>
                <a:gd name="T8" fmla="*/ 1654 w 1654"/>
                <a:gd name="T9" fmla="*/ 718 h 1434"/>
                <a:gd name="T10" fmla="*/ 1241 w 1654"/>
                <a:gd name="T11" fmla="*/ 1434 h 1434"/>
                <a:gd name="T12" fmla="*/ 414 w 1654"/>
                <a:gd name="T13" fmla="*/ 1434 h 1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4" h="1434">
                  <a:moveTo>
                    <a:pt x="414" y="1434"/>
                  </a:moveTo>
                  <a:lnTo>
                    <a:pt x="0" y="718"/>
                  </a:lnTo>
                  <a:lnTo>
                    <a:pt x="414" y="0"/>
                  </a:lnTo>
                  <a:lnTo>
                    <a:pt x="1241" y="0"/>
                  </a:lnTo>
                  <a:lnTo>
                    <a:pt x="1654" y="718"/>
                  </a:lnTo>
                  <a:lnTo>
                    <a:pt x="1241" y="1434"/>
                  </a:lnTo>
                  <a:lnTo>
                    <a:pt x="414" y="1434"/>
                  </a:lnTo>
                  <a:close/>
                </a:path>
              </a:pathLst>
            </a:custGeom>
            <a:solidFill>
              <a:srgbClr val="127FB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1" name="Freeform 234"/>
            <p:cNvSpPr/>
            <p:nvPr/>
          </p:nvSpPr>
          <p:spPr bwMode="auto">
            <a:xfrm>
              <a:off x="11263622" y="1494206"/>
              <a:ext cx="577704" cy="500863"/>
            </a:xfrm>
            <a:custGeom>
              <a:avLst/>
              <a:gdLst>
                <a:gd name="T0" fmla="*/ 414 w 1654"/>
                <a:gd name="T1" fmla="*/ 1434 h 1434"/>
                <a:gd name="T2" fmla="*/ 0 w 1654"/>
                <a:gd name="T3" fmla="*/ 718 h 1434"/>
                <a:gd name="T4" fmla="*/ 414 w 1654"/>
                <a:gd name="T5" fmla="*/ 0 h 1434"/>
                <a:gd name="T6" fmla="*/ 1241 w 1654"/>
                <a:gd name="T7" fmla="*/ 0 h 1434"/>
                <a:gd name="T8" fmla="*/ 1654 w 1654"/>
                <a:gd name="T9" fmla="*/ 718 h 1434"/>
                <a:gd name="T10" fmla="*/ 1241 w 1654"/>
                <a:gd name="T11" fmla="*/ 1434 h 1434"/>
                <a:gd name="T12" fmla="*/ 414 w 1654"/>
                <a:gd name="T13" fmla="*/ 1434 h 1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4" h="1434">
                  <a:moveTo>
                    <a:pt x="414" y="1434"/>
                  </a:moveTo>
                  <a:lnTo>
                    <a:pt x="0" y="718"/>
                  </a:lnTo>
                  <a:lnTo>
                    <a:pt x="414" y="0"/>
                  </a:lnTo>
                  <a:lnTo>
                    <a:pt x="1241" y="0"/>
                  </a:lnTo>
                  <a:lnTo>
                    <a:pt x="1654" y="718"/>
                  </a:lnTo>
                  <a:lnTo>
                    <a:pt x="1241" y="1434"/>
                  </a:lnTo>
                  <a:lnTo>
                    <a:pt x="414" y="143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2" name="Freeform 235"/>
            <p:cNvSpPr>
              <a:spLocks noEditPoints="1"/>
            </p:cNvSpPr>
            <p:nvPr/>
          </p:nvSpPr>
          <p:spPr bwMode="auto">
            <a:xfrm>
              <a:off x="11289817" y="1687356"/>
              <a:ext cx="538585" cy="34578"/>
            </a:xfrm>
            <a:custGeom>
              <a:avLst/>
              <a:gdLst>
                <a:gd name="T0" fmla="*/ 1526 w 1542"/>
                <a:gd name="T1" fmla="*/ 72 h 99"/>
                <a:gd name="T2" fmla="*/ 1526 w 1542"/>
                <a:gd name="T3" fmla="*/ 72 h 99"/>
                <a:gd name="T4" fmla="*/ 1542 w 1542"/>
                <a:gd name="T5" fmla="*/ 99 h 99"/>
                <a:gd name="T6" fmla="*/ 1526 w 1542"/>
                <a:gd name="T7" fmla="*/ 72 h 99"/>
                <a:gd name="T8" fmla="*/ 19 w 1542"/>
                <a:gd name="T9" fmla="*/ 0 h 99"/>
                <a:gd name="T10" fmla="*/ 0 w 1542"/>
                <a:gd name="T11" fmla="*/ 35 h 99"/>
                <a:gd name="T12" fmla="*/ 19 w 1542"/>
                <a:gd name="T13" fmla="*/ 0 h 99"/>
                <a:gd name="T14" fmla="*/ 19 w 1542"/>
                <a:gd name="T15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2" h="99">
                  <a:moveTo>
                    <a:pt x="1526" y="72"/>
                  </a:moveTo>
                  <a:lnTo>
                    <a:pt x="1526" y="72"/>
                  </a:lnTo>
                  <a:lnTo>
                    <a:pt x="1542" y="99"/>
                  </a:lnTo>
                  <a:lnTo>
                    <a:pt x="1526" y="72"/>
                  </a:lnTo>
                  <a:close/>
                  <a:moveTo>
                    <a:pt x="19" y="0"/>
                  </a:moveTo>
                  <a:lnTo>
                    <a:pt x="0" y="35"/>
                  </a:lnTo>
                  <a:lnTo>
                    <a:pt x="19" y="0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FFC4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3" name="Freeform 236"/>
            <p:cNvSpPr>
              <a:spLocks noEditPoints="1"/>
            </p:cNvSpPr>
            <p:nvPr/>
          </p:nvSpPr>
          <p:spPr bwMode="auto">
            <a:xfrm>
              <a:off x="11289817" y="1687356"/>
              <a:ext cx="538585" cy="34578"/>
            </a:xfrm>
            <a:custGeom>
              <a:avLst/>
              <a:gdLst>
                <a:gd name="T0" fmla="*/ 1526 w 1542"/>
                <a:gd name="T1" fmla="*/ 72 h 99"/>
                <a:gd name="T2" fmla="*/ 1526 w 1542"/>
                <a:gd name="T3" fmla="*/ 72 h 99"/>
                <a:gd name="T4" fmla="*/ 1542 w 1542"/>
                <a:gd name="T5" fmla="*/ 99 h 99"/>
                <a:gd name="T6" fmla="*/ 1526 w 1542"/>
                <a:gd name="T7" fmla="*/ 72 h 99"/>
                <a:gd name="T8" fmla="*/ 19 w 1542"/>
                <a:gd name="T9" fmla="*/ 0 h 99"/>
                <a:gd name="T10" fmla="*/ 0 w 1542"/>
                <a:gd name="T11" fmla="*/ 35 h 99"/>
                <a:gd name="T12" fmla="*/ 19 w 1542"/>
                <a:gd name="T13" fmla="*/ 0 h 99"/>
                <a:gd name="T14" fmla="*/ 19 w 1542"/>
                <a:gd name="T15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2" h="99">
                  <a:moveTo>
                    <a:pt x="1526" y="72"/>
                  </a:moveTo>
                  <a:lnTo>
                    <a:pt x="1526" y="72"/>
                  </a:lnTo>
                  <a:lnTo>
                    <a:pt x="1542" y="99"/>
                  </a:lnTo>
                  <a:lnTo>
                    <a:pt x="1526" y="72"/>
                  </a:lnTo>
                  <a:moveTo>
                    <a:pt x="19" y="0"/>
                  </a:moveTo>
                  <a:lnTo>
                    <a:pt x="0" y="35"/>
                  </a:lnTo>
                  <a:lnTo>
                    <a:pt x="19" y="0"/>
                  </a:lnTo>
                  <a:lnTo>
                    <a:pt x="1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4" name="Freeform 238"/>
            <p:cNvSpPr/>
            <p:nvPr/>
          </p:nvSpPr>
          <p:spPr bwMode="auto">
            <a:xfrm>
              <a:off x="11288769" y="1577334"/>
              <a:ext cx="541379" cy="286058"/>
            </a:xfrm>
            <a:custGeom>
              <a:avLst/>
              <a:gdLst>
                <a:gd name="T0" fmla="*/ 1054 w 1550"/>
                <a:gd name="T1" fmla="*/ 0 h 819"/>
                <a:gd name="T2" fmla="*/ 985 w 1550"/>
                <a:gd name="T3" fmla="*/ 475 h 819"/>
                <a:gd name="T4" fmla="*/ 755 w 1550"/>
                <a:gd name="T5" fmla="*/ 475 h 819"/>
                <a:gd name="T6" fmla="*/ 683 w 1550"/>
                <a:gd name="T7" fmla="*/ 243 h 819"/>
                <a:gd name="T8" fmla="*/ 593 w 1550"/>
                <a:gd name="T9" fmla="*/ 659 h 819"/>
                <a:gd name="T10" fmla="*/ 521 w 1550"/>
                <a:gd name="T11" fmla="*/ 0 h 819"/>
                <a:gd name="T12" fmla="*/ 451 w 1550"/>
                <a:gd name="T13" fmla="*/ 475 h 819"/>
                <a:gd name="T14" fmla="*/ 222 w 1550"/>
                <a:gd name="T15" fmla="*/ 475 h 819"/>
                <a:gd name="T16" fmla="*/ 152 w 1550"/>
                <a:gd name="T17" fmla="*/ 243 h 819"/>
                <a:gd name="T18" fmla="*/ 59 w 1550"/>
                <a:gd name="T19" fmla="*/ 659 h 819"/>
                <a:gd name="T20" fmla="*/ 22 w 1550"/>
                <a:gd name="T21" fmla="*/ 315 h 819"/>
                <a:gd name="T22" fmla="*/ 3 w 1550"/>
                <a:gd name="T23" fmla="*/ 350 h 819"/>
                <a:gd name="T24" fmla="*/ 0 w 1550"/>
                <a:gd name="T25" fmla="*/ 352 h 819"/>
                <a:gd name="T26" fmla="*/ 35 w 1550"/>
                <a:gd name="T27" fmla="*/ 665 h 819"/>
                <a:gd name="T28" fmla="*/ 62 w 1550"/>
                <a:gd name="T29" fmla="*/ 710 h 819"/>
                <a:gd name="T30" fmla="*/ 72 w 1550"/>
                <a:gd name="T31" fmla="*/ 729 h 819"/>
                <a:gd name="T32" fmla="*/ 155 w 1550"/>
                <a:gd name="T33" fmla="*/ 347 h 819"/>
                <a:gd name="T34" fmla="*/ 203 w 1550"/>
                <a:gd name="T35" fmla="*/ 499 h 819"/>
                <a:gd name="T36" fmla="*/ 473 w 1550"/>
                <a:gd name="T37" fmla="*/ 499 h 819"/>
                <a:gd name="T38" fmla="*/ 518 w 1550"/>
                <a:gd name="T39" fmla="*/ 205 h 819"/>
                <a:gd name="T40" fmla="*/ 585 w 1550"/>
                <a:gd name="T41" fmla="*/ 819 h 819"/>
                <a:gd name="T42" fmla="*/ 689 w 1550"/>
                <a:gd name="T43" fmla="*/ 347 h 819"/>
                <a:gd name="T44" fmla="*/ 737 w 1550"/>
                <a:gd name="T45" fmla="*/ 499 h 819"/>
                <a:gd name="T46" fmla="*/ 1006 w 1550"/>
                <a:gd name="T47" fmla="*/ 499 h 819"/>
                <a:gd name="T48" fmla="*/ 1051 w 1550"/>
                <a:gd name="T49" fmla="*/ 205 h 819"/>
                <a:gd name="T50" fmla="*/ 1118 w 1550"/>
                <a:gd name="T51" fmla="*/ 819 h 819"/>
                <a:gd name="T52" fmla="*/ 1222 w 1550"/>
                <a:gd name="T53" fmla="*/ 347 h 819"/>
                <a:gd name="T54" fmla="*/ 1270 w 1550"/>
                <a:gd name="T55" fmla="*/ 499 h 819"/>
                <a:gd name="T56" fmla="*/ 1540 w 1550"/>
                <a:gd name="T57" fmla="*/ 499 h 819"/>
                <a:gd name="T58" fmla="*/ 1550 w 1550"/>
                <a:gd name="T59" fmla="*/ 424 h 819"/>
                <a:gd name="T60" fmla="*/ 1545 w 1550"/>
                <a:gd name="T61" fmla="*/ 414 h 819"/>
                <a:gd name="T62" fmla="*/ 1529 w 1550"/>
                <a:gd name="T63" fmla="*/ 387 h 819"/>
                <a:gd name="T64" fmla="*/ 1518 w 1550"/>
                <a:gd name="T65" fmla="*/ 475 h 819"/>
                <a:gd name="T66" fmla="*/ 1289 w 1550"/>
                <a:gd name="T67" fmla="*/ 475 h 819"/>
                <a:gd name="T68" fmla="*/ 1217 w 1550"/>
                <a:gd name="T69" fmla="*/ 243 h 819"/>
                <a:gd name="T70" fmla="*/ 1126 w 1550"/>
                <a:gd name="T71" fmla="*/ 659 h 819"/>
                <a:gd name="T72" fmla="*/ 1054 w 1550"/>
                <a:gd name="T73" fmla="*/ 0 h 8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550" h="819">
                  <a:moveTo>
                    <a:pt x="1054" y="0"/>
                  </a:moveTo>
                  <a:lnTo>
                    <a:pt x="985" y="475"/>
                  </a:lnTo>
                  <a:lnTo>
                    <a:pt x="755" y="475"/>
                  </a:lnTo>
                  <a:lnTo>
                    <a:pt x="683" y="243"/>
                  </a:lnTo>
                  <a:lnTo>
                    <a:pt x="593" y="659"/>
                  </a:lnTo>
                  <a:lnTo>
                    <a:pt x="521" y="0"/>
                  </a:lnTo>
                  <a:lnTo>
                    <a:pt x="451" y="475"/>
                  </a:lnTo>
                  <a:lnTo>
                    <a:pt x="222" y="475"/>
                  </a:lnTo>
                  <a:lnTo>
                    <a:pt x="152" y="243"/>
                  </a:lnTo>
                  <a:lnTo>
                    <a:pt x="59" y="659"/>
                  </a:lnTo>
                  <a:lnTo>
                    <a:pt x="22" y="315"/>
                  </a:lnTo>
                  <a:lnTo>
                    <a:pt x="3" y="350"/>
                  </a:lnTo>
                  <a:lnTo>
                    <a:pt x="0" y="352"/>
                  </a:lnTo>
                  <a:lnTo>
                    <a:pt x="35" y="665"/>
                  </a:lnTo>
                  <a:lnTo>
                    <a:pt x="62" y="710"/>
                  </a:lnTo>
                  <a:lnTo>
                    <a:pt x="72" y="729"/>
                  </a:lnTo>
                  <a:lnTo>
                    <a:pt x="155" y="347"/>
                  </a:lnTo>
                  <a:lnTo>
                    <a:pt x="203" y="499"/>
                  </a:lnTo>
                  <a:lnTo>
                    <a:pt x="473" y="499"/>
                  </a:lnTo>
                  <a:lnTo>
                    <a:pt x="518" y="205"/>
                  </a:lnTo>
                  <a:lnTo>
                    <a:pt x="585" y="819"/>
                  </a:lnTo>
                  <a:lnTo>
                    <a:pt x="689" y="347"/>
                  </a:lnTo>
                  <a:lnTo>
                    <a:pt x="737" y="499"/>
                  </a:lnTo>
                  <a:lnTo>
                    <a:pt x="1006" y="499"/>
                  </a:lnTo>
                  <a:lnTo>
                    <a:pt x="1051" y="205"/>
                  </a:lnTo>
                  <a:lnTo>
                    <a:pt x="1118" y="819"/>
                  </a:lnTo>
                  <a:lnTo>
                    <a:pt x="1222" y="347"/>
                  </a:lnTo>
                  <a:lnTo>
                    <a:pt x="1270" y="499"/>
                  </a:lnTo>
                  <a:lnTo>
                    <a:pt x="1540" y="499"/>
                  </a:lnTo>
                  <a:lnTo>
                    <a:pt x="1550" y="424"/>
                  </a:lnTo>
                  <a:lnTo>
                    <a:pt x="1545" y="414"/>
                  </a:lnTo>
                  <a:lnTo>
                    <a:pt x="1529" y="387"/>
                  </a:lnTo>
                  <a:lnTo>
                    <a:pt x="1518" y="475"/>
                  </a:lnTo>
                  <a:lnTo>
                    <a:pt x="1289" y="475"/>
                  </a:lnTo>
                  <a:lnTo>
                    <a:pt x="1217" y="243"/>
                  </a:lnTo>
                  <a:lnTo>
                    <a:pt x="1126" y="659"/>
                  </a:lnTo>
                  <a:lnTo>
                    <a:pt x="105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5" name="Freeform 239"/>
            <p:cNvSpPr>
              <a:spLocks noEditPoints="1"/>
            </p:cNvSpPr>
            <p:nvPr/>
          </p:nvSpPr>
          <p:spPr bwMode="auto">
            <a:xfrm>
              <a:off x="10905962" y="1619247"/>
              <a:ext cx="54836" cy="207820"/>
            </a:xfrm>
            <a:custGeom>
              <a:avLst/>
              <a:gdLst>
                <a:gd name="T0" fmla="*/ 125 w 157"/>
                <a:gd name="T1" fmla="*/ 499 h 595"/>
                <a:gd name="T2" fmla="*/ 69 w 157"/>
                <a:gd name="T3" fmla="*/ 595 h 595"/>
                <a:gd name="T4" fmla="*/ 69 w 157"/>
                <a:gd name="T5" fmla="*/ 595 h 595"/>
                <a:gd name="T6" fmla="*/ 125 w 157"/>
                <a:gd name="T7" fmla="*/ 499 h 595"/>
                <a:gd name="T8" fmla="*/ 149 w 157"/>
                <a:gd name="T9" fmla="*/ 262 h 595"/>
                <a:gd name="T10" fmla="*/ 149 w 157"/>
                <a:gd name="T11" fmla="*/ 262 h 595"/>
                <a:gd name="T12" fmla="*/ 157 w 157"/>
                <a:gd name="T13" fmla="*/ 275 h 595"/>
                <a:gd name="T14" fmla="*/ 149 w 157"/>
                <a:gd name="T15" fmla="*/ 262 h 595"/>
                <a:gd name="T16" fmla="*/ 0 w 157"/>
                <a:gd name="T17" fmla="*/ 0 h 595"/>
                <a:gd name="T18" fmla="*/ 0 w 157"/>
                <a:gd name="T19" fmla="*/ 0 h 595"/>
                <a:gd name="T20" fmla="*/ 18 w 157"/>
                <a:gd name="T21" fmla="*/ 35 h 595"/>
                <a:gd name="T22" fmla="*/ 0 w 157"/>
                <a:gd name="T23" fmla="*/ 0 h 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7" h="595">
                  <a:moveTo>
                    <a:pt x="125" y="499"/>
                  </a:moveTo>
                  <a:lnTo>
                    <a:pt x="69" y="595"/>
                  </a:lnTo>
                  <a:lnTo>
                    <a:pt x="69" y="595"/>
                  </a:lnTo>
                  <a:lnTo>
                    <a:pt x="125" y="499"/>
                  </a:lnTo>
                  <a:close/>
                  <a:moveTo>
                    <a:pt x="149" y="262"/>
                  </a:moveTo>
                  <a:lnTo>
                    <a:pt x="149" y="262"/>
                  </a:lnTo>
                  <a:lnTo>
                    <a:pt x="157" y="275"/>
                  </a:lnTo>
                  <a:lnTo>
                    <a:pt x="149" y="26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18" y="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4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6" name="Freeform 240"/>
            <p:cNvSpPr>
              <a:spLocks noEditPoints="1"/>
            </p:cNvSpPr>
            <p:nvPr/>
          </p:nvSpPr>
          <p:spPr bwMode="auto">
            <a:xfrm>
              <a:off x="10905962" y="1619247"/>
              <a:ext cx="54836" cy="207820"/>
            </a:xfrm>
            <a:custGeom>
              <a:avLst/>
              <a:gdLst>
                <a:gd name="T0" fmla="*/ 125 w 157"/>
                <a:gd name="T1" fmla="*/ 499 h 595"/>
                <a:gd name="T2" fmla="*/ 69 w 157"/>
                <a:gd name="T3" fmla="*/ 595 h 595"/>
                <a:gd name="T4" fmla="*/ 69 w 157"/>
                <a:gd name="T5" fmla="*/ 595 h 595"/>
                <a:gd name="T6" fmla="*/ 125 w 157"/>
                <a:gd name="T7" fmla="*/ 499 h 595"/>
                <a:gd name="T8" fmla="*/ 149 w 157"/>
                <a:gd name="T9" fmla="*/ 262 h 595"/>
                <a:gd name="T10" fmla="*/ 149 w 157"/>
                <a:gd name="T11" fmla="*/ 262 h 595"/>
                <a:gd name="T12" fmla="*/ 157 w 157"/>
                <a:gd name="T13" fmla="*/ 275 h 595"/>
                <a:gd name="T14" fmla="*/ 149 w 157"/>
                <a:gd name="T15" fmla="*/ 262 h 595"/>
                <a:gd name="T16" fmla="*/ 0 w 157"/>
                <a:gd name="T17" fmla="*/ 0 h 595"/>
                <a:gd name="T18" fmla="*/ 0 w 157"/>
                <a:gd name="T19" fmla="*/ 0 h 595"/>
                <a:gd name="T20" fmla="*/ 18 w 157"/>
                <a:gd name="T21" fmla="*/ 35 h 595"/>
                <a:gd name="T22" fmla="*/ 0 w 157"/>
                <a:gd name="T23" fmla="*/ 0 h 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7" h="595">
                  <a:moveTo>
                    <a:pt x="125" y="499"/>
                  </a:moveTo>
                  <a:lnTo>
                    <a:pt x="69" y="595"/>
                  </a:lnTo>
                  <a:lnTo>
                    <a:pt x="69" y="595"/>
                  </a:lnTo>
                  <a:lnTo>
                    <a:pt x="125" y="499"/>
                  </a:lnTo>
                  <a:moveTo>
                    <a:pt x="149" y="262"/>
                  </a:moveTo>
                  <a:lnTo>
                    <a:pt x="149" y="262"/>
                  </a:lnTo>
                  <a:lnTo>
                    <a:pt x="157" y="275"/>
                  </a:lnTo>
                  <a:lnTo>
                    <a:pt x="149" y="26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18" y="35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7" name="Freeform 242"/>
            <p:cNvSpPr/>
            <p:nvPr/>
          </p:nvSpPr>
          <p:spPr bwMode="auto">
            <a:xfrm>
              <a:off x="10400908" y="1577334"/>
              <a:ext cx="563733" cy="286058"/>
            </a:xfrm>
            <a:custGeom>
              <a:avLst/>
              <a:gdLst>
                <a:gd name="T0" fmla="*/ 928 w 1614"/>
                <a:gd name="T1" fmla="*/ 0 h 819"/>
                <a:gd name="T2" fmla="*/ 859 w 1614"/>
                <a:gd name="T3" fmla="*/ 475 h 819"/>
                <a:gd name="T4" fmla="*/ 629 w 1614"/>
                <a:gd name="T5" fmla="*/ 475 h 819"/>
                <a:gd name="T6" fmla="*/ 560 w 1614"/>
                <a:gd name="T7" fmla="*/ 243 h 819"/>
                <a:gd name="T8" fmla="*/ 469 w 1614"/>
                <a:gd name="T9" fmla="*/ 659 h 819"/>
                <a:gd name="T10" fmla="*/ 394 w 1614"/>
                <a:gd name="T11" fmla="*/ 0 h 819"/>
                <a:gd name="T12" fmla="*/ 325 w 1614"/>
                <a:gd name="T13" fmla="*/ 475 h 819"/>
                <a:gd name="T14" fmla="*/ 0 w 1614"/>
                <a:gd name="T15" fmla="*/ 475 h 819"/>
                <a:gd name="T16" fmla="*/ 0 w 1614"/>
                <a:gd name="T17" fmla="*/ 488 h 819"/>
                <a:gd name="T18" fmla="*/ 8 w 1614"/>
                <a:gd name="T19" fmla="*/ 499 h 819"/>
                <a:gd name="T20" fmla="*/ 349 w 1614"/>
                <a:gd name="T21" fmla="*/ 499 h 819"/>
                <a:gd name="T22" fmla="*/ 392 w 1614"/>
                <a:gd name="T23" fmla="*/ 205 h 819"/>
                <a:gd name="T24" fmla="*/ 458 w 1614"/>
                <a:gd name="T25" fmla="*/ 819 h 819"/>
                <a:gd name="T26" fmla="*/ 563 w 1614"/>
                <a:gd name="T27" fmla="*/ 347 h 819"/>
                <a:gd name="T28" fmla="*/ 611 w 1614"/>
                <a:gd name="T29" fmla="*/ 499 h 819"/>
                <a:gd name="T30" fmla="*/ 883 w 1614"/>
                <a:gd name="T31" fmla="*/ 499 h 819"/>
                <a:gd name="T32" fmla="*/ 925 w 1614"/>
                <a:gd name="T33" fmla="*/ 205 h 819"/>
                <a:gd name="T34" fmla="*/ 992 w 1614"/>
                <a:gd name="T35" fmla="*/ 819 h 819"/>
                <a:gd name="T36" fmla="*/ 1096 w 1614"/>
                <a:gd name="T37" fmla="*/ 347 h 819"/>
                <a:gd name="T38" fmla="*/ 1144 w 1614"/>
                <a:gd name="T39" fmla="*/ 499 h 819"/>
                <a:gd name="T40" fmla="*/ 1416 w 1614"/>
                <a:gd name="T41" fmla="*/ 499 h 819"/>
                <a:gd name="T42" fmla="*/ 1459 w 1614"/>
                <a:gd name="T43" fmla="*/ 205 h 819"/>
                <a:gd name="T44" fmla="*/ 1515 w 1614"/>
                <a:gd name="T45" fmla="*/ 715 h 819"/>
                <a:gd name="T46" fmla="*/ 1571 w 1614"/>
                <a:gd name="T47" fmla="*/ 619 h 819"/>
                <a:gd name="T48" fmla="*/ 1614 w 1614"/>
                <a:gd name="T49" fmla="*/ 416 h 819"/>
                <a:gd name="T50" fmla="*/ 1603 w 1614"/>
                <a:gd name="T51" fmla="*/ 395 h 819"/>
                <a:gd name="T52" fmla="*/ 1595 w 1614"/>
                <a:gd name="T53" fmla="*/ 382 h 819"/>
                <a:gd name="T54" fmla="*/ 1536 w 1614"/>
                <a:gd name="T55" fmla="*/ 659 h 819"/>
                <a:gd name="T56" fmla="*/ 1483 w 1614"/>
                <a:gd name="T57" fmla="*/ 187 h 819"/>
                <a:gd name="T58" fmla="*/ 1464 w 1614"/>
                <a:gd name="T59" fmla="*/ 155 h 819"/>
                <a:gd name="T60" fmla="*/ 1446 w 1614"/>
                <a:gd name="T61" fmla="*/ 120 h 819"/>
                <a:gd name="T62" fmla="*/ 1392 w 1614"/>
                <a:gd name="T63" fmla="*/ 475 h 819"/>
                <a:gd name="T64" fmla="*/ 1163 w 1614"/>
                <a:gd name="T65" fmla="*/ 475 h 819"/>
                <a:gd name="T66" fmla="*/ 1094 w 1614"/>
                <a:gd name="T67" fmla="*/ 243 h 819"/>
                <a:gd name="T68" fmla="*/ 1003 w 1614"/>
                <a:gd name="T69" fmla="*/ 659 h 819"/>
                <a:gd name="T70" fmla="*/ 928 w 1614"/>
                <a:gd name="T71" fmla="*/ 0 h 8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14" h="819">
                  <a:moveTo>
                    <a:pt x="928" y="0"/>
                  </a:moveTo>
                  <a:lnTo>
                    <a:pt x="859" y="475"/>
                  </a:lnTo>
                  <a:lnTo>
                    <a:pt x="629" y="475"/>
                  </a:lnTo>
                  <a:lnTo>
                    <a:pt x="560" y="243"/>
                  </a:lnTo>
                  <a:lnTo>
                    <a:pt x="469" y="659"/>
                  </a:lnTo>
                  <a:lnTo>
                    <a:pt x="394" y="0"/>
                  </a:lnTo>
                  <a:lnTo>
                    <a:pt x="325" y="475"/>
                  </a:lnTo>
                  <a:lnTo>
                    <a:pt x="0" y="475"/>
                  </a:lnTo>
                  <a:lnTo>
                    <a:pt x="0" y="488"/>
                  </a:lnTo>
                  <a:lnTo>
                    <a:pt x="8" y="499"/>
                  </a:lnTo>
                  <a:lnTo>
                    <a:pt x="349" y="499"/>
                  </a:lnTo>
                  <a:lnTo>
                    <a:pt x="392" y="205"/>
                  </a:lnTo>
                  <a:lnTo>
                    <a:pt x="458" y="819"/>
                  </a:lnTo>
                  <a:lnTo>
                    <a:pt x="563" y="347"/>
                  </a:lnTo>
                  <a:lnTo>
                    <a:pt x="611" y="499"/>
                  </a:lnTo>
                  <a:lnTo>
                    <a:pt x="883" y="499"/>
                  </a:lnTo>
                  <a:lnTo>
                    <a:pt x="925" y="205"/>
                  </a:lnTo>
                  <a:lnTo>
                    <a:pt x="992" y="819"/>
                  </a:lnTo>
                  <a:lnTo>
                    <a:pt x="1096" y="347"/>
                  </a:lnTo>
                  <a:lnTo>
                    <a:pt x="1144" y="499"/>
                  </a:lnTo>
                  <a:lnTo>
                    <a:pt x="1416" y="499"/>
                  </a:lnTo>
                  <a:lnTo>
                    <a:pt x="1459" y="205"/>
                  </a:lnTo>
                  <a:lnTo>
                    <a:pt x="1515" y="715"/>
                  </a:lnTo>
                  <a:lnTo>
                    <a:pt x="1571" y="619"/>
                  </a:lnTo>
                  <a:lnTo>
                    <a:pt x="1614" y="416"/>
                  </a:lnTo>
                  <a:lnTo>
                    <a:pt x="1603" y="395"/>
                  </a:lnTo>
                  <a:lnTo>
                    <a:pt x="1595" y="382"/>
                  </a:lnTo>
                  <a:lnTo>
                    <a:pt x="1536" y="659"/>
                  </a:lnTo>
                  <a:lnTo>
                    <a:pt x="1483" y="187"/>
                  </a:lnTo>
                  <a:lnTo>
                    <a:pt x="1464" y="155"/>
                  </a:lnTo>
                  <a:lnTo>
                    <a:pt x="1446" y="120"/>
                  </a:lnTo>
                  <a:lnTo>
                    <a:pt x="1392" y="475"/>
                  </a:lnTo>
                  <a:lnTo>
                    <a:pt x="1163" y="475"/>
                  </a:lnTo>
                  <a:lnTo>
                    <a:pt x="1094" y="243"/>
                  </a:lnTo>
                  <a:lnTo>
                    <a:pt x="1003" y="659"/>
                  </a:lnTo>
                  <a:lnTo>
                    <a:pt x="92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8" name="Freeform 243"/>
            <p:cNvSpPr/>
            <p:nvPr/>
          </p:nvSpPr>
          <p:spPr bwMode="auto">
            <a:xfrm>
              <a:off x="9968503" y="1248315"/>
              <a:ext cx="578402" cy="500514"/>
            </a:xfrm>
            <a:custGeom>
              <a:avLst/>
              <a:gdLst>
                <a:gd name="T0" fmla="*/ 413 w 1656"/>
                <a:gd name="T1" fmla="*/ 1433 h 1433"/>
                <a:gd name="T2" fmla="*/ 0 w 1656"/>
                <a:gd name="T3" fmla="*/ 718 h 1433"/>
                <a:gd name="T4" fmla="*/ 413 w 1656"/>
                <a:gd name="T5" fmla="*/ 0 h 1433"/>
                <a:gd name="T6" fmla="*/ 1240 w 1656"/>
                <a:gd name="T7" fmla="*/ 0 h 1433"/>
                <a:gd name="T8" fmla="*/ 1656 w 1656"/>
                <a:gd name="T9" fmla="*/ 718 h 1433"/>
                <a:gd name="T10" fmla="*/ 1240 w 1656"/>
                <a:gd name="T11" fmla="*/ 1433 h 1433"/>
                <a:gd name="T12" fmla="*/ 413 w 1656"/>
                <a:gd name="T13" fmla="*/ 1433 h 1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6" h="1433">
                  <a:moveTo>
                    <a:pt x="413" y="1433"/>
                  </a:moveTo>
                  <a:lnTo>
                    <a:pt x="0" y="718"/>
                  </a:lnTo>
                  <a:lnTo>
                    <a:pt x="413" y="0"/>
                  </a:lnTo>
                  <a:lnTo>
                    <a:pt x="1240" y="0"/>
                  </a:lnTo>
                  <a:lnTo>
                    <a:pt x="1656" y="718"/>
                  </a:lnTo>
                  <a:lnTo>
                    <a:pt x="1240" y="1433"/>
                  </a:lnTo>
                  <a:lnTo>
                    <a:pt x="413" y="1433"/>
                  </a:lnTo>
                  <a:close/>
                </a:path>
              </a:pathLst>
            </a:custGeom>
            <a:solidFill>
              <a:srgbClr val="24436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9" name="Freeform 244"/>
            <p:cNvSpPr/>
            <p:nvPr/>
          </p:nvSpPr>
          <p:spPr bwMode="auto">
            <a:xfrm>
              <a:off x="10116596" y="1357290"/>
              <a:ext cx="281517" cy="282565"/>
            </a:xfrm>
            <a:custGeom>
              <a:avLst/>
              <a:gdLst>
                <a:gd name="T0" fmla="*/ 806 w 806"/>
                <a:gd name="T1" fmla="*/ 555 h 809"/>
                <a:gd name="T2" fmla="*/ 555 w 806"/>
                <a:gd name="T3" fmla="*/ 555 h 809"/>
                <a:gd name="T4" fmla="*/ 555 w 806"/>
                <a:gd name="T5" fmla="*/ 809 h 809"/>
                <a:gd name="T6" fmla="*/ 251 w 806"/>
                <a:gd name="T7" fmla="*/ 809 h 809"/>
                <a:gd name="T8" fmla="*/ 251 w 806"/>
                <a:gd name="T9" fmla="*/ 555 h 809"/>
                <a:gd name="T10" fmla="*/ 0 w 806"/>
                <a:gd name="T11" fmla="*/ 555 h 809"/>
                <a:gd name="T12" fmla="*/ 0 w 806"/>
                <a:gd name="T13" fmla="*/ 254 h 809"/>
                <a:gd name="T14" fmla="*/ 251 w 806"/>
                <a:gd name="T15" fmla="*/ 254 h 809"/>
                <a:gd name="T16" fmla="*/ 251 w 806"/>
                <a:gd name="T17" fmla="*/ 0 h 809"/>
                <a:gd name="T18" fmla="*/ 555 w 806"/>
                <a:gd name="T19" fmla="*/ 0 h 809"/>
                <a:gd name="T20" fmla="*/ 555 w 806"/>
                <a:gd name="T21" fmla="*/ 254 h 809"/>
                <a:gd name="T22" fmla="*/ 806 w 806"/>
                <a:gd name="T23" fmla="*/ 254 h 809"/>
                <a:gd name="T24" fmla="*/ 806 w 806"/>
                <a:gd name="T25" fmla="*/ 555 h 8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06" h="809">
                  <a:moveTo>
                    <a:pt x="806" y="555"/>
                  </a:moveTo>
                  <a:lnTo>
                    <a:pt x="555" y="555"/>
                  </a:lnTo>
                  <a:lnTo>
                    <a:pt x="555" y="809"/>
                  </a:lnTo>
                  <a:lnTo>
                    <a:pt x="251" y="809"/>
                  </a:lnTo>
                  <a:lnTo>
                    <a:pt x="251" y="555"/>
                  </a:lnTo>
                  <a:lnTo>
                    <a:pt x="0" y="555"/>
                  </a:lnTo>
                  <a:lnTo>
                    <a:pt x="0" y="254"/>
                  </a:lnTo>
                  <a:lnTo>
                    <a:pt x="251" y="254"/>
                  </a:lnTo>
                  <a:lnTo>
                    <a:pt x="251" y="0"/>
                  </a:lnTo>
                  <a:lnTo>
                    <a:pt x="555" y="0"/>
                  </a:lnTo>
                  <a:lnTo>
                    <a:pt x="555" y="254"/>
                  </a:lnTo>
                  <a:lnTo>
                    <a:pt x="806" y="254"/>
                  </a:lnTo>
                  <a:lnTo>
                    <a:pt x="806" y="555"/>
                  </a:lnTo>
                  <a:close/>
                </a:path>
              </a:pathLst>
            </a:custGeom>
            <a:solidFill>
              <a:srgbClr val="FFFB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0" name="Freeform 245"/>
            <p:cNvSpPr/>
            <p:nvPr/>
          </p:nvSpPr>
          <p:spPr bwMode="auto">
            <a:xfrm>
              <a:off x="10394272" y="1492460"/>
              <a:ext cx="588881" cy="510992"/>
            </a:xfrm>
            <a:custGeom>
              <a:avLst/>
              <a:gdLst>
                <a:gd name="T0" fmla="*/ 1259 w 1686"/>
                <a:gd name="T1" fmla="*/ 1463 h 1463"/>
                <a:gd name="T2" fmla="*/ 424 w 1686"/>
                <a:gd name="T3" fmla="*/ 1463 h 1463"/>
                <a:gd name="T4" fmla="*/ 0 w 1686"/>
                <a:gd name="T5" fmla="*/ 731 h 1463"/>
                <a:gd name="T6" fmla="*/ 424 w 1686"/>
                <a:gd name="T7" fmla="*/ 0 h 1463"/>
                <a:gd name="T8" fmla="*/ 1267 w 1686"/>
                <a:gd name="T9" fmla="*/ 0 h 1463"/>
                <a:gd name="T10" fmla="*/ 1686 w 1686"/>
                <a:gd name="T11" fmla="*/ 723 h 1463"/>
                <a:gd name="T12" fmla="*/ 1657 w 1686"/>
                <a:gd name="T13" fmla="*/ 739 h 1463"/>
                <a:gd name="T14" fmla="*/ 1249 w 1686"/>
                <a:gd name="T15" fmla="*/ 32 h 1463"/>
                <a:gd name="T16" fmla="*/ 443 w 1686"/>
                <a:gd name="T17" fmla="*/ 32 h 1463"/>
                <a:gd name="T18" fmla="*/ 37 w 1686"/>
                <a:gd name="T19" fmla="*/ 731 h 1463"/>
                <a:gd name="T20" fmla="*/ 443 w 1686"/>
                <a:gd name="T21" fmla="*/ 1431 h 1463"/>
                <a:gd name="T22" fmla="*/ 1259 w 1686"/>
                <a:gd name="T23" fmla="*/ 1431 h 1463"/>
                <a:gd name="T24" fmla="*/ 1259 w 1686"/>
                <a:gd name="T25" fmla="*/ 1463 h 1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86" h="1463">
                  <a:moveTo>
                    <a:pt x="1259" y="1463"/>
                  </a:moveTo>
                  <a:lnTo>
                    <a:pt x="424" y="1463"/>
                  </a:lnTo>
                  <a:lnTo>
                    <a:pt x="0" y="731"/>
                  </a:lnTo>
                  <a:lnTo>
                    <a:pt x="424" y="0"/>
                  </a:lnTo>
                  <a:lnTo>
                    <a:pt x="1267" y="0"/>
                  </a:lnTo>
                  <a:lnTo>
                    <a:pt x="1686" y="723"/>
                  </a:lnTo>
                  <a:lnTo>
                    <a:pt x="1657" y="739"/>
                  </a:lnTo>
                  <a:lnTo>
                    <a:pt x="1249" y="32"/>
                  </a:lnTo>
                  <a:lnTo>
                    <a:pt x="443" y="32"/>
                  </a:lnTo>
                  <a:lnTo>
                    <a:pt x="37" y="731"/>
                  </a:lnTo>
                  <a:lnTo>
                    <a:pt x="443" y="1431"/>
                  </a:lnTo>
                  <a:lnTo>
                    <a:pt x="1259" y="1431"/>
                  </a:lnTo>
                  <a:lnTo>
                    <a:pt x="1259" y="1463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1" name="Oval 246"/>
            <p:cNvSpPr>
              <a:spLocks noChangeArrowheads="1"/>
            </p:cNvSpPr>
            <p:nvPr/>
          </p:nvSpPr>
          <p:spPr bwMode="auto">
            <a:xfrm>
              <a:off x="10370172" y="1718092"/>
              <a:ext cx="62171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2" name="Oval 247"/>
            <p:cNvSpPr>
              <a:spLocks noChangeArrowheads="1"/>
            </p:cNvSpPr>
            <p:nvPr/>
          </p:nvSpPr>
          <p:spPr bwMode="auto">
            <a:xfrm>
              <a:off x="10946827" y="1718092"/>
              <a:ext cx="62521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3" name="Oval 248"/>
            <p:cNvSpPr>
              <a:spLocks noChangeArrowheads="1"/>
            </p:cNvSpPr>
            <p:nvPr/>
          </p:nvSpPr>
          <p:spPr bwMode="auto">
            <a:xfrm>
              <a:off x="10514423" y="1467312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4" name="Oval 249"/>
            <p:cNvSpPr>
              <a:spLocks noChangeArrowheads="1"/>
            </p:cNvSpPr>
            <p:nvPr/>
          </p:nvSpPr>
          <p:spPr bwMode="auto">
            <a:xfrm>
              <a:off x="10514423" y="1966079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5" name="Oval 250"/>
            <p:cNvSpPr>
              <a:spLocks noChangeArrowheads="1"/>
            </p:cNvSpPr>
            <p:nvPr/>
          </p:nvSpPr>
          <p:spPr bwMode="auto">
            <a:xfrm>
              <a:off x="10802576" y="1467312"/>
              <a:ext cx="61473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6" name="Oval 251"/>
            <p:cNvSpPr>
              <a:spLocks noChangeArrowheads="1"/>
            </p:cNvSpPr>
            <p:nvPr/>
          </p:nvSpPr>
          <p:spPr bwMode="auto">
            <a:xfrm>
              <a:off x="10802576" y="1966079"/>
              <a:ext cx="61473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7" name="Freeform 252"/>
            <p:cNvSpPr/>
            <p:nvPr/>
          </p:nvSpPr>
          <p:spPr bwMode="auto">
            <a:xfrm>
              <a:off x="10828422" y="743960"/>
              <a:ext cx="587134" cy="258116"/>
            </a:xfrm>
            <a:custGeom>
              <a:avLst/>
              <a:gdLst>
                <a:gd name="T0" fmla="*/ 1652 w 1681"/>
                <a:gd name="T1" fmla="*/ 739 h 739"/>
                <a:gd name="T2" fmla="*/ 1244 w 1681"/>
                <a:gd name="T3" fmla="*/ 29 h 739"/>
                <a:gd name="T4" fmla="*/ 438 w 1681"/>
                <a:gd name="T5" fmla="*/ 29 h 739"/>
                <a:gd name="T6" fmla="*/ 27 w 1681"/>
                <a:gd name="T7" fmla="*/ 739 h 739"/>
                <a:gd name="T8" fmla="*/ 0 w 1681"/>
                <a:gd name="T9" fmla="*/ 723 h 739"/>
                <a:gd name="T10" fmla="*/ 419 w 1681"/>
                <a:gd name="T11" fmla="*/ 0 h 739"/>
                <a:gd name="T12" fmla="*/ 1262 w 1681"/>
                <a:gd name="T13" fmla="*/ 0 h 739"/>
                <a:gd name="T14" fmla="*/ 1681 w 1681"/>
                <a:gd name="T15" fmla="*/ 723 h 739"/>
                <a:gd name="T16" fmla="*/ 1652 w 1681"/>
                <a:gd name="T17" fmla="*/ 739 h 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81" h="739">
                  <a:moveTo>
                    <a:pt x="1652" y="739"/>
                  </a:moveTo>
                  <a:lnTo>
                    <a:pt x="1244" y="29"/>
                  </a:lnTo>
                  <a:lnTo>
                    <a:pt x="438" y="29"/>
                  </a:lnTo>
                  <a:lnTo>
                    <a:pt x="27" y="739"/>
                  </a:lnTo>
                  <a:lnTo>
                    <a:pt x="0" y="723"/>
                  </a:lnTo>
                  <a:lnTo>
                    <a:pt x="419" y="0"/>
                  </a:lnTo>
                  <a:lnTo>
                    <a:pt x="1262" y="0"/>
                  </a:lnTo>
                  <a:lnTo>
                    <a:pt x="1681" y="723"/>
                  </a:lnTo>
                  <a:lnTo>
                    <a:pt x="1652" y="739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8" name="Oval 253"/>
            <p:cNvSpPr>
              <a:spLocks noChangeArrowheads="1"/>
            </p:cNvSpPr>
            <p:nvPr/>
          </p:nvSpPr>
          <p:spPr bwMode="auto">
            <a:xfrm>
              <a:off x="10802576" y="968544"/>
              <a:ext cx="6217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9" name="Oval 254"/>
            <p:cNvSpPr>
              <a:spLocks noChangeArrowheads="1"/>
            </p:cNvSpPr>
            <p:nvPr/>
          </p:nvSpPr>
          <p:spPr bwMode="auto">
            <a:xfrm>
              <a:off x="11379232" y="968544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0" name="Oval 255"/>
            <p:cNvSpPr>
              <a:spLocks noChangeArrowheads="1"/>
            </p:cNvSpPr>
            <p:nvPr/>
          </p:nvSpPr>
          <p:spPr bwMode="auto">
            <a:xfrm>
              <a:off x="10946827" y="718811"/>
              <a:ext cx="62521" cy="6217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1" name="Oval 256"/>
            <p:cNvSpPr>
              <a:spLocks noChangeArrowheads="1"/>
            </p:cNvSpPr>
            <p:nvPr/>
          </p:nvSpPr>
          <p:spPr bwMode="auto">
            <a:xfrm>
              <a:off x="10946827" y="1217579"/>
              <a:ext cx="62521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2" name="Oval 257"/>
            <p:cNvSpPr>
              <a:spLocks noChangeArrowheads="1"/>
            </p:cNvSpPr>
            <p:nvPr/>
          </p:nvSpPr>
          <p:spPr bwMode="auto">
            <a:xfrm>
              <a:off x="11234981" y="718811"/>
              <a:ext cx="61473" cy="6217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3" name="Oval 258"/>
            <p:cNvSpPr>
              <a:spLocks noChangeArrowheads="1"/>
            </p:cNvSpPr>
            <p:nvPr/>
          </p:nvSpPr>
          <p:spPr bwMode="auto">
            <a:xfrm>
              <a:off x="11234981" y="1217579"/>
              <a:ext cx="61473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4" name="Freeform 259"/>
            <p:cNvSpPr/>
            <p:nvPr/>
          </p:nvSpPr>
          <p:spPr bwMode="auto">
            <a:xfrm>
              <a:off x="11260827" y="495973"/>
              <a:ext cx="153682" cy="255321"/>
            </a:xfrm>
            <a:custGeom>
              <a:avLst/>
              <a:gdLst>
                <a:gd name="T0" fmla="*/ 27 w 440"/>
                <a:gd name="T1" fmla="*/ 731 h 731"/>
                <a:gd name="T2" fmla="*/ 0 w 440"/>
                <a:gd name="T3" fmla="*/ 715 h 731"/>
                <a:gd name="T4" fmla="*/ 414 w 440"/>
                <a:gd name="T5" fmla="*/ 0 h 731"/>
                <a:gd name="T6" fmla="*/ 440 w 440"/>
                <a:gd name="T7" fmla="*/ 16 h 731"/>
                <a:gd name="T8" fmla="*/ 27 w 440"/>
                <a:gd name="T9" fmla="*/ 731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0" h="731">
                  <a:moveTo>
                    <a:pt x="27" y="731"/>
                  </a:moveTo>
                  <a:lnTo>
                    <a:pt x="0" y="715"/>
                  </a:lnTo>
                  <a:lnTo>
                    <a:pt x="414" y="0"/>
                  </a:lnTo>
                  <a:lnTo>
                    <a:pt x="440" y="16"/>
                  </a:lnTo>
                  <a:lnTo>
                    <a:pt x="27" y="731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5" name="Oval 260"/>
            <p:cNvSpPr>
              <a:spLocks noChangeArrowheads="1"/>
            </p:cNvSpPr>
            <p:nvPr/>
          </p:nvSpPr>
          <p:spPr bwMode="auto">
            <a:xfrm>
              <a:off x="11379232" y="468031"/>
              <a:ext cx="62521" cy="6217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6" name="Freeform 261"/>
            <p:cNvSpPr/>
            <p:nvPr/>
          </p:nvSpPr>
          <p:spPr bwMode="auto">
            <a:xfrm>
              <a:off x="9532257" y="1497000"/>
              <a:ext cx="153682" cy="255670"/>
            </a:xfrm>
            <a:custGeom>
              <a:avLst/>
              <a:gdLst>
                <a:gd name="T0" fmla="*/ 27 w 440"/>
                <a:gd name="T1" fmla="*/ 732 h 732"/>
                <a:gd name="T2" fmla="*/ 0 w 440"/>
                <a:gd name="T3" fmla="*/ 716 h 732"/>
                <a:gd name="T4" fmla="*/ 411 w 440"/>
                <a:gd name="T5" fmla="*/ 0 h 732"/>
                <a:gd name="T6" fmla="*/ 440 w 440"/>
                <a:gd name="T7" fmla="*/ 16 h 732"/>
                <a:gd name="T8" fmla="*/ 27 w 440"/>
                <a:gd name="T9" fmla="*/ 732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0" h="732">
                  <a:moveTo>
                    <a:pt x="27" y="732"/>
                  </a:moveTo>
                  <a:lnTo>
                    <a:pt x="0" y="716"/>
                  </a:lnTo>
                  <a:lnTo>
                    <a:pt x="411" y="0"/>
                  </a:lnTo>
                  <a:lnTo>
                    <a:pt x="440" y="16"/>
                  </a:lnTo>
                  <a:lnTo>
                    <a:pt x="27" y="732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7" name="Oval 262"/>
            <p:cNvSpPr>
              <a:spLocks noChangeArrowheads="1"/>
            </p:cNvSpPr>
            <p:nvPr/>
          </p:nvSpPr>
          <p:spPr bwMode="auto">
            <a:xfrm>
              <a:off x="9505362" y="1719839"/>
              <a:ext cx="6217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8" name="Oval 263"/>
            <p:cNvSpPr>
              <a:spLocks noChangeArrowheads="1"/>
            </p:cNvSpPr>
            <p:nvPr/>
          </p:nvSpPr>
          <p:spPr bwMode="auto">
            <a:xfrm>
              <a:off x="9650661" y="1470106"/>
              <a:ext cx="61473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9" name="Freeform 264"/>
            <p:cNvSpPr/>
            <p:nvPr/>
          </p:nvSpPr>
          <p:spPr bwMode="auto">
            <a:xfrm>
              <a:off x="11693232" y="1244473"/>
              <a:ext cx="153682" cy="255321"/>
            </a:xfrm>
            <a:custGeom>
              <a:avLst/>
              <a:gdLst>
                <a:gd name="T0" fmla="*/ 27 w 440"/>
                <a:gd name="T1" fmla="*/ 731 h 731"/>
                <a:gd name="T2" fmla="*/ 0 w 440"/>
                <a:gd name="T3" fmla="*/ 715 h 731"/>
                <a:gd name="T4" fmla="*/ 411 w 440"/>
                <a:gd name="T5" fmla="*/ 0 h 731"/>
                <a:gd name="T6" fmla="*/ 440 w 440"/>
                <a:gd name="T7" fmla="*/ 16 h 731"/>
                <a:gd name="T8" fmla="*/ 27 w 440"/>
                <a:gd name="T9" fmla="*/ 731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0" h="731">
                  <a:moveTo>
                    <a:pt x="27" y="731"/>
                  </a:moveTo>
                  <a:lnTo>
                    <a:pt x="0" y="715"/>
                  </a:lnTo>
                  <a:lnTo>
                    <a:pt x="411" y="0"/>
                  </a:lnTo>
                  <a:lnTo>
                    <a:pt x="440" y="16"/>
                  </a:lnTo>
                  <a:lnTo>
                    <a:pt x="27" y="731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0" name="Oval 265"/>
            <p:cNvSpPr>
              <a:spLocks noChangeArrowheads="1"/>
            </p:cNvSpPr>
            <p:nvPr/>
          </p:nvSpPr>
          <p:spPr bwMode="auto">
            <a:xfrm>
              <a:off x="11666338" y="1467312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1" name="Oval 266"/>
            <p:cNvSpPr>
              <a:spLocks noChangeArrowheads="1"/>
            </p:cNvSpPr>
            <p:nvPr/>
          </p:nvSpPr>
          <p:spPr bwMode="auto">
            <a:xfrm>
              <a:off x="11811636" y="1217579"/>
              <a:ext cx="61473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2" name="Freeform 267"/>
            <p:cNvSpPr/>
            <p:nvPr/>
          </p:nvSpPr>
          <p:spPr bwMode="auto">
            <a:xfrm>
              <a:off x="10397066" y="495973"/>
              <a:ext cx="153682" cy="255321"/>
            </a:xfrm>
            <a:custGeom>
              <a:avLst/>
              <a:gdLst>
                <a:gd name="T0" fmla="*/ 27 w 440"/>
                <a:gd name="T1" fmla="*/ 731 h 731"/>
                <a:gd name="T2" fmla="*/ 0 w 440"/>
                <a:gd name="T3" fmla="*/ 715 h 731"/>
                <a:gd name="T4" fmla="*/ 411 w 440"/>
                <a:gd name="T5" fmla="*/ 0 h 731"/>
                <a:gd name="T6" fmla="*/ 440 w 440"/>
                <a:gd name="T7" fmla="*/ 16 h 731"/>
                <a:gd name="T8" fmla="*/ 27 w 440"/>
                <a:gd name="T9" fmla="*/ 731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0" h="731">
                  <a:moveTo>
                    <a:pt x="27" y="731"/>
                  </a:moveTo>
                  <a:lnTo>
                    <a:pt x="0" y="715"/>
                  </a:lnTo>
                  <a:lnTo>
                    <a:pt x="411" y="0"/>
                  </a:lnTo>
                  <a:lnTo>
                    <a:pt x="440" y="16"/>
                  </a:lnTo>
                  <a:lnTo>
                    <a:pt x="27" y="731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3" name="Oval 268"/>
            <p:cNvSpPr>
              <a:spLocks noChangeArrowheads="1"/>
            </p:cNvSpPr>
            <p:nvPr/>
          </p:nvSpPr>
          <p:spPr bwMode="auto">
            <a:xfrm>
              <a:off x="10370172" y="718811"/>
              <a:ext cx="62171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4" name="Oval 269"/>
            <p:cNvSpPr>
              <a:spLocks noChangeArrowheads="1"/>
            </p:cNvSpPr>
            <p:nvPr/>
          </p:nvSpPr>
          <p:spPr bwMode="auto">
            <a:xfrm>
              <a:off x="10515470" y="468031"/>
              <a:ext cx="61473" cy="6217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5" name="Freeform 270"/>
            <p:cNvSpPr/>
            <p:nvPr/>
          </p:nvSpPr>
          <p:spPr bwMode="auto">
            <a:xfrm>
              <a:off x="10397066" y="245192"/>
              <a:ext cx="153682" cy="255321"/>
            </a:xfrm>
            <a:custGeom>
              <a:avLst/>
              <a:gdLst>
                <a:gd name="T0" fmla="*/ 413 w 440"/>
                <a:gd name="T1" fmla="*/ 731 h 731"/>
                <a:gd name="T2" fmla="*/ 0 w 440"/>
                <a:gd name="T3" fmla="*/ 16 h 731"/>
                <a:gd name="T4" fmla="*/ 27 w 440"/>
                <a:gd name="T5" fmla="*/ 0 h 731"/>
                <a:gd name="T6" fmla="*/ 440 w 440"/>
                <a:gd name="T7" fmla="*/ 715 h 731"/>
                <a:gd name="T8" fmla="*/ 413 w 440"/>
                <a:gd name="T9" fmla="*/ 731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0" h="731">
                  <a:moveTo>
                    <a:pt x="413" y="731"/>
                  </a:moveTo>
                  <a:lnTo>
                    <a:pt x="0" y="16"/>
                  </a:lnTo>
                  <a:lnTo>
                    <a:pt x="27" y="0"/>
                  </a:lnTo>
                  <a:lnTo>
                    <a:pt x="440" y="715"/>
                  </a:lnTo>
                  <a:lnTo>
                    <a:pt x="413" y="731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6" name="Oval 271"/>
            <p:cNvSpPr>
              <a:spLocks noChangeArrowheads="1"/>
            </p:cNvSpPr>
            <p:nvPr/>
          </p:nvSpPr>
          <p:spPr bwMode="auto">
            <a:xfrm>
              <a:off x="10370172" y="217949"/>
              <a:ext cx="62171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7" name="Freeform 272"/>
            <p:cNvSpPr/>
            <p:nvPr/>
          </p:nvSpPr>
          <p:spPr bwMode="auto">
            <a:xfrm>
              <a:off x="9532257" y="748500"/>
              <a:ext cx="153682" cy="255321"/>
            </a:xfrm>
            <a:custGeom>
              <a:avLst/>
              <a:gdLst>
                <a:gd name="T0" fmla="*/ 413 w 440"/>
                <a:gd name="T1" fmla="*/ 731 h 731"/>
                <a:gd name="T2" fmla="*/ 0 w 440"/>
                <a:gd name="T3" fmla="*/ 16 h 731"/>
                <a:gd name="T4" fmla="*/ 27 w 440"/>
                <a:gd name="T5" fmla="*/ 0 h 731"/>
                <a:gd name="T6" fmla="*/ 440 w 440"/>
                <a:gd name="T7" fmla="*/ 715 h 731"/>
                <a:gd name="T8" fmla="*/ 413 w 440"/>
                <a:gd name="T9" fmla="*/ 731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0" h="731">
                  <a:moveTo>
                    <a:pt x="413" y="731"/>
                  </a:moveTo>
                  <a:lnTo>
                    <a:pt x="0" y="16"/>
                  </a:lnTo>
                  <a:lnTo>
                    <a:pt x="27" y="0"/>
                  </a:lnTo>
                  <a:lnTo>
                    <a:pt x="440" y="715"/>
                  </a:lnTo>
                  <a:lnTo>
                    <a:pt x="413" y="731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8" name="Oval 273"/>
            <p:cNvSpPr>
              <a:spLocks noChangeArrowheads="1"/>
            </p:cNvSpPr>
            <p:nvPr/>
          </p:nvSpPr>
          <p:spPr bwMode="auto">
            <a:xfrm>
              <a:off x="9650661" y="971339"/>
              <a:ext cx="61473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9" name="Oval 274"/>
            <p:cNvSpPr>
              <a:spLocks noChangeArrowheads="1"/>
            </p:cNvSpPr>
            <p:nvPr/>
          </p:nvSpPr>
          <p:spPr bwMode="auto">
            <a:xfrm>
              <a:off x="9505362" y="720558"/>
              <a:ext cx="6217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0" name="Freeform 275"/>
            <p:cNvSpPr/>
            <p:nvPr/>
          </p:nvSpPr>
          <p:spPr bwMode="auto">
            <a:xfrm>
              <a:off x="9962915" y="1244473"/>
              <a:ext cx="438692" cy="510992"/>
            </a:xfrm>
            <a:custGeom>
              <a:avLst/>
              <a:gdLst>
                <a:gd name="T0" fmla="*/ 1256 w 1256"/>
                <a:gd name="T1" fmla="*/ 1463 h 1463"/>
                <a:gd name="T2" fmla="*/ 421 w 1256"/>
                <a:gd name="T3" fmla="*/ 1463 h 1463"/>
                <a:gd name="T4" fmla="*/ 0 w 1256"/>
                <a:gd name="T5" fmla="*/ 731 h 1463"/>
                <a:gd name="T6" fmla="*/ 421 w 1256"/>
                <a:gd name="T7" fmla="*/ 0 h 1463"/>
                <a:gd name="T8" fmla="*/ 1256 w 1256"/>
                <a:gd name="T9" fmla="*/ 0 h 1463"/>
                <a:gd name="T10" fmla="*/ 1256 w 1256"/>
                <a:gd name="T11" fmla="*/ 32 h 1463"/>
                <a:gd name="T12" fmla="*/ 440 w 1256"/>
                <a:gd name="T13" fmla="*/ 32 h 1463"/>
                <a:gd name="T14" fmla="*/ 37 w 1256"/>
                <a:gd name="T15" fmla="*/ 731 h 1463"/>
                <a:gd name="T16" fmla="*/ 440 w 1256"/>
                <a:gd name="T17" fmla="*/ 1431 h 1463"/>
                <a:gd name="T18" fmla="*/ 1256 w 1256"/>
                <a:gd name="T19" fmla="*/ 1431 h 1463"/>
                <a:gd name="T20" fmla="*/ 1256 w 1256"/>
                <a:gd name="T21" fmla="*/ 1463 h 1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56" h="1463">
                  <a:moveTo>
                    <a:pt x="1256" y="1463"/>
                  </a:moveTo>
                  <a:lnTo>
                    <a:pt x="421" y="1463"/>
                  </a:lnTo>
                  <a:lnTo>
                    <a:pt x="0" y="731"/>
                  </a:lnTo>
                  <a:lnTo>
                    <a:pt x="421" y="0"/>
                  </a:lnTo>
                  <a:lnTo>
                    <a:pt x="1256" y="0"/>
                  </a:lnTo>
                  <a:lnTo>
                    <a:pt x="1256" y="32"/>
                  </a:lnTo>
                  <a:lnTo>
                    <a:pt x="440" y="32"/>
                  </a:lnTo>
                  <a:lnTo>
                    <a:pt x="37" y="731"/>
                  </a:lnTo>
                  <a:lnTo>
                    <a:pt x="440" y="1431"/>
                  </a:lnTo>
                  <a:lnTo>
                    <a:pt x="1256" y="1431"/>
                  </a:lnTo>
                  <a:lnTo>
                    <a:pt x="1256" y="1463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1" name="Oval 276"/>
            <p:cNvSpPr>
              <a:spLocks noChangeArrowheads="1"/>
            </p:cNvSpPr>
            <p:nvPr/>
          </p:nvSpPr>
          <p:spPr bwMode="auto">
            <a:xfrm>
              <a:off x="9937767" y="1470106"/>
              <a:ext cx="62171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Oval 277"/>
            <p:cNvSpPr>
              <a:spLocks noChangeArrowheads="1"/>
            </p:cNvSpPr>
            <p:nvPr/>
          </p:nvSpPr>
          <p:spPr bwMode="auto">
            <a:xfrm>
              <a:off x="10083066" y="1219325"/>
              <a:ext cx="61473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Oval 278"/>
            <p:cNvSpPr>
              <a:spLocks noChangeArrowheads="1"/>
            </p:cNvSpPr>
            <p:nvPr/>
          </p:nvSpPr>
          <p:spPr bwMode="auto">
            <a:xfrm>
              <a:off x="10083066" y="1718092"/>
              <a:ext cx="61473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4" name="Oval 279"/>
            <p:cNvSpPr>
              <a:spLocks noChangeArrowheads="1"/>
            </p:cNvSpPr>
            <p:nvPr/>
          </p:nvSpPr>
          <p:spPr bwMode="auto">
            <a:xfrm>
              <a:off x="10370172" y="1219325"/>
              <a:ext cx="6217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5" name="Freeform 280"/>
            <p:cNvSpPr/>
            <p:nvPr/>
          </p:nvSpPr>
          <p:spPr bwMode="auto">
            <a:xfrm>
              <a:off x="10395319" y="993693"/>
              <a:ext cx="587833" cy="508198"/>
            </a:xfrm>
            <a:custGeom>
              <a:avLst/>
              <a:gdLst>
                <a:gd name="T0" fmla="*/ 416 w 1683"/>
                <a:gd name="T1" fmla="*/ 1455 h 1455"/>
                <a:gd name="T2" fmla="*/ 0 w 1683"/>
                <a:gd name="T3" fmla="*/ 731 h 1455"/>
                <a:gd name="T4" fmla="*/ 421 w 1683"/>
                <a:gd name="T5" fmla="*/ 0 h 1455"/>
                <a:gd name="T6" fmla="*/ 1264 w 1683"/>
                <a:gd name="T7" fmla="*/ 0 h 1455"/>
                <a:gd name="T8" fmla="*/ 1683 w 1683"/>
                <a:gd name="T9" fmla="*/ 723 h 1455"/>
                <a:gd name="T10" fmla="*/ 1654 w 1683"/>
                <a:gd name="T11" fmla="*/ 739 h 1455"/>
                <a:gd name="T12" fmla="*/ 1246 w 1683"/>
                <a:gd name="T13" fmla="*/ 32 h 1455"/>
                <a:gd name="T14" fmla="*/ 440 w 1683"/>
                <a:gd name="T15" fmla="*/ 32 h 1455"/>
                <a:gd name="T16" fmla="*/ 34 w 1683"/>
                <a:gd name="T17" fmla="*/ 731 h 1455"/>
                <a:gd name="T18" fmla="*/ 442 w 1683"/>
                <a:gd name="T19" fmla="*/ 1439 h 1455"/>
                <a:gd name="T20" fmla="*/ 416 w 1683"/>
                <a:gd name="T21" fmla="*/ 1455 h 14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683" h="1455">
                  <a:moveTo>
                    <a:pt x="416" y="1455"/>
                  </a:moveTo>
                  <a:lnTo>
                    <a:pt x="0" y="731"/>
                  </a:lnTo>
                  <a:lnTo>
                    <a:pt x="421" y="0"/>
                  </a:lnTo>
                  <a:lnTo>
                    <a:pt x="1264" y="0"/>
                  </a:lnTo>
                  <a:lnTo>
                    <a:pt x="1683" y="723"/>
                  </a:lnTo>
                  <a:lnTo>
                    <a:pt x="1654" y="739"/>
                  </a:lnTo>
                  <a:lnTo>
                    <a:pt x="1246" y="32"/>
                  </a:lnTo>
                  <a:lnTo>
                    <a:pt x="440" y="32"/>
                  </a:lnTo>
                  <a:lnTo>
                    <a:pt x="34" y="731"/>
                  </a:lnTo>
                  <a:lnTo>
                    <a:pt x="442" y="1439"/>
                  </a:lnTo>
                  <a:lnTo>
                    <a:pt x="416" y="1455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6" name="Oval 281"/>
            <p:cNvSpPr>
              <a:spLocks noChangeArrowheads="1"/>
            </p:cNvSpPr>
            <p:nvPr/>
          </p:nvSpPr>
          <p:spPr bwMode="auto">
            <a:xfrm>
              <a:off x="10514423" y="968544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7" name="Freeform 282"/>
            <p:cNvSpPr/>
            <p:nvPr/>
          </p:nvSpPr>
          <p:spPr bwMode="auto">
            <a:xfrm>
              <a:off x="9964661" y="742912"/>
              <a:ext cx="436945" cy="258116"/>
            </a:xfrm>
            <a:custGeom>
              <a:avLst/>
              <a:gdLst>
                <a:gd name="T0" fmla="*/ 27 w 1251"/>
                <a:gd name="T1" fmla="*/ 739 h 739"/>
                <a:gd name="T2" fmla="*/ 0 w 1251"/>
                <a:gd name="T3" fmla="*/ 723 h 739"/>
                <a:gd name="T4" fmla="*/ 416 w 1251"/>
                <a:gd name="T5" fmla="*/ 0 h 739"/>
                <a:gd name="T6" fmla="*/ 1251 w 1251"/>
                <a:gd name="T7" fmla="*/ 0 h 739"/>
                <a:gd name="T8" fmla="*/ 1251 w 1251"/>
                <a:gd name="T9" fmla="*/ 32 h 739"/>
                <a:gd name="T10" fmla="*/ 435 w 1251"/>
                <a:gd name="T11" fmla="*/ 32 h 739"/>
                <a:gd name="T12" fmla="*/ 27 w 1251"/>
                <a:gd name="T13" fmla="*/ 739 h 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51" h="739">
                  <a:moveTo>
                    <a:pt x="27" y="739"/>
                  </a:moveTo>
                  <a:lnTo>
                    <a:pt x="0" y="723"/>
                  </a:lnTo>
                  <a:lnTo>
                    <a:pt x="416" y="0"/>
                  </a:lnTo>
                  <a:lnTo>
                    <a:pt x="1251" y="0"/>
                  </a:lnTo>
                  <a:lnTo>
                    <a:pt x="1251" y="32"/>
                  </a:lnTo>
                  <a:lnTo>
                    <a:pt x="435" y="32"/>
                  </a:lnTo>
                  <a:lnTo>
                    <a:pt x="27" y="739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8" name="Oval 283"/>
            <p:cNvSpPr>
              <a:spLocks noChangeArrowheads="1"/>
            </p:cNvSpPr>
            <p:nvPr/>
          </p:nvSpPr>
          <p:spPr bwMode="auto">
            <a:xfrm>
              <a:off x="10083066" y="718811"/>
              <a:ext cx="61473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9" name="Freeform 284"/>
            <p:cNvSpPr/>
            <p:nvPr/>
          </p:nvSpPr>
          <p:spPr bwMode="auto">
            <a:xfrm>
              <a:off x="11259081" y="1492460"/>
              <a:ext cx="587833" cy="510992"/>
            </a:xfrm>
            <a:custGeom>
              <a:avLst/>
              <a:gdLst>
                <a:gd name="T0" fmla="*/ 1257 w 1683"/>
                <a:gd name="T1" fmla="*/ 1463 h 1463"/>
                <a:gd name="T2" fmla="*/ 421 w 1683"/>
                <a:gd name="T3" fmla="*/ 1463 h 1463"/>
                <a:gd name="T4" fmla="*/ 0 w 1683"/>
                <a:gd name="T5" fmla="*/ 731 h 1463"/>
                <a:gd name="T6" fmla="*/ 421 w 1683"/>
                <a:gd name="T7" fmla="*/ 0 h 1463"/>
                <a:gd name="T8" fmla="*/ 1267 w 1683"/>
                <a:gd name="T9" fmla="*/ 0 h 1463"/>
                <a:gd name="T10" fmla="*/ 1683 w 1683"/>
                <a:gd name="T11" fmla="*/ 723 h 1463"/>
                <a:gd name="T12" fmla="*/ 1657 w 1683"/>
                <a:gd name="T13" fmla="*/ 739 h 1463"/>
                <a:gd name="T14" fmla="*/ 1249 w 1683"/>
                <a:gd name="T15" fmla="*/ 32 h 1463"/>
                <a:gd name="T16" fmla="*/ 440 w 1683"/>
                <a:gd name="T17" fmla="*/ 32 h 1463"/>
                <a:gd name="T18" fmla="*/ 37 w 1683"/>
                <a:gd name="T19" fmla="*/ 731 h 1463"/>
                <a:gd name="T20" fmla="*/ 440 w 1683"/>
                <a:gd name="T21" fmla="*/ 1431 h 1463"/>
                <a:gd name="T22" fmla="*/ 1257 w 1683"/>
                <a:gd name="T23" fmla="*/ 1431 h 1463"/>
                <a:gd name="T24" fmla="*/ 1257 w 1683"/>
                <a:gd name="T25" fmla="*/ 1463 h 1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83" h="1463">
                  <a:moveTo>
                    <a:pt x="1257" y="1463"/>
                  </a:moveTo>
                  <a:lnTo>
                    <a:pt x="421" y="1463"/>
                  </a:lnTo>
                  <a:lnTo>
                    <a:pt x="0" y="731"/>
                  </a:lnTo>
                  <a:lnTo>
                    <a:pt x="421" y="0"/>
                  </a:lnTo>
                  <a:lnTo>
                    <a:pt x="1267" y="0"/>
                  </a:lnTo>
                  <a:lnTo>
                    <a:pt x="1683" y="723"/>
                  </a:lnTo>
                  <a:lnTo>
                    <a:pt x="1657" y="739"/>
                  </a:lnTo>
                  <a:lnTo>
                    <a:pt x="1249" y="32"/>
                  </a:lnTo>
                  <a:lnTo>
                    <a:pt x="440" y="32"/>
                  </a:lnTo>
                  <a:lnTo>
                    <a:pt x="37" y="731"/>
                  </a:lnTo>
                  <a:lnTo>
                    <a:pt x="440" y="1431"/>
                  </a:lnTo>
                  <a:lnTo>
                    <a:pt x="1257" y="1431"/>
                  </a:lnTo>
                  <a:lnTo>
                    <a:pt x="1257" y="1463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0" name="Oval 285"/>
            <p:cNvSpPr>
              <a:spLocks noChangeArrowheads="1"/>
            </p:cNvSpPr>
            <p:nvPr/>
          </p:nvSpPr>
          <p:spPr bwMode="auto">
            <a:xfrm>
              <a:off x="11234981" y="1718092"/>
              <a:ext cx="61473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1" name="Oval 286"/>
            <p:cNvSpPr>
              <a:spLocks noChangeArrowheads="1"/>
            </p:cNvSpPr>
            <p:nvPr/>
          </p:nvSpPr>
          <p:spPr bwMode="auto">
            <a:xfrm>
              <a:off x="11811636" y="1718092"/>
              <a:ext cx="61473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2" name="Oval 287"/>
            <p:cNvSpPr>
              <a:spLocks noChangeArrowheads="1"/>
            </p:cNvSpPr>
            <p:nvPr/>
          </p:nvSpPr>
          <p:spPr bwMode="auto">
            <a:xfrm>
              <a:off x="11379232" y="1467312"/>
              <a:ext cx="61473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3" name="Oval 288"/>
            <p:cNvSpPr>
              <a:spLocks noChangeArrowheads="1"/>
            </p:cNvSpPr>
            <p:nvPr/>
          </p:nvSpPr>
          <p:spPr bwMode="auto">
            <a:xfrm>
              <a:off x="11379232" y="1966079"/>
              <a:ext cx="61473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4" name="Oval 289"/>
            <p:cNvSpPr>
              <a:spLocks noChangeArrowheads="1"/>
            </p:cNvSpPr>
            <p:nvPr/>
          </p:nvSpPr>
          <p:spPr bwMode="auto">
            <a:xfrm>
              <a:off x="11666338" y="1966079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5" name="Freeform 290"/>
            <p:cNvSpPr/>
            <p:nvPr/>
          </p:nvSpPr>
          <p:spPr bwMode="auto">
            <a:xfrm>
              <a:off x="9532257" y="995439"/>
              <a:ext cx="586087" cy="258465"/>
            </a:xfrm>
            <a:custGeom>
              <a:avLst/>
              <a:gdLst>
                <a:gd name="T0" fmla="*/ 27 w 1678"/>
                <a:gd name="T1" fmla="*/ 740 h 740"/>
                <a:gd name="T2" fmla="*/ 0 w 1678"/>
                <a:gd name="T3" fmla="*/ 724 h 740"/>
                <a:gd name="T4" fmla="*/ 416 w 1678"/>
                <a:gd name="T5" fmla="*/ 0 h 740"/>
                <a:gd name="T6" fmla="*/ 1262 w 1678"/>
                <a:gd name="T7" fmla="*/ 0 h 740"/>
                <a:gd name="T8" fmla="*/ 1678 w 1678"/>
                <a:gd name="T9" fmla="*/ 724 h 740"/>
                <a:gd name="T10" fmla="*/ 1651 w 1678"/>
                <a:gd name="T11" fmla="*/ 740 h 740"/>
                <a:gd name="T12" fmla="*/ 1243 w 1678"/>
                <a:gd name="T13" fmla="*/ 32 h 740"/>
                <a:gd name="T14" fmla="*/ 435 w 1678"/>
                <a:gd name="T15" fmla="*/ 32 h 740"/>
                <a:gd name="T16" fmla="*/ 27 w 1678"/>
                <a:gd name="T17" fmla="*/ 740 h 7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8" h="740">
                  <a:moveTo>
                    <a:pt x="27" y="740"/>
                  </a:moveTo>
                  <a:lnTo>
                    <a:pt x="0" y="724"/>
                  </a:lnTo>
                  <a:lnTo>
                    <a:pt x="416" y="0"/>
                  </a:lnTo>
                  <a:lnTo>
                    <a:pt x="1262" y="0"/>
                  </a:lnTo>
                  <a:lnTo>
                    <a:pt x="1678" y="724"/>
                  </a:lnTo>
                  <a:lnTo>
                    <a:pt x="1651" y="740"/>
                  </a:lnTo>
                  <a:lnTo>
                    <a:pt x="1243" y="32"/>
                  </a:lnTo>
                  <a:lnTo>
                    <a:pt x="435" y="32"/>
                  </a:lnTo>
                  <a:lnTo>
                    <a:pt x="27" y="740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6" name="Rectangle 291"/>
            <p:cNvSpPr>
              <a:spLocks noChangeArrowheads="1"/>
            </p:cNvSpPr>
            <p:nvPr/>
          </p:nvSpPr>
          <p:spPr bwMode="auto">
            <a:xfrm>
              <a:off x="9681398" y="1496302"/>
              <a:ext cx="287804" cy="11177"/>
            </a:xfrm>
            <a:prstGeom prst="rect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7" name="Oval 292"/>
            <p:cNvSpPr>
              <a:spLocks noChangeArrowheads="1"/>
            </p:cNvSpPr>
            <p:nvPr/>
          </p:nvSpPr>
          <p:spPr bwMode="auto">
            <a:xfrm>
              <a:off x="9506060" y="1221072"/>
              <a:ext cx="61473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8" name="Oval 293"/>
            <p:cNvSpPr>
              <a:spLocks noChangeArrowheads="1"/>
            </p:cNvSpPr>
            <p:nvPr/>
          </p:nvSpPr>
          <p:spPr bwMode="auto">
            <a:xfrm>
              <a:off x="9937767" y="971339"/>
              <a:ext cx="62171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9" name="Freeform 294"/>
            <p:cNvSpPr/>
            <p:nvPr/>
          </p:nvSpPr>
          <p:spPr bwMode="auto">
            <a:xfrm>
              <a:off x="10828422" y="1241679"/>
              <a:ext cx="587134" cy="258116"/>
            </a:xfrm>
            <a:custGeom>
              <a:avLst/>
              <a:gdLst>
                <a:gd name="T0" fmla="*/ 1652 w 1681"/>
                <a:gd name="T1" fmla="*/ 739 h 739"/>
                <a:gd name="T2" fmla="*/ 1244 w 1681"/>
                <a:gd name="T3" fmla="*/ 32 h 739"/>
                <a:gd name="T4" fmla="*/ 435 w 1681"/>
                <a:gd name="T5" fmla="*/ 32 h 739"/>
                <a:gd name="T6" fmla="*/ 27 w 1681"/>
                <a:gd name="T7" fmla="*/ 739 h 739"/>
                <a:gd name="T8" fmla="*/ 0 w 1681"/>
                <a:gd name="T9" fmla="*/ 723 h 739"/>
                <a:gd name="T10" fmla="*/ 416 w 1681"/>
                <a:gd name="T11" fmla="*/ 0 h 739"/>
                <a:gd name="T12" fmla="*/ 1262 w 1681"/>
                <a:gd name="T13" fmla="*/ 0 h 739"/>
                <a:gd name="T14" fmla="*/ 1681 w 1681"/>
                <a:gd name="T15" fmla="*/ 723 h 739"/>
                <a:gd name="T16" fmla="*/ 1652 w 1681"/>
                <a:gd name="T17" fmla="*/ 739 h 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81" h="739">
                  <a:moveTo>
                    <a:pt x="1652" y="739"/>
                  </a:moveTo>
                  <a:lnTo>
                    <a:pt x="1244" y="32"/>
                  </a:lnTo>
                  <a:lnTo>
                    <a:pt x="435" y="32"/>
                  </a:lnTo>
                  <a:lnTo>
                    <a:pt x="27" y="739"/>
                  </a:lnTo>
                  <a:lnTo>
                    <a:pt x="0" y="723"/>
                  </a:lnTo>
                  <a:lnTo>
                    <a:pt x="416" y="0"/>
                  </a:lnTo>
                  <a:lnTo>
                    <a:pt x="1262" y="0"/>
                  </a:lnTo>
                  <a:lnTo>
                    <a:pt x="1681" y="723"/>
                  </a:lnTo>
                  <a:lnTo>
                    <a:pt x="1652" y="739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0" name="Freeform 295"/>
            <p:cNvSpPr/>
            <p:nvPr/>
          </p:nvSpPr>
          <p:spPr bwMode="auto">
            <a:xfrm>
              <a:off x="10826676" y="2240960"/>
              <a:ext cx="587833" cy="508198"/>
            </a:xfrm>
            <a:custGeom>
              <a:avLst/>
              <a:gdLst>
                <a:gd name="T0" fmla="*/ 419 w 1683"/>
                <a:gd name="T1" fmla="*/ 1455 h 1455"/>
                <a:gd name="T2" fmla="*/ 0 w 1683"/>
                <a:gd name="T3" fmla="*/ 732 h 1455"/>
                <a:gd name="T4" fmla="*/ 421 w 1683"/>
                <a:gd name="T5" fmla="*/ 0 h 1455"/>
                <a:gd name="T6" fmla="*/ 1267 w 1683"/>
                <a:gd name="T7" fmla="*/ 0 h 1455"/>
                <a:gd name="T8" fmla="*/ 1683 w 1683"/>
                <a:gd name="T9" fmla="*/ 724 h 1455"/>
                <a:gd name="T10" fmla="*/ 1657 w 1683"/>
                <a:gd name="T11" fmla="*/ 740 h 1455"/>
                <a:gd name="T12" fmla="*/ 1249 w 1683"/>
                <a:gd name="T13" fmla="*/ 32 h 1455"/>
                <a:gd name="T14" fmla="*/ 440 w 1683"/>
                <a:gd name="T15" fmla="*/ 32 h 1455"/>
                <a:gd name="T16" fmla="*/ 37 w 1683"/>
                <a:gd name="T17" fmla="*/ 732 h 1455"/>
                <a:gd name="T18" fmla="*/ 445 w 1683"/>
                <a:gd name="T19" fmla="*/ 1439 h 1455"/>
                <a:gd name="T20" fmla="*/ 419 w 1683"/>
                <a:gd name="T21" fmla="*/ 1455 h 14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683" h="1455">
                  <a:moveTo>
                    <a:pt x="419" y="1455"/>
                  </a:moveTo>
                  <a:lnTo>
                    <a:pt x="0" y="732"/>
                  </a:lnTo>
                  <a:lnTo>
                    <a:pt x="421" y="0"/>
                  </a:lnTo>
                  <a:lnTo>
                    <a:pt x="1267" y="0"/>
                  </a:lnTo>
                  <a:lnTo>
                    <a:pt x="1683" y="724"/>
                  </a:lnTo>
                  <a:lnTo>
                    <a:pt x="1657" y="740"/>
                  </a:lnTo>
                  <a:lnTo>
                    <a:pt x="1249" y="32"/>
                  </a:lnTo>
                  <a:lnTo>
                    <a:pt x="440" y="32"/>
                  </a:lnTo>
                  <a:lnTo>
                    <a:pt x="37" y="732"/>
                  </a:lnTo>
                  <a:lnTo>
                    <a:pt x="445" y="1439"/>
                  </a:lnTo>
                  <a:lnTo>
                    <a:pt x="419" y="1455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1" name="Oval 296"/>
            <p:cNvSpPr>
              <a:spLocks noChangeArrowheads="1"/>
            </p:cNvSpPr>
            <p:nvPr/>
          </p:nvSpPr>
          <p:spPr bwMode="auto">
            <a:xfrm>
              <a:off x="10802576" y="2466592"/>
              <a:ext cx="61473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2" name="Oval 297"/>
            <p:cNvSpPr>
              <a:spLocks noChangeArrowheads="1"/>
            </p:cNvSpPr>
            <p:nvPr/>
          </p:nvSpPr>
          <p:spPr bwMode="auto">
            <a:xfrm>
              <a:off x="11379232" y="2466592"/>
              <a:ext cx="61473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3" name="Oval 298"/>
            <p:cNvSpPr>
              <a:spLocks noChangeArrowheads="1"/>
            </p:cNvSpPr>
            <p:nvPr/>
          </p:nvSpPr>
          <p:spPr bwMode="auto">
            <a:xfrm>
              <a:off x="10946827" y="2215812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4" name="Oval 299"/>
            <p:cNvSpPr>
              <a:spLocks noChangeArrowheads="1"/>
            </p:cNvSpPr>
            <p:nvPr/>
          </p:nvSpPr>
          <p:spPr bwMode="auto">
            <a:xfrm>
              <a:off x="10946827" y="2714579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5" name="Oval 300"/>
            <p:cNvSpPr>
              <a:spLocks noChangeArrowheads="1"/>
            </p:cNvSpPr>
            <p:nvPr/>
          </p:nvSpPr>
          <p:spPr bwMode="auto">
            <a:xfrm>
              <a:off x="11233933" y="2215812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6" name="Freeform 301"/>
            <p:cNvSpPr/>
            <p:nvPr/>
          </p:nvSpPr>
          <p:spPr bwMode="auto">
            <a:xfrm>
              <a:off x="11260827" y="1995069"/>
              <a:ext cx="154730" cy="256369"/>
            </a:xfrm>
            <a:custGeom>
              <a:avLst/>
              <a:gdLst>
                <a:gd name="T0" fmla="*/ 30 w 443"/>
                <a:gd name="T1" fmla="*/ 734 h 734"/>
                <a:gd name="T2" fmla="*/ 0 w 443"/>
                <a:gd name="T3" fmla="*/ 718 h 734"/>
                <a:gd name="T4" fmla="*/ 414 w 443"/>
                <a:gd name="T5" fmla="*/ 0 h 734"/>
                <a:gd name="T6" fmla="*/ 443 w 443"/>
                <a:gd name="T7" fmla="*/ 16 h 734"/>
                <a:gd name="T8" fmla="*/ 30 w 443"/>
                <a:gd name="T9" fmla="*/ 734 h 7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3" h="734">
                  <a:moveTo>
                    <a:pt x="30" y="734"/>
                  </a:moveTo>
                  <a:lnTo>
                    <a:pt x="0" y="718"/>
                  </a:lnTo>
                  <a:lnTo>
                    <a:pt x="414" y="0"/>
                  </a:lnTo>
                  <a:lnTo>
                    <a:pt x="443" y="16"/>
                  </a:lnTo>
                  <a:lnTo>
                    <a:pt x="30" y="734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7" name="Freeform 302"/>
            <p:cNvSpPr/>
            <p:nvPr/>
          </p:nvSpPr>
          <p:spPr bwMode="auto">
            <a:xfrm>
              <a:off x="10826676" y="1742193"/>
              <a:ext cx="439740" cy="509246"/>
            </a:xfrm>
            <a:custGeom>
              <a:avLst/>
              <a:gdLst>
                <a:gd name="T0" fmla="*/ 419 w 1259"/>
                <a:gd name="T1" fmla="*/ 1458 h 1458"/>
                <a:gd name="T2" fmla="*/ 0 w 1259"/>
                <a:gd name="T3" fmla="*/ 732 h 1458"/>
                <a:gd name="T4" fmla="*/ 421 w 1259"/>
                <a:gd name="T5" fmla="*/ 0 h 1458"/>
                <a:gd name="T6" fmla="*/ 1259 w 1259"/>
                <a:gd name="T7" fmla="*/ 0 h 1458"/>
                <a:gd name="T8" fmla="*/ 1259 w 1259"/>
                <a:gd name="T9" fmla="*/ 32 h 1458"/>
                <a:gd name="T10" fmla="*/ 440 w 1259"/>
                <a:gd name="T11" fmla="*/ 32 h 1458"/>
                <a:gd name="T12" fmla="*/ 37 w 1259"/>
                <a:gd name="T13" fmla="*/ 732 h 1458"/>
                <a:gd name="T14" fmla="*/ 445 w 1259"/>
                <a:gd name="T15" fmla="*/ 1442 h 1458"/>
                <a:gd name="T16" fmla="*/ 419 w 1259"/>
                <a:gd name="T17" fmla="*/ 1458 h 14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9" h="1458">
                  <a:moveTo>
                    <a:pt x="419" y="1458"/>
                  </a:moveTo>
                  <a:lnTo>
                    <a:pt x="0" y="732"/>
                  </a:lnTo>
                  <a:lnTo>
                    <a:pt x="421" y="0"/>
                  </a:lnTo>
                  <a:lnTo>
                    <a:pt x="1259" y="0"/>
                  </a:lnTo>
                  <a:lnTo>
                    <a:pt x="1259" y="32"/>
                  </a:lnTo>
                  <a:lnTo>
                    <a:pt x="440" y="32"/>
                  </a:lnTo>
                  <a:lnTo>
                    <a:pt x="37" y="732"/>
                  </a:lnTo>
                  <a:lnTo>
                    <a:pt x="445" y="1442"/>
                  </a:lnTo>
                  <a:lnTo>
                    <a:pt x="419" y="1458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8" name="心形 97"/>
            <p:cNvSpPr/>
            <p:nvPr/>
          </p:nvSpPr>
          <p:spPr>
            <a:xfrm>
              <a:off x="11413874" y="1622237"/>
              <a:ext cx="277200" cy="244800"/>
            </a:xfrm>
            <a:prstGeom prst="heart">
              <a:avLst/>
            </a:prstGeom>
            <a:pattFill prst="wdDnDiag">
              <a:fgClr>
                <a:srgbClr val="127FB8"/>
              </a:fgClr>
              <a:bgClr>
                <a:schemeClr val="bg1">
                  <a:lumMod val="95000"/>
                </a:schemeClr>
              </a:bgClr>
            </a:patt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99" name="矩形 98"/>
          <p:cNvSpPr/>
          <p:nvPr userDrawn="1"/>
        </p:nvSpPr>
        <p:spPr>
          <a:xfrm>
            <a:off x="706669" y="3293447"/>
            <a:ext cx="5169294" cy="14126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127FB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谢 谢 观 看</a:t>
            </a:r>
            <a:endParaRPr kumimoji="0" lang="en-US" altLang="zh-CN" sz="6600" b="1" i="0" u="none" strike="noStrike" kern="1200" cap="none" spc="0" normalizeH="0" baseline="0" noProof="0" dirty="0">
              <a:ln>
                <a:noFill/>
              </a:ln>
              <a:solidFill>
                <a:srgbClr val="127FB8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 descr="图片包含 QR 代码&#10;&#10;描述已自动生成">
            <a:extLst>
              <a:ext uri="{FF2B5EF4-FFF2-40B4-BE49-F238E27FC236}">
                <a16:creationId xmlns:a16="http://schemas.microsoft.com/office/drawing/2014/main" id="{7D97AE7F-3A5C-3D92-77F7-A3127983F04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863" y="526354"/>
            <a:ext cx="3426622" cy="77125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6323428"/>
            <a:ext cx="12192000" cy="534572"/>
          </a:xfrm>
          <a:prstGeom prst="rect">
            <a:avLst/>
          </a:prstGeom>
          <a:solidFill>
            <a:srgbClr val="127F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0" y="0"/>
            <a:ext cx="2815730" cy="1292870"/>
            <a:chOff x="-328564" y="4677697"/>
            <a:chExt cx="7440012" cy="2563904"/>
          </a:xfrm>
        </p:grpSpPr>
        <p:sp>
          <p:nvSpPr>
            <p:cNvPr id="3" name="平行四边形 2"/>
            <p:cNvSpPr/>
            <p:nvPr/>
          </p:nvSpPr>
          <p:spPr>
            <a:xfrm flipH="1">
              <a:off x="2729947" y="4677697"/>
              <a:ext cx="4381501" cy="2563904"/>
            </a:xfrm>
            <a:prstGeom prst="parallelogram">
              <a:avLst>
                <a:gd name="adj" fmla="val 88899"/>
              </a:avLst>
            </a:prstGeom>
            <a:solidFill>
              <a:srgbClr val="127F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Light"/>
                <a:ea typeface="思源黑体 CN Light"/>
                <a:cs typeface="+mn-cs"/>
              </a:endParaRPr>
            </a:p>
          </p:txBody>
        </p:sp>
        <p:sp>
          <p:nvSpPr>
            <p:cNvPr id="4" name="平行四边形 3"/>
            <p:cNvSpPr/>
            <p:nvPr/>
          </p:nvSpPr>
          <p:spPr>
            <a:xfrm>
              <a:off x="-328564" y="4677697"/>
              <a:ext cx="4381500" cy="2563904"/>
            </a:xfrm>
            <a:prstGeom prst="parallelogram">
              <a:avLst>
                <a:gd name="adj" fmla="val 88899"/>
              </a:avLst>
            </a:prstGeom>
            <a:solidFill>
              <a:srgbClr val="3CB1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Light"/>
                <a:ea typeface="思源黑体 CN Light"/>
                <a:cs typeface="+mn-cs"/>
              </a:endParaRPr>
            </a:p>
          </p:txBody>
        </p:sp>
      </p:grpSp>
      <p:sp>
        <p:nvSpPr>
          <p:cNvPr id="5" name="文本框 4"/>
          <p:cNvSpPr txBox="1"/>
          <p:nvPr userDrawn="1"/>
        </p:nvSpPr>
        <p:spPr>
          <a:xfrm>
            <a:off x="0" y="646435"/>
            <a:ext cx="254000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lvl="0">
              <a:defRPr sz="5400"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algn="ctr"/>
            <a:r>
              <a:rPr lang="zh-CN" altLang="en-US" sz="6000" dirty="0">
                <a:solidFill>
                  <a:srgbClr val="127F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1085" y="6365763"/>
            <a:ext cx="2237047" cy="45716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4345953" y="5799859"/>
            <a:ext cx="3500093" cy="674450"/>
            <a:chOff x="4409879" y="5509895"/>
            <a:chExt cx="3500093" cy="674450"/>
          </a:xfrm>
        </p:grpSpPr>
        <p:sp>
          <p:nvSpPr>
            <p:cNvPr id="3" name="矩形 2"/>
            <p:cNvSpPr/>
            <p:nvPr/>
          </p:nvSpPr>
          <p:spPr>
            <a:xfrm>
              <a:off x="4409879" y="5509895"/>
              <a:ext cx="3500093" cy="6744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" name="image5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73804" y="5509895"/>
              <a:ext cx="3372242" cy="674450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  <a:headEnd/>
              <a:tailEnd/>
            </a:ln>
          </p:spPr>
        </p:pic>
      </p:grpSp>
      <p:cxnSp>
        <p:nvCxnSpPr>
          <p:cNvPr id="5" name="直接连接符 4"/>
          <p:cNvCxnSpPr/>
          <p:nvPr userDrawn="1"/>
        </p:nvCxnSpPr>
        <p:spPr>
          <a:xfrm>
            <a:off x="2777101" y="6137084"/>
            <a:ext cx="12652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 userDrawn="1"/>
        </p:nvCxnSpPr>
        <p:spPr>
          <a:xfrm>
            <a:off x="8148638" y="6137084"/>
            <a:ext cx="37433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/>
          <p:cNvGrpSpPr/>
          <p:nvPr userDrawn="1"/>
        </p:nvGrpSpPr>
        <p:grpSpPr>
          <a:xfrm>
            <a:off x="9505362" y="0"/>
            <a:ext cx="2686637" cy="2983173"/>
            <a:chOff x="9505362" y="0"/>
            <a:chExt cx="2686637" cy="2983173"/>
          </a:xfrm>
        </p:grpSpPr>
        <p:sp>
          <p:nvSpPr>
            <p:cNvPr id="8" name="Freeform 215"/>
            <p:cNvSpPr/>
            <p:nvPr/>
          </p:nvSpPr>
          <p:spPr bwMode="auto">
            <a:xfrm>
              <a:off x="10398812" y="1494206"/>
              <a:ext cx="578752" cy="500863"/>
            </a:xfrm>
            <a:custGeom>
              <a:avLst/>
              <a:gdLst>
                <a:gd name="T0" fmla="*/ 416 w 1657"/>
                <a:gd name="T1" fmla="*/ 1434 h 1434"/>
                <a:gd name="T2" fmla="*/ 0 w 1657"/>
                <a:gd name="T3" fmla="*/ 718 h 1434"/>
                <a:gd name="T4" fmla="*/ 416 w 1657"/>
                <a:gd name="T5" fmla="*/ 0 h 1434"/>
                <a:gd name="T6" fmla="*/ 1244 w 1657"/>
                <a:gd name="T7" fmla="*/ 0 h 1434"/>
                <a:gd name="T8" fmla="*/ 1657 w 1657"/>
                <a:gd name="T9" fmla="*/ 718 h 1434"/>
                <a:gd name="T10" fmla="*/ 1244 w 1657"/>
                <a:gd name="T11" fmla="*/ 1434 h 1434"/>
                <a:gd name="T12" fmla="*/ 416 w 1657"/>
                <a:gd name="T13" fmla="*/ 1434 h 1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7" h="1434">
                  <a:moveTo>
                    <a:pt x="416" y="1434"/>
                  </a:moveTo>
                  <a:lnTo>
                    <a:pt x="0" y="718"/>
                  </a:lnTo>
                  <a:lnTo>
                    <a:pt x="416" y="0"/>
                  </a:lnTo>
                  <a:lnTo>
                    <a:pt x="1244" y="0"/>
                  </a:lnTo>
                  <a:lnTo>
                    <a:pt x="1657" y="718"/>
                  </a:lnTo>
                  <a:lnTo>
                    <a:pt x="1244" y="1434"/>
                  </a:lnTo>
                  <a:lnTo>
                    <a:pt x="416" y="1434"/>
                  </a:lnTo>
                  <a:close/>
                </a:path>
              </a:pathLst>
            </a:custGeom>
            <a:solidFill>
              <a:srgbClr val="127FB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Freeform 216"/>
            <p:cNvSpPr/>
            <p:nvPr/>
          </p:nvSpPr>
          <p:spPr bwMode="auto">
            <a:xfrm>
              <a:off x="10398812" y="1494206"/>
              <a:ext cx="578752" cy="500863"/>
            </a:xfrm>
            <a:custGeom>
              <a:avLst/>
              <a:gdLst>
                <a:gd name="T0" fmla="*/ 416 w 1657"/>
                <a:gd name="T1" fmla="*/ 1434 h 1434"/>
                <a:gd name="T2" fmla="*/ 0 w 1657"/>
                <a:gd name="T3" fmla="*/ 718 h 1434"/>
                <a:gd name="T4" fmla="*/ 416 w 1657"/>
                <a:gd name="T5" fmla="*/ 0 h 1434"/>
                <a:gd name="T6" fmla="*/ 1244 w 1657"/>
                <a:gd name="T7" fmla="*/ 0 h 1434"/>
                <a:gd name="T8" fmla="*/ 1657 w 1657"/>
                <a:gd name="T9" fmla="*/ 718 h 1434"/>
                <a:gd name="T10" fmla="*/ 1244 w 1657"/>
                <a:gd name="T11" fmla="*/ 1434 h 1434"/>
                <a:gd name="T12" fmla="*/ 416 w 1657"/>
                <a:gd name="T13" fmla="*/ 1434 h 1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7" h="1434">
                  <a:moveTo>
                    <a:pt x="416" y="1434"/>
                  </a:moveTo>
                  <a:lnTo>
                    <a:pt x="0" y="718"/>
                  </a:lnTo>
                  <a:lnTo>
                    <a:pt x="416" y="0"/>
                  </a:lnTo>
                  <a:lnTo>
                    <a:pt x="1244" y="0"/>
                  </a:lnTo>
                  <a:lnTo>
                    <a:pt x="1657" y="718"/>
                  </a:lnTo>
                  <a:lnTo>
                    <a:pt x="1244" y="1434"/>
                  </a:lnTo>
                  <a:lnTo>
                    <a:pt x="416" y="143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Freeform 217"/>
            <p:cNvSpPr/>
            <p:nvPr/>
          </p:nvSpPr>
          <p:spPr bwMode="auto">
            <a:xfrm>
              <a:off x="10398812" y="998233"/>
              <a:ext cx="578752" cy="501561"/>
            </a:xfrm>
            <a:custGeom>
              <a:avLst/>
              <a:gdLst>
                <a:gd name="T0" fmla="*/ 416 w 1657"/>
                <a:gd name="T1" fmla="*/ 1436 h 1436"/>
                <a:gd name="T2" fmla="*/ 0 w 1657"/>
                <a:gd name="T3" fmla="*/ 718 h 1436"/>
                <a:gd name="T4" fmla="*/ 416 w 1657"/>
                <a:gd name="T5" fmla="*/ 0 h 1436"/>
                <a:gd name="T6" fmla="*/ 1244 w 1657"/>
                <a:gd name="T7" fmla="*/ 0 h 1436"/>
                <a:gd name="T8" fmla="*/ 1657 w 1657"/>
                <a:gd name="T9" fmla="*/ 718 h 1436"/>
                <a:gd name="T10" fmla="*/ 1244 w 1657"/>
                <a:gd name="T11" fmla="*/ 1436 h 1436"/>
                <a:gd name="T12" fmla="*/ 416 w 1657"/>
                <a:gd name="T13" fmla="*/ 1436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7" h="1436">
                  <a:moveTo>
                    <a:pt x="416" y="1436"/>
                  </a:moveTo>
                  <a:lnTo>
                    <a:pt x="0" y="718"/>
                  </a:lnTo>
                  <a:lnTo>
                    <a:pt x="416" y="0"/>
                  </a:lnTo>
                  <a:lnTo>
                    <a:pt x="1244" y="0"/>
                  </a:lnTo>
                  <a:lnTo>
                    <a:pt x="1657" y="718"/>
                  </a:lnTo>
                  <a:lnTo>
                    <a:pt x="1244" y="1436"/>
                  </a:lnTo>
                  <a:lnTo>
                    <a:pt x="416" y="1436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Freeform 218"/>
            <p:cNvSpPr/>
            <p:nvPr/>
          </p:nvSpPr>
          <p:spPr bwMode="auto">
            <a:xfrm>
              <a:off x="10398812" y="494925"/>
              <a:ext cx="578752" cy="501561"/>
            </a:xfrm>
            <a:custGeom>
              <a:avLst/>
              <a:gdLst>
                <a:gd name="T0" fmla="*/ 416 w 1657"/>
                <a:gd name="T1" fmla="*/ 1436 h 1436"/>
                <a:gd name="T2" fmla="*/ 0 w 1657"/>
                <a:gd name="T3" fmla="*/ 718 h 1436"/>
                <a:gd name="T4" fmla="*/ 416 w 1657"/>
                <a:gd name="T5" fmla="*/ 0 h 1436"/>
                <a:gd name="T6" fmla="*/ 1244 w 1657"/>
                <a:gd name="T7" fmla="*/ 0 h 1436"/>
                <a:gd name="T8" fmla="*/ 1657 w 1657"/>
                <a:gd name="T9" fmla="*/ 718 h 1436"/>
                <a:gd name="T10" fmla="*/ 1244 w 1657"/>
                <a:gd name="T11" fmla="*/ 1436 h 1436"/>
                <a:gd name="T12" fmla="*/ 416 w 1657"/>
                <a:gd name="T13" fmla="*/ 1436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7" h="1436">
                  <a:moveTo>
                    <a:pt x="416" y="1436"/>
                  </a:moveTo>
                  <a:lnTo>
                    <a:pt x="0" y="718"/>
                  </a:lnTo>
                  <a:lnTo>
                    <a:pt x="416" y="0"/>
                  </a:lnTo>
                  <a:lnTo>
                    <a:pt x="1244" y="0"/>
                  </a:lnTo>
                  <a:lnTo>
                    <a:pt x="1657" y="718"/>
                  </a:lnTo>
                  <a:lnTo>
                    <a:pt x="1244" y="1436"/>
                  </a:lnTo>
                  <a:lnTo>
                    <a:pt x="416" y="1436"/>
                  </a:lnTo>
                  <a:close/>
                </a:path>
              </a:pathLst>
            </a:custGeom>
            <a:solidFill>
              <a:sysClr val="window" lastClr="FFFFFF">
                <a:lumMod val="85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Freeform 219"/>
            <p:cNvSpPr/>
            <p:nvPr/>
          </p:nvSpPr>
          <p:spPr bwMode="auto">
            <a:xfrm>
              <a:off x="10398812" y="494925"/>
              <a:ext cx="578752" cy="501561"/>
            </a:xfrm>
            <a:custGeom>
              <a:avLst/>
              <a:gdLst>
                <a:gd name="T0" fmla="*/ 416 w 1657"/>
                <a:gd name="T1" fmla="*/ 1436 h 1436"/>
                <a:gd name="T2" fmla="*/ 0 w 1657"/>
                <a:gd name="T3" fmla="*/ 718 h 1436"/>
                <a:gd name="T4" fmla="*/ 416 w 1657"/>
                <a:gd name="T5" fmla="*/ 0 h 1436"/>
                <a:gd name="T6" fmla="*/ 1244 w 1657"/>
                <a:gd name="T7" fmla="*/ 0 h 1436"/>
                <a:gd name="T8" fmla="*/ 1657 w 1657"/>
                <a:gd name="T9" fmla="*/ 718 h 1436"/>
                <a:gd name="T10" fmla="*/ 1244 w 1657"/>
                <a:gd name="T11" fmla="*/ 1436 h 1436"/>
                <a:gd name="T12" fmla="*/ 416 w 1657"/>
                <a:gd name="T13" fmla="*/ 1436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7" h="1436">
                  <a:moveTo>
                    <a:pt x="416" y="1436"/>
                  </a:moveTo>
                  <a:lnTo>
                    <a:pt x="0" y="718"/>
                  </a:lnTo>
                  <a:lnTo>
                    <a:pt x="416" y="0"/>
                  </a:lnTo>
                  <a:lnTo>
                    <a:pt x="1244" y="0"/>
                  </a:lnTo>
                  <a:lnTo>
                    <a:pt x="1657" y="718"/>
                  </a:lnTo>
                  <a:lnTo>
                    <a:pt x="1244" y="1436"/>
                  </a:lnTo>
                  <a:lnTo>
                    <a:pt x="416" y="143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Freeform 220"/>
            <p:cNvSpPr/>
            <p:nvPr/>
          </p:nvSpPr>
          <p:spPr bwMode="auto">
            <a:xfrm>
              <a:off x="10559130" y="0"/>
              <a:ext cx="1491062" cy="1082409"/>
            </a:xfrm>
            <a:custGeom>
              <a:avLst/>
              <a:gdLst>
                <a:gd name="T0" fmla="*/ 4269 w 4269"/>
                <a:gd name="T1" fmla="*/ 0 h 3099"/>
                <a:gd name="T2" fmla="*/ 395 w 4269"/>
                <a:gd name="T3" fmla="*/ 0 h 3099"/>
                <a:gd name="T4" fmla="*/ 0 w 4269"/>
                <a:gd name="T5" fmla="*/ 680 h 3099"/>
                <a:gd name="T6" fmla="*/ 427 w 4269"/>
                <a:gd name="T7" fmla="*/ 1417 h 3099"/>
                <a:gd name="T8" fmla="*/ 785 w 4269"/>
                <a:gd name="T9" fmla="*/ 1417 h 3099"/>
                <a:gd name="T10" fmla="*/ 1198 w 4269"/>
                <a:gd name="T11" fmla="*/ 2135 h 3099"/>
                <a:gd name="T12" fmla="*/ 1019 w 4269"/>
                <a:gd name="T13" fmla="*/ 2447 h 3099"/>
                <a:gd name="T14" fmla="*/ 1396 w 4269"/>
                <a:gd name="T15" fmla="*/ 3099 h 3099"/>
                <a:gd name="T16" fmla="*/ 3402 w 4269"/>
                <a:gd name="T17" fmla="*/ 3099 h 3099"/>
                <a:gd name="T18" fmla="*/ 2940 w 4269"/>
                <a:gd name="T19" fmla="*/ 2300 h 3099"/>
                <a:gd name="T20" fmla="*/ 4269 w 4269"/>
                <a:gd name="T21" fmla="*/ 0 h 30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269" h="3099">
                  <a:moveTo>
                    <a:pt x="4269" y="0"/>
                  </a:moveTo>
                  <a:lnTo>
                    <a:pt x="395" y="0"/>
                  </a:lnTo>
                  <a:lnTo>
                    <a:pt x="0" y="680"/>
                  </a:lnTo>
                  <a:lnTo>
                    <a:pt x="427" y="1417"/>
                  </a:lnTo>
                  <a:lnTo>
                    <a:pt x="785" y="1417"/>
                  </a:lnTo>
                  <a:lnTo>
                    <a:pt x="1198" y="2135"/>
                  </a:lnTo>
                  <a:lnTo>
                    <a:pt x="1019" y="2447"/>
                  </a:lnTo>
                  <a:lnTo>
                    <a:pt x="1396" y="3099"/>
                  </a:lnTo>
                  <a:lnTo>
                    <a:pt x="3402" y="3099"/>
                  </a:lnTo>
                  <a:lnTo>
                    <a:pt x="2940" y="2300"/>
                  </a:lnTo>
                  <a:lnTo>
                    <a:pt x="4269" y="0"/>
                  </a:lnTo>
                  <a:close/>
                </a:path>
              </a:pathLst>
            </a:custGeom>
            <a:solidFill>
              <a:srgbClr val="127FB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Freeform 221"/>
            <p:cNvSpPr/>
            <p:nvPr/>
          </p:nvSpPr>
          <p:spPr bwMode="auto">
            <a:xfrm>
              <a:off x="10559130" y="0"/>
              <a:ext cx="1491062" cy="1082409"/>
            </a:xfrm>
            <a:custGeom>
              <a:avLst/>
              <a:gdLst>
                <a:gd name="T0" fmla="*/ 4269 w 4269"/>
                <a:gd name="T1" fmla="*/ 0 h 3099"/>
                <a:gd name="T2" fmla="*/ 395 w 4269"/>
                <a:gd name="T3" fmla="*/ 0 h 3099"/>
                <a:gd name="T4" fmla="*/ 0 w 4269"/>
                <a:gd name="T5" fmla="*/ 680 h 3099"/>
                <a:gd name="T6" fmla="*/ 427 w 4269"/>
                <a:gd name="T7" fmla="*/ 1417 h 3099"/>
                <a:gd name="T8" fmla="*/ 785 w 4269"/>
                <a:gd name="T9" fmla="*/ 1417 h 3099"/>
                <a:gd name="T10" fmla="*/ 1198 w 4269"/>
                <a:gd name="T11" fmla="*/ 2135 h 3099"/>
                <a:gd name="T12" fmla="*/ 1019 w 4269"/>
                <a:gd name="T13" fmla="*/ 2447 h 3099"/>
                <a:gd name="T14" fmla="*/ 1396 w 4269"/>
                <a:gd name="T15" fmla="*/ 3099 h 3099"/>
                <a:gd name="T16" fmla="*/ 3402 w 4269"/>
                <a:gd name="T17" fmla="*/ 3099 h 3099"/>
                <a:gd name="T18" fmla="*/ 2940 w 4269"/>
                <a:gd name="T19" fmla="*/ 2300 h 3099"/>
                <a:gd name="T20" fmla="*/ 4269 w 4269"/>
                <a:gd name="T21" fmla="*/ 0 h 30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269" h="3099">
                  <a:moveTo>
                    <a:pt x="4269" y="0"/>
                  </a:moveTo>
                  <a:lnTo>
                    <a:pt x="395" y="0"/>
                  </a:lnTo>
                  <a:lnTo>
                    <a:pt x="0" y="680"/>
                  </a:lnTo>
                  <a:lnTo>
                    <a:pt x="427" y="1417"/>
                  </a:lnTo>
                  <a:lnTo>
                    <a:pt x="785" y="1417"/>
                  </a:lnTo>
                  <a:lnTo>
                    <a:pt x="1198" y="2135"/>
                  </a:lnTo>
                  <a:lnTo>
                    <a:pt x="1019" y="2447"/>
                  </a:lnTo>
                  <a:lnTo>
                    <a:pt x="1396" y="3099"/>
                  </a:lnTo>
                  <a:lnTo>
                    <a:pt x="3402" y="3099"/>
                  </a:lnTo>
                  <a:lnTo>
                    <a:pt x="2940" y="2300"/>
                  </a:lnTo>
                  <a:lnTo>
                    <a:pt x="426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Freeform 222"/>
            <p:cNvSpPr/>
            <p:nvPr/>
          </p:nvSpPr>
          <p:spPr bwMode="auto">
            <a:xfrm>
              <a:off x="10708272" y="494925"/>
              <a:ext cx="269292" cy="359755"/>
            </a:xfrm>
            <a:custGeom>
              <a:avLst/>
              <a:gdLst>
                <a:gd name="T0" fmla="*/ 358 w 771"/>
                <a:gd name="T1" fmla="*/ 0 h 1030"/>
                <a:gd name="T2" fmla="*/ 0 w 771"/>
                <a:gd name="T3" fmla="*/ 0 h 1030"/>
                <a:gd name="T4" fmla="*/ 592 w 771"/>
                <a:gd name="T5" fmla="*/ 1030 h 1030"/>
                <a:gd name="T6" fmla="*/ 771 w 771"/>
                <a:gd name="T7" fmla="*/ 718 h 1030"/>
                <a:gd name="T8" fmla="*/ 358 w 771"/>
                <a:gd name="T9" fmla="*/ 0 h 10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1" h="1030">
                  <a:moveTo>
                    <a:pt x="358" y="0"/>
                  </a:moveTo>
                  <a:lnTo>
                    <a:pt x="0" y="0"/>
                  </a:lnTo>
                  <a:lnTo>
                    <a:pt x="592" y="1030"/>
                  </a:lnTo>
                  <a:lnTo>
                    <a:pt x="771" y="718"/>
                  </a:lnTo>
                  <a:lnTo>
                    <a:pt x="358" y="0"/>
                  </a:lnTo>
                  <a:close/>
                </a:path>
              </a:pathLst>
            </a:custGeom>
            <a:solidFill>
              <a:sysClr val="window" lastClr="FFFFFF">
                <a:lumMod val="50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Freeform 223"/>
            <p:cNvSpPr/>
            <p:nvPr/>
          </p:nvSpPr>
          <p:spPr bwMode="auto">
            <a:xfrm>
              <a:off x="10708272" y="494925"/>
              <a:ext cx="269292" cy="359755"/>
            </a:xfrm>
            <a:custGeom>
              <a:avLst/>
              <a:gdLst>
                <a:gd name="T0" fmla="*/ 358 w 771"/>
                <a:gd name="T1" fmla="*/ 0 h 1030"/>
                <a:gd name="T2" fmla="*/ 0 w 771"/>
                <a:gd name="T3" fmla="*/ 0 h 1030"/>
                <a:gd name="T4" fmla="*/ 592 w 771"/>
                <a:gd name="T5" fmla="*/ 1030 h 1030"/>
                <a:gd name="T6" fmla="*/ 771 w 771"/>
                <a:gd name="T7" fmla="*/ 718 h 1030"/>
                <a:gd name="T8" fmla="*/ 358 w 771"/>
                <a:gd name="T9" fmla="*/ 0 h 10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1" h="1030">
                  <a:moveTo>
                    <a:pt x="358" y="0"/>
                  </a:moveTo>
                  <a:lnTo>
                    <a:pt x="0" y="0"/>
                  </a:lnTo>
                  <a:lnTo>
                    <a:pt x="592" y="1030"/>
                  </a:lnTo>
                  <a:lnTo>
                    <a:pt x="771" y="718"/>
                  </a:lnTo>
                  <a:lnTo>
                    <a:pt x="35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Freeform 224"/>
            <p:cNvSpPr/>
            <p:nvPr/>
          </p:nvSpPr>
          <p:spPr bwMode="auto">
            <a:xfrm>
              <a:off x="11747370" y="0"/>
              <a:ext cx="444629" cy="1645443"/>
            </a:xfrm>
            <a:custGeom>
              <a:avLst/>
              <a:gdLst>
                <a:gd name="T0" fmla="*/ 1273 w 1273"/>
                <a:gd name="T1" fmla="*/ 0 h 4711"/>
                <a:gd name="T2" fmla="*/ 867 w 1273"/>
                <a:gd name="T3" fmla="*/ 0 h 4711"/>
                <a:gd name="T4" fmla="*/ 1273 w 1273"/>
                <a:gd name="T5" fmla="*/ 0 h 4711"/>
                <a:gd name="T6" fmla="*/ 1273 w 1273"/>
                <a:gd name="T7" fmla="*/ 2247 h 4711"/>
                <a:gd name="T8" fmla="*/ 782 w 1273"/>
                <a:gd name="T9" fmla="*/ 3099 h 4711"/>
                <a:gd name="T10" fmla="*/ 0 w 1273"/>
                <a:gd name="T11" fmla="*/ 3099 h 4711"/>
                <a:gd name="T12" fmla="*/ 931 w 1273"/>
                <a:gd name="T13" fmla="*/ 4711 h 4711"/>
                <a:gd name="T14" fmla="*/ 1273 w 1273"/>
                <a:gd name="T15" fmla="*/ 4711 h 4711"/>
                <a:gd name="T16" fmla="*/ 1273 w 1273"/>
                <a:gd name="T17" fmla="*/ 0 h 47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73" h="4711">
                  <a:moveTo>
                    <a:pt x="1273" y="0"/>
                  </a:moveTo>
                  <a:lnTo>
                    <a:pt x="867" y="0"/>
                  </a:lnTo>
                  <a:lnTo>
                    <a:pt x="1273" y="0"/>
                  </a:lnTo>
                  <a:lnTo>
                    <a:pt x="1273" y="2247"/>
                  </a:lnTo>
                  <a:lnTo>
                    <a:pt x="782" y="3099"/>
                  </a:lnTo>
                  <a:lnTo>
                    <a:pt x="0" y="3099"/>
                  </a:lnTo>
                  <a:lnTo>
                    <a:pt x="931" y="4711"/>
                  </a:lnTo>
                  <a:lnTo>
                    <a:pt x="1273" y="4711"/>
                  </a:lnTo>
                  <a:lnTo>
                    <a:pt x="1273" y="0"/>
                  </a:lnTo>
                  <a:close/>
                </a:path>
              </a:pathLst>
            </a:custGeom>
            <a:solidFill>
              <a:srgbClr val="5B9BD5">
                <a:lumMod val="75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Freeform 225"/>
            <p:cNvSpPr/>
            <p:nvPr/>
          </p:nvSpPr>
          <p:spPr bwMode="auto">
            <a:xfrm>
              <a:off x="11747370" y="0"/>
              <a:ext cx="444629" cy="1645443"/>
            </a:xfrm>
            <a:custGeom>
              <a:avLst/>
              <a:gdLst>
                <a:gd name="T0" fmla="*/ 1273 w 1273"/>
                <a:gd name="T1" fmla="*/ 0 h 4711"/>
                <a:gd name="T2" fmla="*/ 867 w 1273"/>
                <a:gd name="T3" fmla="*/ 0 h 4711"/>
                <a:gd name="T4" fmla="*/ 1273 w 1273"/>
                <a:gd name="T5" fmla="*/ 0 h 4711"/>
                <a:gd name="T6" fmla="*/ 1273 w 1273"/>
                <a:gd name="T7" fmla="*/ 2247 h 4711"/>
                <a:gd name="T8" fmla="*/ 782 w 1273"/>
                <a:gd name="T9" fmla="*/ 3099 h 4711"/>
                <a:gd name="T10" fmla="*/ 0 w 1273"/>
                <a:gd name="T11" fmla="*/ 3099 h 4711"/>
                <a:gd name="T12" fmla="*/ 931 w 1273"/>
                <a:gd name="T13" fmla="*/ 4711 h 4711"/>
                <a:gd name="T14" fmla="*/ 1273 w 1273"/>
                <a:gd name="T15" fmla="*/ 4711 h 4711"/>
                <a:gd name="T16" fmla="*/ 1273 w 1273"/>
                <a:gd name="T17" fmla="*/ 0 h 47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73" h="4711">
                  <a:moveTo>
                    <a:pt x="1273" y="0"/>
                  </a:moveTo>
                  <a:lnTo>
                    <a:pt x="867" y="0"/>
                  </a:lnTo>
                  <a:lnTo>
                    <a:pt x="1273" y="0"/>
                  </a:lnTo>
                  <a:lnTo>
                    <a:pt x="1273" y="2247"/>
                  </a:lnTo>
                  <a:lnTo>
                    <a:pt x="782" y="3099"/>
                  </a:lnTo>
                  <a:lnTo>
                    <a:pt x="0" y="3099"/>
                  </a:lnTo>
                  <a:lnTo>
                    <a:pt x="931" y="4711"/>
                  </a:lnTo>
                  <a:lnTo>
                    <a:pt x="1273" y="4711"/>
                  </a:lnTo>
                  <a:lnTo>
                    <a:pt x="127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Freeform 226"/>
            <p:cNvSpPr/>
            <p:nvPr/>
          </p:nvSpPr>
          <p:spPr bwMode="auto">
            <a:xfrm>
              <a:off x="11586004" y="0"/>
              <a:ext cx="605995" cy="1082409"/>
            </a:xfrm>
            <a:custGeom>
              <a:avLst/>
              <a:gdLst>
                <a:gd name="T0" fmla="*/ 1735 w 1735"/>
                <a:gd name="T1" fmla="*/ 0 h 3099"/>
                <a:gd name="T2" fmla="*/ 1329 w 1735"/>
                <a:gd name="T3" fmla="*/ 0 h 3099"/>
                <a:gd name="T4" fmla="*/ 0 w 1735"/>
                <a:gd name="T5" fmla="*/ 2300 h 3099"/>
                <a:gd name="T6" fmla="*/ 462 w 1735"/>
                <a:gd name="T7" fmla="*/ 3099 h 3099"/>
                <a:gd name="T8" fmla="*/ 1244 w 1735"/>
                <a:gd name="T9" fmla="*/ 3099 h 3099"/>
                <a:gd name="T10" fmla="*/ 1735 w 1735"/>
                <a:gd name="T11" fmla="*/ 2247 h 3099"/>
                <a:gd name="T12" fmla="*/ 1735 w 1735"/>
                <a:gd name="T13" fmla="*/ 0 h 30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35" h="3099">
                  <a:moveTo>
                    <a:pt x="1735" y="0"/>
                  </a:moveTo>
                  <a:lnTo>
                    <a:pt x="1329" y="0"/>
                  </a:lnTo>
                  <a:lnTo>
                    <a:pt x="0" y="2300"/>
                  </a:lnTo>
                  <a:lnTo>
                    <a:pt x="462" y="3099"/>
                  </a:lnTo>
                  <a:lnTo>
                    <a:pt x="1244" y="3099"/>
                  </a:lnTo>
                  <a:lnTo>
                    <a:pt x="1735" y="2247"/>
                  </a:lnTo>
                  <a:lnTo>
                    <a:pt x="1735" y="0"/>
                  </a:lnTo>
                  <a:close/>
                </a:path>
              </a:pathLst>
            </a:custGeom>
            <a:solidFill>
              <a:srgbClr val="24436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Freeform 227"/>
            <p:cNvSpPr/>
            <p:nvPr/>
          </p:nvSpPr>
          <p:spPr bwMode="auto">
            <a:xfrm>
              <a:off x="11586004" y="0"/>
              <a:ext cx="605995" cy="1082409"/>
            </a:xfrm>
            <a:custGeom>
              <a:avLst/>
              <a:gdLst>
                <a:gd name="T0" fmla="*/ 1735 w 1735"/>
                <a:gd name="T1" fmla="*/ 0 h 3099"/>
                <a:gd name="T2" fmla="*/ 1329 w 1735"/>
                <a:gd name="T3" fmla="*/ 0 h 3099"/>
                <a:gd name="T4" fmla="*/ 0 w 1735"/>
                <a:gd name="T5" fmla="*/ 2300 h 3099"/>
                <a:gd name="T6" fmla="*/ 462 w 1735"/>
                <a:gd name="T7" fmla="*/ 3099 h 3099"/>
                <a:gd name="T8" fmla="*/ 1244 w 1735"/>
                <a:gd name="T9" fmla="*/ 3099 h 3099"/>
                <a:gd name="T10" fmla="*/ 1735 w 1735"/>
                <a:gd name="T11" fmla="*/ 2247 h 3099"/>
                <a:gd name="T12" fmla="*/ 1735 w 1735"/>
                <a:gd name="T13" fmla="*/ 0 h 30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35" h="3099">
                  <a:moveTo>
                    <a:pt x="1735" y="0"/>
                  </a:moveTo>
                  <a:lnTo>
                    <a:pt x="1329" y="0"/>
                  </a:lnTo>
                  <a:lnTo>
                    <a:pt x="0" y="2300"/>
                  </a:lnTo>
                  <a:lnTo>
                    <a:pt x="462" y="3099"/>
                  </a:lnTo>
                  <a:lnTo>
                    <a:pt x="1244" y="3099"/>
                  </a:lnTo>
                  <a:lnTo>
                    <a:pt x="1735" y="2247"/>
                  </a:lnTo>
                  <a:lnTo>
                    <a:pt x="173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Freeform 228"/>
            <p:cNvSpPr/>
            <p:nvPr/>
          </p:nvSpPr>
          <p:spPr bwMode="auto">
            <a:xfrm>
              <a:off x="9968503" y="0"/>
              <a:ext cx="578402" cy="250781"/>
            </a:xfrm>
            <a:custGeom>
              <a:avLst/>
              <a:gdLst>
                <a:gd name="T0" fmla="*/ 1656 w 1656"/>
                <a:gd name="T1" fmla="*/ 0 h 718"/>
                <a:gd name="T2" fmla="*/ 0 w 1656"/>
                <a:gd name="T3" fmla="*/ 0 h 718"/>
                <a:gd name="T4" fmla="*/ 413 w 1656"/>
                <a:gd name="T5" fmla="*/ 718 h 718"/>
                <a:gd name="T6" fmla="*/ 1243 w 1656"/>
                <a:gd name="T7" fmla="*/ 718 h 718"/>
                <a:gd name="T8" fmla="*/ 1656 w 1656"/>
                <a:gd name="T9" fmla="*/ 0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56" h="718">
                  <a:moveTo>
                    <a:pt x="1656" y="0"/>
                  </a:moveTo>
                  <a:lnTo>
                    <a:pt x="0" y="0"/>
                  </a:lnTo>
                  <a:lnTo>
                    <a:pt x="413" y="718"/>
                  </a:lnTo>
                  <a:lnTo>
                    <a:pt x="1243" y="718"/>
                  </a:lnTo>
                  <a:lnTo>
                    <a:pt x="1656" y="0"/>
                  </a:lnTo>
                  <a:close/>
                </a:path>
              </a:pathLst>
            </a:custGeom>
            <a:solidFill>
              <a:sysClr val="window" lastClr="FFFFFF">
                <a:lumMod val="75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Freeform 229"/>
            <p:cNvSpPr/>
            <p:nvPr/>
          </p:nvSpPr>
          <p:spPr bwMode="auto">
            <a:xfrm>
              <a:off x="9968503" y="0"/>
              <a:ext cx="578402" cy="250781"/>
            </a:xfrm>
            <a:custGeom>
              <a:avLst/>
              <a:gdLst>
                <a:gd name="T0" fmla="*/ 1656 w 1656"/>
                <a:gd name="T1" fmla="*/ 0 h 718"/>
                <a:gd name="T2" fmla="*/ 0 w 1656"/>
                <a:gd name="T3" fmla="*/ 0 h 718"/>
                <a:gd name="T4" fmla="*/ 413 w 1656"/>
                <a:gd name="T5" fmla="*/ 718 h 718"/>
                <a:gd name="T6" fmla="*/ 1243 w 1656"/>
                <a:gd name="T7" fmla="*/ 718 h 718"/>
                <a:gd name="T8" fmla="*/ 1656 w 1656"/>
                <a:gd name="T9" fmla="*/ 0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56" h="718">
                  <a:moveTo>
                    <a:pt x="1656" y="0"/>
                  </a:moveTo>
                  <a:lnTo>
                    <a:pt x="0" y="0"/>
                  </a:lnTo>
                  <a:lnTo>
                    <a:pt x="413" y="718"/>
                  </a:lnTo>
                  <a:lnTo>
                    <a:pt x="1243" y="718"/>
                  </a:lnTo>
                  <a:lnTo>
                    <a:pt x="165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Freeform 230"/>
            <p:cNvSpPr/>
            <p:nvPr/>
          </p:nvSpPr>
          <p:spPr bwMode="auto">
            <a:xfrm>
              <a:off x="9535051" y="1003123"/>
              <a:ext cx="578752" cy="500514"/>
            </a:xfrm>
            <a:custGeom>
              <a:avLst/>
              <a:gdLst>
                <a:gd name="T0" fmla="*/ 413 w 1657"/>
                <a:gd name="T1" fmla="*/ 1433 h 1433"/>
                <a:gd name="T2" fmla="*/ 0 w 1657"/>
                <a:gd name="T3" fmla="*/ 715 h 1433"/>
                <a:gd name="T4" fmla="*/ 413 w 1657"/>
                <a:gd name="T5" fmla="*/ 0 h 1433"/>
                <a:gd name="T6" fmla="*/ 1243 w 1657"/>
                <a:gd name="T7" fmla="*/ 0 h 1433"/>
                <a:gd name="T8" fmla="*/ 1657 w 1657"/>
                <a:gd name="T9" fmla="*/ 715 h 1433"/>
                <a:gd name="T10" fmla="*/ 1243 w 1657"/>
                <a:gd name="T11" fmla="*/ 1433 h 1433"/>
                <a:gd name="T12" fmla="*/ 413 w 1657"/>
                <a:gd name="T13" fmla="*/ 1433 h 1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7" h="1433">
                  <a:moveTo>
                    <a:pt x="413" y="1433"/>
                  </a:moveTo>
                  <a:lnTo>
                    <a:pt x="0" y="715"/>
                  </a:lnTo>
                  <a:lnTo>
                    <a:pt x="413" y="0"/>
                  </a:lnTo>
                  <a:lnTo>
                    <a:pt x="1243" y="0"/>
                  </a:lnTo>
                  <a:lnTo>
                    <a:pt x="1657" y="715"/>
                  </a:lnTo>
                  <a:lnTo>
                    <a:pt x="1243" y="1433"/>
                  </a:lnTo>
                  <a:lnTo>
                    <a:pt x="413" y="1433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Freeform 231"/>
            <p:cNvSpPr/>
            <p:nvPr/>
          </p:nvSpPr>
          <p:spPr bwMode="auto">
            <a:xfrm>
              <a:off x="10833312" y="1746035"/>
              <a:ext cx="578402" cy="501561"/>
            </a:xfrm>
            <a:custGeom>
              <a:avLst/>
              <a:gdLst>
                <a:gd name="T0" fmla="*/ 413 w 1656"/>
                <a:gd name="T1" fmla="*/ 1436 h 1436"/>
                <a:gd name="T2" fmla="*/ 0 w 1656"/>
                <a:gd name="T3" fmla="*/ 718 h 1436"/>
                <a:gd name="T4" fmla="*/ 413 w 1656"/>
                <a:gd name="T5" fmla="*/ 0 h 1436"/>
                <a:gd name="T6" fmla="*/ 1240 w 1656"/>
                <a:gd name="T7" fmla="*/ 0 h 1436"/>
                <a:gd name="T8" fmla="*/ 1656 w 1656"/>
                <a:gd name="T9" fmla="*/ 718 h 1436"/>
                <a:gd name="T10" fmla="*/ 1240 w 1656"/>
                <a:gd name="T11" fmla="*/ 1436 h 1436"/>
                <a:gd name="T12" fmla="*/ 413 w 1656"/>
                <a:gd name="T13" fmla="*/ 1436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6" h="1436">
                  <a:moveTo>
                    <a:pt x="413" y="1436"/>
                  </a:moveTo>
                  <a:lnTo>
                    <a:pt x="0" y="718"/>
                  </a:lnTo>
                  <a:lnTo>
                    <a:pt x="413" y="0"/>
                  </a:lnTo>
                  <a:lnTo>
                    <a:pt x="1240" y="0"/>
                  </a:lnTo>
                  <a:lnTo>
                    <a:pt x="1656" y="718"/>
                  </a:lnTo>
                  <a:lnTo>
                    <a:pt x="1240" y="1436"/>
                  </a:lnTo>
                  <a:lnTo>
                    <a:pt x="413" y="1436"/>
                  </a:lnTo>
                  <a:close/>
                </a:path>
              </a:pathLst>
            </a:custGeom>
            <a:solidFill>
              <a:sysClr val="window" lastClr="FFFFFF">
                <a:lumMod val="50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Freeform 232"/>
            <p:cNvSpPr/>
            <p:nvPr/>
          </p:nvSpPr>
          <p:spPr bwMode="auto">
            <a:xfrm>
              <a:off x="10833312" y="1746035"/>
              <a:ext cx="578402" cy="501561"/>
            </a:xfrm>
            <a:custGeom>
              <a:avLst/>
              <a:gdLst>
                <a:gd name="T0" fmla="*/ 413 w 1656"/>
                <a:gd name="T1" fmla="*/ 1436 h 1436"/>
                <a:gd name="T2" fmla="*/ 0 w 1656"/>
                <a:gd name="T3" fmla="*/ 718 h 1436"/>
                <a:gd name="T4" fmla="*/ 413 w 1656"/>
                <a:gd name="T5" fmla="*/ 0 h 1436"/>
                <a:gd name="T6" fmla="*/ 1240 w 1656"/>
                <a:gd name="T7" fmla="*/ 0 h 1436"/>
                <a:gd name="T8" fmla="*/ 1656 w 1656"/>
                <a:gd name="T9" fmla="*/ 718 h 1436"/>
                <a:gd name="T10" fmla="*/ 1240 w 1656"/>
                <a:gd name="T11" fmla="*/ 1436 h 1436"/>
                <a:gd name="T12" fmla="*/ 413 w 1656"/>
                <a:gd name="T13" fmla="*/ 1436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6" h="1436">
                  <a:moveTo>
                    <a:pt x="413" y="1436"/>
                  </a:moveTo>
                  <a:lnTo>
                    <a:pt x="0" y="718"/>
                  </a:lnTo>
                  <a:lnTo>
                    <a:pt x="413" y="0"/>
                  </a:lnTo>
                  <a:lnTo>
                    <a:pt x="1240" y="0"/>
                  </a:lnTo>
                  <a:lnTo>
                    <a:pt x="1656" y="718"/>
                  </a:lnTo>
                  <a:lnTo>
                    <a:pt x="1240" y="1436"/>
                  </a:lnTo>
                  <a:lnTo>
                    <a:pt x="413" y="143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Freeform 233"/>
            <p:cNvSpPr/>
            <p:nvPr/>
          </p:nvSpPr>
          <p:spPr bwMode="auto">
            <a:xfrm>
              <a:off x="11263622" y="1494206"/>
              <a:ext cx="577704" cy="500863"/>
            </a:xfrm>
            <a:custGeom>
              <a:avLst/>
              <a:gdLst>
                <a:gd name="T0" fmla="*/ 414 w 1654"/>
                <a:gd name="T1" fmla="*/ 1434 h 1434"/>
                <a:gd name="T2" fmla="*/ 0 w 1654"/>
                <a:gd name="T3" fmla="*/ 718 h 1434"/>
                <a:gd name="T4" fmla="*/ 414 w 1654"/>
                <a:gd name="T5" fmla="*/ 0 h 1434"/>
                <a:gd name="T6" fmla="*/ 1241 w 1654"/>
                <a:gd name="T7" fmla="*/ 0 h 1434"/>
                <a:gd name="T8" fmla="*/ 1654 w 1654"/>
                <a:gd name="T9" fmla="*/ 718 h 1434"/>
                <a:gd name="T10" fmla="*/ 1241 w 1654"/>
                <a:gd name="T11" fmla="*/ 1434 h 1434"/>
                <a:gd name="T12" fmla="*/ 414 w 1654"/>
                <a:gd name="T13" fmla="*/ 1434 h 1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4" h="1434">
                  <a:moveTo>
                    <a:pt x="414" y="1434"/>
                  </a:moveTo>
                  <a:lnTo>
                    <a:pt x="0" y="718"/>
                  </a:lnTo>
                  <a:lnTo>
                    <a:pt x="414" y="0"/>
                  </a:lnTo>
                  <a:lnTo>
                    <a:pt x="1241" y="0"/>
                  </a:lnTo>
                  <a:lnTo>
                    <a:pt x="1654" y="718"/>
                  </a:lnTo>
                  <a:lnTo>
                    <a:pt x="1241" y="1434"/>
                  </a:lnTo>
                  <a:lnTo>
                    <a:pt x="414" y="1434"/>
                  </a:lnTo>
                  <a:close/>
                </a:path>
              </a:pathLst>
            </a:custGeom>
            <a:solidFill>
              <a:srgbClr val="127FB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Freeform 234"/>
            <p:cNvSpPr/>
            <p:nvPr/>
          </p:nvSpPr>
          <p:spPr bwMode="auto">
            <a:xfrm>
              <a:off x="11263622" y="1494206"/>
              <a:ext cx="577704" cy="500863"/>
            </a:xfrm>
            <a:custGeom>
              <a:avLst/>
              <a:gdLst>
                <a:gd name="T0" fmla="*/ 414 w 1654"/>
                <a:gd name="T1" fmla="*/ 1434 h 1434"/>
                <a:gd name="T2" fmla="*/ 0 w 1654"/>
                <a:gd name="T3" fmla="*/ 718 h 1434"/>
                <a:gd name="T4" fmla="*/ 414 w 1654"/>
                <a:gd name="T5" fmla="*/ 0 h 1434"/>
                <a:gd name="T6" fmla="*/ 1241 w 1654"/>
                <a:gd name="T7" fmla="*/ 0 h 1434"/>
                <a:gd name="T8" fmla="*/ 1654 w 1654"/>
                <a:gd name="T9" fmla="*/ 718 h 1434"/>
                <a:gd name="T10" fmla="*/ 1241 w 1654"/>
                <a:gd name="T11" fmla="*/ 1434 h 1434"/>
                <a:gd name="T12" fmla="*/ 414 w 1654"/>
                <a:gd name="T13" fmla="*/ 1434 h 1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4" h="1434">
                  <a:moveTo>
                    <a:pt x="414" y="1434"/>
                  </a:moveTo>
                  <a:lnTo>
                    <a:pt x="0" y="718"/>
                  </a:lnTo>
                  <a:lnTo>
                    <a:pt x="414" y="0"/>
                  </a:lnTo>
                  <a:lnTo>
                    <a:pt x="1241" y="0"/>
                  </a:lnTo>
                  <a:lnTo>
                    <a:pt x="1654" y="718"/>
                  </a:lnTo>
                  <a:lnTo>
                    <a:pt x="1241" y="1434"/>
                  </a:lnTo>
                  <a:lnTo>
                    <a:pt x="414" y="143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Freeform 235"/>
            <p:cNvSpPr>
              <a:spLocks noEditPoints="1"/>
            </p:cNvSpPr>
            <p:nvPr/>
          </p:nvSpPr>
          <p:spPr bwMode="auto">
            <a:xfrm>
              <a:off x="11289817" y="1687356"/>
              <a:ext cx="538585" cy="34578"/>
            </a:xfrm>
            <a:custGeom>
              <a:avLst/>
              <a:gdLst>
                <a:gd name="T0" fmla="*/ 1526 w 1542"/>
                <a:gd name="T1" fmla="*/ 72 h 99"/>
                <a:gd name="T2" fmla="*/ 1526 w 1542"/>
                <a:gd name="T3" fmla="*/ 72 h 99"/>
                <a:gd name="T4" fmla="*/ 1542 w 1542"/>
                <a:gd name="T5" fmla="*/ 99 h 99"/>
                <a:gd name="T6" fmla="*/ 1526 w 1542"/>
                <a:gd name="T7" fmla="*/ 72 h 99"/>
                <a:gd name="T8" fmla="*/ 19 w 1542"/>
                <a:gd name="T9" fmla="*/ 0 h 99"/>
                <a:gd name="T10" fmla="*/ 0 w 1542"/>
                <a:gd name="T11" fmla="*/ 35 h 99"/>
                <a:gd name="T12" fmla="*/ 19 w 1542"/>
                <a:gd name="T13" fmla="*/ 0 h 99"/>
                <a:gd name="T14" fmla="*/ 19 w 1542"/>
                <a:gd name="T15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2" h="99">
                  <a:moveTo>
                    <a:pt x="1526" y="72"/>
                  </a:moveTo>
                  <a:lnTo>
                    <a:pt x="1526" y="72"/>
                  </a:lnTo>
                  <a:lnTo>
                    <a:pt x="1542" y="99"/>
                  </a:lnTo>
                  <a:lnTo>
                    <a:pt x="1526" y="72"/>
                  </a:lnTo>
                  <a:close/>
                  <a:moveTo>
                    <a:pt x="19" y="0"/>
                  </a:moveTo>
                  <a:lnTo>
                    <a:pt x="0" y="35"/>
                  </a:lnTo>
                  <a:lnTo>
                    <a:pt x="19" y="0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FFC4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Freeform 236"/>
            <p:cNvSpPr>
              <a:spLocks noEditPoints="1"/>
            </p:cNvSpPr>
            <p:nvPr/>
          </p:nvSpPr>
          <p:spPr bwMode="auto">
            <a:xfrm>
              <a:off x="11289817" y="1687356"/>
              <a:ext cx="538585" cy="34578"/>
            </a:xfrm>
            <a:custGeom>
              <a:avLst/>
              <a:gdLst>
                <a:gd name="T0" fmla="*/ 1526 w 1542"/>
                <a:gd name="T1" fmla="*/ 72 h 99"/>
                <a:gd name="T2" fmla="*/ 1526 w 1542"/>
                <a:gd name="T3" fmla="*/ 72 h 99"/>
                <a:gd name="T4" fmla="*/ 1542 w 1542"/>
                <a:gd name="T5" fmla="*/ 99 h 99"/>
                <a:gd name="T6" fmla="*/ 1526 w 1542"/>
                <a:gd name="T7" fmla="*/ 72 h 99"/>
                <a:gd name="T8" fmla="*/ 19 w 1542"/>
                <a:gd name="T9" fmla="*/ 0 h 99"/>
                <a:gd name="T10" fmla="*/ 0 w 1542"/>
                <a:gd name="T11" fmla="*/ 35 h 99"/>
                <a:gd name="T12" fmla="*/ 19 w 1542"/>
                <a:gd name="T13" fmla="*/ 0 h 99"/>
                <a:gd name="T14" fmla="*/ 19 w 1542"/>
                <a:gd name="T15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2" h="99">
                  <a:moveTo>
                    <a:pt x="1526" y="72"/>
                  </a:moveTo>
                  <a:lnTo>
                    <a:pt x="1526" y="72"/>
                  </a:lnTo>
                  <a:lnTo>
                    <a:pt x="1542" y="99"/>
                  </a:lnTo>
                  <a:lnTo>
                    <a:pt x="1526" y="72"/>
                  </a:lnTo>
                  <a:moveTo>
                    <a:pt x="19" y="0"/>
                  </a:moveTo>
                  <a:lnTo>
                    <a:pt x="0" y="35"/>
                  </a:lnTo>
                  <a:lnTo>
                    <a:pt x="19" y="0"/>
                  </a:lnTo>
                  <a:lnTo>
                    <a:pt x="1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Freeform 238"/>
            <p:cNvSpPr/>
            <p:nvPr/>
          </p:nvSpPr>
          <p:spPr bwMode="auto">
            <a:xfrm>
              <a:off x="11288769" y="1577334"/>
              <a:ext cx="541379" cy="286058"/>
            </a:xfrm>
            <a:custGeom>
              <a:avLst/>
              <a:gdLst>
                <a:gd name="T0" fmla="*/ 1054 w 1550"/>
                <a:gd name="T1" fmla="*/ 0 h 819"/>
                <a:gd name="T2" fmla="*/ 985 w 1550"/>
                <a:gd name="T3" fmla="*/ 475 h 819"/>
                <a:gd name="T4" fmla="*/ 755 w 1550"/>
                <a:gd name="T5" fmla="*/ 475 h 819"/>
                <a:gd name="T6" fmla="*/ 683 w 1550"/>
                <a:gd name="T7" fmla="*/ 243 h 819"/>
                <a:gd name="T8" fmla="*/ 593 w 1550"/>
                <a:gd name="T9" fmla="*/ 659 h 819"/>
                <a:gd name="T10" fmla="*/ 521 w 1550"/>
                <a:gd name="T11" fmla="*/ 0 h 819"/>
                <a:gd name="T12" fmla="*/ 451 w 1550"/>
                <a:gd name="T13" fmla="*/ 475 h 819"/>
                <a:gd name="T14" fmla="*/ 222 w 1550"/>
                <a:gd name="T15" fmla="*/ 475 h 819"/>
                <a:gd name="T16" fmla="*/ 152 w 1550"/>
                <a:gd name="T17" fmla="*/ 243 h 819"/>
                <a:gd name="T18" fmla="*/ 59 w 1550"/>
                <a:gd name="T19" fmla="*/ 659 h 819"/>
                <a:gd name="T20" fmla="*/ 22 w 1550"/>
                <a:gd name="T21" fmla="*/ 315 h 819"/>
                <a:gd name="T22" fmla="*/ 3 w 1550"/>
                <a:gd name="T23" fmla="*/ 350 h 819"/>
                <a:gd name="T24" fmla="*/ 0 w 1550"/>
                <a:gd name="T25" fmla="*/ 352 h 819"/>
                <a:gd name="T26" fmla="*/ 35 w 1550"/>
                <a:gd name="T27" fmla="*/ 665 h 819"/>
                <a:gd name="T28" fmla="*/ 62 w 1550"/>
                <a:gd name="T29" fmla="*/ 710 h 819"/>
                <a:gd name="T30" fmla="*/ 72 w 1550"/>
                <a:gd name="T31" fmla="*/ 729 h 819"/>
                <a:gd name="T32" fmla="*/ 155 w 1550"/>
                <a:gd name="T33" fmla="*/ 347 h 819"/>
                <a:gd name="T34" fmla="*/ 203 w 1550"/>
                <a:gd name="T35" fmla="*/ 499 h 819"/>
                <a:gd name="T36" fmla="*/ 473 w 1550"/>
                <a:gd name="T37" fmla="*/ 499 h 819"/>
                <a:gd name="T38" fmla="*/ 518 w 1550"/>
                <a:gd name="T39" fmla="*/ 205 h 819"/>
                <a:gd name="T40" fmla="*/ 585 w 1550"/>
                <a:gd name="T41" fmla="*/ 819 h 819"/>
                <a:gd name="T42" fmla="*/ 689 w 1550"/>
                <a:gd name="T43" fmla="*/ 347 h 819"/>
                <a:gd name="T44" fmla="*/ 737 w 1550"/>
                <a:gd name="T45" fmla="*/ 499 h 819"/>
                <a:gd name="T46" fmla="*/ 1006 w 1550"/>
                <a:gd name="T47" fmla="*/ 499 h 819"/>
                <a:gd name="T48" fmla="*/ 1051 w 1550"/>
                <a:gd name="T49" fmla="*/ 205 h 819"/>
                <a:gd name="T50" fmla="*/ 1118 w 1550"/>
                <a:gd name="T51" fmla="*/ 819 h 819"/>
                <a:gd name="T52" fmla="*/ 1222 w 1550"/>
                <a:gd name="T53" fmla="*/ 347 h 819"/>
                <a:gd name="T54" fmla="*/ 1270 w 1550"/>
                <a:gd name="T55" fmla="*/ 499 h 819"/>
                <a:gd name="T56" fmla="*/ 1540 w 1550"/>
                <a:gd name="T57" fmla="*/ 499 h 819"/>
                <a:gd name="T58" fmla="*/ 1550 w 1550"/>
                <a:gd name="T59" fmla="*/ 424 h 819"/>
                <a:gd name="T60" fmla="*/ 1545 w 1550"/>
                <a:gd name="T61" fmla="*/ 414 h 819"/>
                <a:gd name="T62" fmla="*/ 1529 w 1550"/>
                <a:gd name="T63" fmla="*/ 387 h 819"/>
                <a:gd name="T64" fmla="*/ 1518 w 1550"/>
                <a:gd name="T65" fmla="*/ 475 h 819"/>
                <a:gd name="T66" fmla="*/ 1289 w 1550"/>
                <a:gd name="T67" fmla="*/ 475 h 819"/>
                <a:gd name="T68" fmla="*/ 1217 w 1550"/>
                <a:gd name="T69" fmla="*/ 243 h 819"/>
                <a:gd name="T70" fmla="*/ 1126 w 1550"/>
                <a:gd name="T71" fmla="*/ 659 h 819"/>
                <a:gd name="T72" fmla="*/ 1054 w 1550"/>
                <a:gd name="T73" fmla="*/ 0 h 8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550" h="819">
                  <a:moveTo>
                    <a:pt x="1054" y="0"/>
                  </a:moveTo>
                  <a:lnTo>
                    <a:pt x="985" y="475"/>
                  </a:lnTo>
                  <a:lnTo>
                    <a:pt x="755" y="475"/>
                  </a:lnTo>
                  <a:lnTo>
                    <a:pt x="683" y="243"/>
                  </a:lnTo>
                  <a:lnTo>
                    <a:pt x="593" y="659"/>
                  </a:lnTo>
                  <a:lnTo>
                    <a:pt x="521" y="0"/>
                  </a:lnTo>
                  <a:lnTo>
                    <a:pt x="451" y="475"/>
                  </a:lnTo>
                  <a:lnTo>
                    <a:pt x="222" y="475"/>
                  </a:lnTo>
                  <a:lnTo>
                    <a:pt x="152" y="243"/>
                  </a:lnTo>
                  <a:lnTo>
                    <a:pt x="59" y="659"/>
                  </a:lnTo>
                  <a:lnTo>
                    <a:pt x="22" y="315"/>
                  </a:lnTo>
                  <a:lnTo>
                    <a:pt x="3" y="350"/>
                  </a:lnTo>
                  <a:lnTo>
                    <a:pt x="0" y="352"/>
                  </a:lnTo>
                  <a:lnTo>
                    <a:pt x="35" y="665"/>
                  </a:lnTo>
                  <a:lnTo>
                    <a:pt x="62" y="710"/>
                  </a:lnTo>
                  <a:lnTo>
                    <a:pt x="72" y="729"/>
                  </a:lnTo>
                  <a:lnTo>
                    <a:pt x="155" y="347"/>
                  </a:lnTo>
                  <a:lnTo>
                    <a:pt x="203" y="499"/>
                  </a:lnTo>
                  <a:lnTo>
                    <a:pt x="473" y="499"/>
                  </a:lnTo>
                  <a:lnTo>
                    <a:pt x="518" y="205"/>
                  </a:lnTo>
                  <a:lnTo>
                    <a:pt x="585" y="819"/>
                  </a:lnTo>
                  <a:lnTo>
                    <a:pt x="689" y="347"/>
                  </a:lnTo>
                  <a:lnTo>
                    <a:pt x="737" y="499"/>
                  </a:lnTo>
                  <a:lnTo>
                    <a:pt x="1006" y="499"/>
                  </a:lnTo>
                  <a:lnTo>
                    <a:pt x="1051" y="205"/>
                  </a:lnTo>
                  <a:lnTo>
                    <a:pt x="1118" y="819"/>
                  </a:lnTo>
                  <a:lnTo>
                    <a:pt x="1222" y="347"/>
                  </a:lnTo>
                  <a:lnTo>
                    <a:pt x="1270" y="499"/>
                  </a:lnTo>
                  <a:lnTo>
                    <a:pt x="1540" y="499"/>
                  </a:lnTo>
                  <a:lnTo>
                    <a:pt x="1550" y="424"/>
                  </a:lnTo>
                  <a:lnTo>
                    <a:pt x="1545" y="414"/>
                  </a:lnTo>
                  <a:lnTo>
                    <a:pt x="1529" y="387"/>
                  </a:lnTo>
                  <a:lnTo>
                    <a:pt x="1518" y="475"/>
                  </a:lnTo>
                  <a:lnTo>
                    <a:pt x="1289" y="475"/>
                  </a:lnTo>
                  <a:lnTo>
                    <a:pt x="1217" y="243"/>
                  </a:lnTo>
                  <a:lnTo>
                    <a:pt x="1126" y="659"/>
                  </a:lnTo>
                  <a:lnTo>
                    <a:pt x="105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Freeform 239"/>
            <p:cNvSpPr>
              <a:spLocks noEditPoints="1"/>
            </p:cNvSpPr>
            <p:nvPr/>
          </p:nvSpPr>
          <p:spPr bwMode="auto">
            <a:xfrm>
              <a:off x="10905962" y="1619247"/>
              <a:ext cx="54836" cy="207820"/>
            </a:xfrm>
            <a:custGeom>
              <a:avLst/>
              <a:gdLst>
                <a:gd name="T0" fmla="*/ 125 w 157"/>
                <a:gd name="T1" fmla="*/ 499 h 595"/>
                <a:gd name="T2" fmla="*/ 69 w 157"/>
                <a:gd name="T3" fmla="*/ 595 h 595"/>
                <a:gd name="T4" fmla="*/ 69 w 157"/>
                <a:gd name="T5" fmla="*/ 595 h 595"/>
                <a:gd name="T6" fmla="*/ 125 w 157"/>
                <a:gd name="T7" fmla="*/ 499 h 595"/>
                <a:gd name="T8" fmla="*/ 149 w 157"/>
                <a:gd name="T9" fmla="*/ 262 h 595"/>
                <a:gd name="T10" fmla="*/ 149 w 157"/>
                <a:gd name="T11" fmla="*/ 262 h 595"/>
                <a:gd name="T12" fmla="*/ 157 w 157"/>
                <a:gd name="T13" fmla="*/ 275 h 595"/>
                <a:gd name="T14" fmla="*/ 149 w 157"/>
                <a:gd name="T15" fmla="*/ 262 h 595"/>
                <a:gd name="T16" fmla="*/ 0 w 157"/>
                <a:gd name="T17" fmla="*/ 0 h 595"/>
                <a:gd name="T18" fmla="*/ 0 w 157"/>
                <a:gd name="T19" fmla="*/ 0 h 595"/>
                <a:gd name="T20" fmla="*/ 18 w 157"/>
                <a:gd name="T21" fmla="*/ 35 h 595"/>
                <a:gd name="T22" fmla="*/ 0 w 157"/>
                <a:gd name="T23" fmla="*/ 0 h 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7" h="595">
                  <a:moveTo>
                    <a:pt x="125" y="499"/>
                  </a:moveTo>
                  <a:lnTo>
                    <a:pt x="69" y="595"/>
                  </a:lnTo>
                  <a:lnTo>
                    <a:pt x="69" y="595"/>
                  </a:lnTo>
                  <a:lnTo>
                    <a:pt x="125" y="499"/>
                  </a:lnTo>
                  <a:close/>
                  <a:moveTo>
                    <a:pt x="149" y="262"/>
                  </a:moveTo>
                  <a:lnTo>
                    <a:pt x="149" y="262"/>
                  </a:lnTo>
                  <a:lnTo>
                    <a:pt x="157" y="275"/>
                  </a:lnTo>
                  <a:lnTo>
                    <a:pt x="149" y="26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18" y="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4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Freeform 240"/>
            <p:cNvSpPr>
              <a:spLocks noEditPoints="1"/>
            </p:cNvSpPr>
            <p:nvPr/>
          </p:nvSpPr>
          <p:spPr bwMode="auto">
            <a:xfrm>
              <a:off x="10905962" y="1619247"/>
              <a:ext cx="54836" cy="207820"/>
            </a:xfrm>
            <a:custGeom>
              <a:avLst/>
              <a:gdLst>
                <a:gd name="T0" fmla="*/ 125 w 157"/>
                <a:gd name="T1" fmla="*/ 499 h 595"/>
                <a:gd name="T2" fmla="*/ 69 w 157"/>
                <a:gd name="T3" fmla="*/ 595 h 595"/>
                <a:gd name="T4" fmla="*/ 69 w 157"/>
                <a:gd name="T5" fmla="*/ 595 h 595"/>
                <a:gd name="T6" fmla="*/ 125 w 157"/>
                <a:gd name="T7" fmla="*/ 499 h 595"/>
                <a:gd name="T8" fmla="*/ 149 w 157"/>
                <a:gd name="T9" fmla="*/ 262 h 595"/>
                <a:gd name="T10" fmla="*/ 149 w 157"/>
                <a:gd name="T11" fmla="*/ 262 h 595"/>
                <a:gd name="T12" fmla="*/ 157 w 157"/>
                <a:gd name="T13" fmla="*/ 275 h 595"/>
                <a:gd name="T14" fmla="*/ 149 w 157"/>
                <a:gd name="T15" fmla="*/ 262 h 595"/>
                <a:gd name="T16" fmla="*/ 0 w 157"/>
                <a:gd name="T17" fmla="*/ 0 h 595"/>
                <a:gd name="T18" fmla="*/ 0 w 157"/>
                <a:gd name="T19" fmla="*/ 0 h 595"/>
                <a:gd name="T20" fmla="*/ 18 w 157"/>
                <a:gd name="T21" fmla="*/ 35 h 595"/>
                <a:gd name="T22" fmla="*/ 0 w 157"/>
                <a:gd name="T23" fmla="*/ 0 h 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7" h="595">
                  <a:moveTo>
                    <a:pt x="125" y="499"/>
                  </a:moveTo>
                  <a:lnTo>
                    <a:pt x="69" y="595"/>
                  </a:lnTo>
                  <a:lnTo>
                    <a:pt x="69" y="595"/>
                  </a:lnTo>
                  <a:lnTo>
                    <a:pt x="125" y="499"/>
                  </a:lnTo>
                  <a:moveTo>
                    <a:pt x="149" y="262"/>
                  </a:moveTo>
                  <a:lnTo>
                    <a:pt x="149" y="262"/>
                  </a:lnTo>
                  <a:lnTo>
                    <a:pt x="157" y="275"/>
                  </a:lnTo>
                  <a:lnTo>
                    <a:pt x="149" y="26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18" y="35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Freeform 242"/>
            <p:cNvSpPr/>
            <p:nvPr/>
          </p:nvSpPr>
          <p:spPr bwMode="auto">
            <a:xfrm>
              <a:off x="10400908" y="1577334"/>
              <a:ext cx="563733" cy="286058"/>
            </a:xfrm>
            <a:custGeom>
              <a:avLst/>
              <a:gdLst>
                <a:gd name="T0" fmla="*/ 928 w 1614"/>
                <a:gd name="T1" fmla="*/ 0 h 819"/>
                <a:gd name="T2" fmla="*/ 859 w 1614"/>
                <a:gd name="T3" fmla="*/ 475 h 819"/>
                <a:gd name="T4" fmla="*/ 629 w 1614"/>
                <a:gd name="T5" fmla="*/ 475 h 819"/>
                <a:gd name="T6" fmla="*/ 560 w 1614"/>
                <a:gd name="T7" fmla="*/ 243 h 819"/>
                <a:gd name="T8" fmla="*/ 469 w 1614"/>
                <a:gd name="T9" fmla="*/ 659 h 819"/>
                <a:gd name="T10" fmla="*/ 394 w 1614"/>
                <a:gd name="T11" fmla="*/ 0 h 819"/>
                <a:gd name="T12" fmla="*/ 325 w 1614"/>
                <a:gd name="T13" fmla="*/ 475 h 819"/>
                <a:gd name="T14" fmla="*/ 0 w 1614"/>
                <a:gd name="T15" fmla="*/ 475 h 819"/>
                <a:gd name="T16" fmla="*/ 0 w 1614"/>
                <a:gd name="T17" fmla="*/ 488 h 819"/>
                <a:gd name="T18" fmla="*/ 8 w 1614"/>
                <a:gd name="T19" fmla="*/ 499 h 819"/>
                <a:gd name="T20" fmla="*/ 349 w 1614"/>
                <a:gd name="T21" fmla="*/ 499 h 819"/>
                <a:gd name="T22" fmla="*/ 392 w 1614"/>
                <a:gd name="T23" fmla="*/ 205 h 819"/>
                <a:gd name="T24" fmla="*/ 458 w 1614"/>
                <a:gd name="T25" fmla="*/ 819 h 819"/>
                <a:gd name="T26" fmla="*/ 563 w 1614"/>
                <a:gd name="T27" fmla="*/ 347 h 819"/>
                <a:gd name="T28" fmla="*/ 611 w 1614"/>
                <a:gd name="T29" fmla="*/ 499 h 819"/>
                <a:gd name="T30" fmla="*/ 883 w 1614"/>
                <a:gd name="T31" fmla="*/ 499 h 819"/>
                <a:gd name="T32" fmla="*/ 925 w 1614"/>
                <a:gd name="T33" fmla="*/ 205 h 819"/>
                <a:gd name="T34" fmla="*/ 992 w 1614"/>
                <a:gd name="T35" fmla="*/ 819 h 819"/>
                <a:gd name="T36" fmla="*/ 1096 w 1614"/>
                <a:gd name="T37" fmla="*/ 347 h 819"/>
                <a:gd name="T38" fmla="*/ 1144 w 1614"/>
                <a:gd name="T39" fmla="*/ 499 h 819"/>
                <a:gd name="T40" fmla="*/ 1416 w 1614"/>
                <a:gd name="T41" fmla="*/ 499 h 819"/>
                <a:gd name="T42" fmla="*/ 1459 w 1614"/>
                <a:gd name="T43" fmla="*/ 205 h 819"/>
                <a:gd name="T44" fmla="*/ 1515 w 1614"/>
                <a:gd name="T45" fmla="*/ 715 h 819"/>
                <a:gd name="T46" fmla="*/ 1571 w 1614"/>
                <a:gd name="T47" fmla="*/ 619 h 819"/>
                <a:gd name="T48" fmla="*/ 1614 w 1614"/>
                <a:gd name="T49" fmla="*/ 416 h 819"/>
                <a:gd name="T50" fmla="*/ 1603 w 1614"/>
                <a:gd name="T51" fmla="*/ 395 h 819"/>
                <a:gd name="T52" fmla="*/ 1595 w 1614"/>
                <a:gd name="T53" fmla="*/ 382 h 819"/>
                <a:gd name="T54" fmla="*/ 1536 w 1614"/>
                <a:gd name="T55" fmla="*/ 659 h 819"/>
                <a:gd name="T56" fmla="*/ 1483 w 1614"/>
                <a:gd name="T57" fmla="*/ 187 h 819"/>
                <a:gd name="T58" fmla="*/ 1464 w 1614"/>
                <a:gd name="T59" fmla="*/ 155 h 819"/>
                <a:gd name="T60" fmla="*/ 1446 w 1614"/>
                <a:gd name="T61" fmla="*/ 120 h 819"/>
                <a:gd name="T62" fmla="*/ 1392 w 1614"/>
                <a:gd name="T63" fmla="*/ 475 h 819"/>
                <a:gd name="T64" fmla="*/ 1163 w 1614"/>
                <a:gd name="T65" fmla="*/ 475 h 819"/>
                <a:gd name="T66" fmla="*/ 1094 w 1614"/>
                <a:gd name="T67" fmla="*/ 243 h 819"/>
                <a:gd name="T68" fmla="*/ 1003 w 1614"/>
                <a:gd name="T69" fmla="*/ 659 h 819"/>
                <a:gd name="T70" fmla="*/ 928 w 1614"/>
                <a:gd name="T71" fmla="*/ 0 h 8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14" h="819">
                  <a:moveTo>
                    <a:pt x="928" y="0"/>
                  </a:moveTo>
                  <a:lnTo>
                    <a:pt x="859" y="475"/>
                  </a:lnTo>
                  <a:lnTo>
                    <a:pt x="629" y="475"/>
                  </a:lnTo>
                  <a:lnTo>
                    <a:pt x="560" y="243"/>
                  </a:lnTo>
                  <a:lnTo>
                    <a:pt x="469" y="659"/>
                  </a:lnTo>
                  <a:lnTo>
                    <a:pt x="394" y="0"/>
                  </a:lnTo>
                  <a:lnTo>
                    <a:pt x="325" y="475"/>
                  </a:lnTo>
                  <a:lnTo>
                    <a:pt x="0" y="475"/>
                  </a:lnTo>
                  <a:lnTo>
                    <a:pt x="0" y="488"/>
                  </a:lnTo>
                  <a:lnTo>
                    <a:pt x="8" y="499"/>
                  </a:lnTo>
                  <a:lnTo>
                    <a:pt x="349" y="499"/>
                  </a:lnTo>
                  <a:lnTo>
                    <a:pt x="392" y="205"/>
                  </a:lnTo>
                  <a:lnTo>
                    <a:pt x="458" y="819"/>
                  </a:lnTo>
                  <a:lnTo>
                    <a:pt x="563" y="347"/>
                  </a:lnTo>
                  <a:lnTo>
                    <a:pt x="611" y="499"/>
                  </a:lnTo>
                  <a:lnTo>
                    <a:pt x="883" y="499"/>
                  </a:lnTo>
                  <a:lnTo>
                    <a:pt x="925" y="205"/>
                  </a:lnTo>
                  <a:lnTo>
                    <a:pt x="992" y="819"/>
                  </a:lnTo>
                  <a:lnTo>
                    <a:pt x="1096" y="347"/>
                  </a:lnTo>
                  <a:lnTo>
                    <a:pt x="1144" y="499"/>
                  </a:lnTo>
                  <a:lnTo>
                    <a:pt x="1416" y="499"/>
                  </a:lnTo>
                  <a:lnTo>
                    <a:pt x="1459" y="205"/>
                  </a:lnTo>
                  <a:lnTo>
                    <a:pt x="1515" y="715"/>
                  </a:lnTo>
                  <a:lnTo>
                    <a:pt x="1571" y="619"/>
                  </a:lnTo>
                  <a:lnTo>
                    <a:pt x="1614" y="416"/>
                  </a:lnTo>
                  <a:lnTo>
                    <a:pt x="1603" y="395"/>
                  </a:lnTo>
                  <a:lnTo>
                    <a:pt x="1595" y="382"/>
                  </a:lnTo>
                  <a:lnTo>
                    <a:pt x="1536" y="659"/>
                  </a:lnTo>
                  <a:lnTo>
                    <a:pt x="1483" y="187"/>
                  </a:lnTo>
                  <a:lnTo>
                    <a:pt x="1464" y="155"/>
                  </a:lnTo>
                  <a:lnTo>
                    <a:pt x="1446" y="120"/>
                  </a:lnTo>
                  <a:lnTo>
                    <a:pt x="1392" y="475"/>
                  </a:lnTo>
                  <a:lnTo>
                    <a:pt x="1163" y="475"/>
                  </a:lnTo>
                  <a:lnTo>
                    <a:pt x="1094" y="243"/>
                  </a:lnTo>
                  <a:lnTo>
                    <a:pt x="1003" y="659"/>
                  </a:lnTo>
                  <a:lnTo>
                    <a:pt x="92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Freeform 243"/>
            <p:cNvSpPr/>
            <p:nvPr/>
          </p:nvSpPr>
          <p:spPr bwMode="auto">
            <a:xfrm>
              <a:off x="9968503" y="1248315"/>
              <a:ext cx="578402" cy="500514"/>
            </a:xfrm>
            <a:custGeom>
              <a:avLst/>
              <a:gdLst>
                <a:gd name="T0" fmla="*/ 413 w 1656"/>
                <a:gd name="T1" fmla="*/ 1433 h 1433"/>
                <a:gd name="T2" fmla="*/ 0 w 1656"/>
                <a:gd name="T3" fmla="*/ 718 h 1433"/>
                <a:gd name="T4" fmla="*/ 413 w 1656"/>
                <a:gd name="T5" fmla="*/ 0 h 1433"/>
                <a:gd name="T6" fmla="*/ 1240 w 1656"/>
                <a:gd name="T7" fmla="*/ 0 h 1433"/>
                <a:gd name="T8" fmla="*/ 1656 w 1656"/>
                <a:gd name="T9" fmla="*/ 718 h 1433"/>
                <a:gd name="T10" fmla="*/ 1240 w 1656"/>
                <a:gd name="T11" fmla="*/ 1433 h 1433"/>
                <a:gd name="T12" fmla="*/ 413 w 1656"/>
                <a:gd name="T13" fmla="*/ 1433 h 1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6" h="1433">
                  <a:moveTo>
                    <a:pt x="413" y="1433"/>
                  </a:moveTo>
                  <a:lnTo>
                    <a:pt x="0" y="718"/>
                  </a:lnTo>
                  <a:lnTo>
                    <a:pt x="413" y="0"/>
                  </a:lnTo>
                  <a:lnTo>
                    <a:pt x="1240" y="0"/>
                  </a:lnTo>
                  <a:lnTo>
                    <a:pt x="1656" y="718"/>
                  </a:lnTo>
                  <a:lnTo>
                    <a:pt x="1240" y="1433"/>
                  </a:lnTo>
                  <a:lnTo>
                    <a:pt x="413" y="1433"/>
                  </a:lnTo>
                  <a:close/>
                </a:path>
              </a:pathLst>
            </a:custGeom>
            <a:solidFill>
              <a:srgbClr val="24436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Freeform 244"/>
            <p:cNvSpPr/>
            <p:nvPr/>
          </p:nvSpPr>
          <p:spPr bwMode="auto">
            <a:xfrm>
              <a:off x="10116596" y="1357290"/>
              <a:ext cx="281517" cy="282565"/>
            </a:xfrm>
            <a:custGeom>
              <a:avLst/>
              <a:gdLst>
                <a:gd name="T0" fmla="*/ 806 w 806"/>
                <a:gd name="T1" fmla="*/ 555 h 809"/>
                <a:gd name="T2" fmla="*/ 555 w 806"/>
                <a:gd name="T3" fmla="*/ 555 h 809"/>
                <a:gd name="T4" fmla="*/ 555 w 806"/>
                <a:gd name="T5" fmla="*/ 809 h 809"/>
                <a:gd name="T6" fmla="*/ 251 w 806"/>
                <a:gd name="T7" fmla="*/ 809 h 809"/>
                <a:gd name="T8" fmla="*/ 251 w 806"/>
                <a:gd name="T9" fmla="*/ 555 h 809"/>
                <a:gd name="T10" fmla="*/ 0 w 806"/>
                <a:gd name="T11" fmla="*/ 555 h 809"/>
                <a:gd name="T12" fmla="*/ 0 w 806"/>
                <a:gd name="T13" fmla="*/ 254 h 809"/>
                <a:gd name="T14" fmla="*/ 251 w 806"/>
                <a:gd name="T15" fmla="*/ 254 h 809"/>
                <a:gd name="T16" fmla="*/ 251 w 806"/>
                <a:gd name="T17" fmla="*/ 0 h 809"/>
                <a:gd name="T18" fmla="*/ 555 w 806"/>
                <a:gd name="T19" fmla="*/ 0 h 809"/>
                <a:gd name="T20" fmla="*/ 555 w 806"/>
                <a:gd name="T21" fmla="*/ 254 h 809"/>
                <a:gd name="T22" fmla="*/ 806 w 806"/>
                <a:gd name="T23" fmla="*/ 254 h 809"/>
                <a:gd name="T24" fmla="*/ 806 w 806"/>
                <a:gd name="T25" fmla="*/ 555 h 8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06" h="809">
                  <a:moveTo>
                    <a:pt x="806" y="555"/>
                  </a:moveTo>
                  <a:lnTo>
                    <a:pt x="555" y="555"/>
                  </a:lnTo>
                  <a:lnTo>
                    <a:pt x="555" y="809"/>
                  </a:lnTo>
                  <a:lnTo>
                    <a:pt x="251" y="809"/>
                  </a:lnTo>
                  <a:lnTo>
                    <a:pt x="251" y="555"/>
                  </a:lnTo>
                  <a:lnTo>
                    <a:pt x="0" y="555"/>
                  </a:lnTo>
                  <a:lnTo>
                    <a:pt x="0" y="254"/>
                  </a:lnTo>
                  <a:lnTo>
                    <a:pt x="251" y="254"/>
                  </a:lnTo>
                  <a:lnTo>
                    <a:pt x="251" y="0"/>
                  </a:lnTo>
                  <a:lnTo>
                    <a:pt x="555" y="0"/>
                  </a:lnTo>
                  <a:lnTo>
                    <a:pt x="555" y="254"/>
                  </a:lnTo>
                  <a:lnTo>
                    <a:pt x="806" y="254"/>
                  </a:lnTo>
                  <a:lnTo>
                    <a:pt x="806" y="555"/>
                  </a:lnTo>
                  <a:close/>
                </a:path>
              </a:pathLst>
            </a:custGeom>
            <a:solidFill>
              <a:srgbClr val="FFFB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Freeform 245"/>
            <p:cNvSpPr/>
            <p:nvPr/>
          </p:nvSpPr>
          <p:spPr bwMode="auto">
            <a:xfrm>
              <a:off x="10394272" y="1492460"/>
              <a:ext cx="588881" cy="510992"/>
            </a:xfrm>
            <a:custGeom>
              <a:avLst/>
              <a:gdLst>
                <a:gd name="T0" fmla="*/ 1259 w 1686"/>
                <a:gd name="T1" fmla="*/ 1463 h 1463"/>
                <a:gd name="T2" fmla="*/ 424 w 1686"/>
                <a:gd name="T3" fmla="*/ 1463 h 1463"/>
                <a:gd name="T4" fmla="*/ 0 w 1686"/>
                <a:gd name="T5" fmla="*/ 731 h 1463"/>
                <a:gd name="T6" fmla="*/ 424 w 1686"/>
                <a:gd name="T7" fmla="*/ 0 h 1463"/>
                <a:gd name="T8" fmla="*/ 1267 w 1686"/>
                <a:gd name="T9" fmla="*/ 0 h 1463"/>
                <a:gd name="T10" fmla="*/ 1686 w 1686"/>
                <a:gd name="T11" fmla="*/ 723 h 1463"/>
                <a:gd name="T12" fmla="*/ 1657 w 1686"/>
                <a:gd name="T13" fmla="*/ 739 h 1463"/>
                <a:gd name="T14" fmla="*/ 1249 w 1686"/>
                <a:gd name="T15" fmla="*/ 32 h 1463"/>
                <a:gd name="T16" fmla="*/ 443 w 1686"/>
                <a:gd name="T17" fmla="*/ 32 h 1463"/>
                <a:gd name="T18" fmla="*/ 37 w 1686"/>
                <a:gd name="T19" fmla="*/ 731 h 1463"/>
                <a:gd name="T20" fmla="*/ 443 w 1686"/>
                <a:gd name="T21" fmla="*/ 1431 h 1463"/>
                <a:gd name="T22" fmla="*/ 1259 w 1686"/>
                <a:gd name="T23" fmla="*/ 1431 h 1463"/>
                <a:gd name="T24" fmla="*/ 1259 w 1686"/>
                <a:gd name="T25" fmla="*/ 1463 h 1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86" h="1463">
                  <a:moveTo>
                    <a:pt x="1259" y="1463"/>
                  </a:moveTo>
                  <a:lnTo>
                    <a:pt x="424" y="1463"/>
                  </a:lnTo>
                  <a:lnTo>
                    <a:pt x="0" y="731"/>
                  </a:lnTo>
                  <a:lnTo>
                    <a:pt x="424" y="0"/>
                  </a:lnTo>
                  <a:lnTo>
                    <a:pt x="1267" y="0"/>
                  </a:lnTo>
                  <a:lnTo>
                    <a:pt x="1686" y="723"/>
                  </a:lnTo>
                  <a:lnTo>
                    <a:pt x="1657" y="739"/>
                  </a:lnTo>
                  <a:lnTo>
                    <a:pt x="1249" y="32"/>
                  </a:lnTo>
                  <a:lnTo>
                    <a:pt x="443" y="32"/>
                  </a:lnTo>
                  <a:lnTo>
                    <a:pt x="37" y="731"/>
                  </a:lnTo>
                  <a:lnTo>
                    <a:pt x="443" y="1431"/>
                  </a:lnTo>
                  <a:lnTo>
                    <a:pt x="1259" y="1431"/>
                  </a:lnTo>
                  <a:lnTo>
                    <a:pt x="1259" y="1463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Oval 246"/>
            <p:cNvSpPr>
              <a:spLocks noChangeArrowheads="1"/>
            </p:cNvSpPr>
            <p:nvPr/>
          </p:nvSpPr>
          <p:spPr bwMode="auto">
            <a:xfrm>
              <a:off x="10370172" y="1718092"/>
              <a:ext cx="62171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Oval 247"/>
            <p:cNvSpPr>
              <a:spLocks noChangeArrowheads="1"/>
            </p:cNvSpPr>
            <p:nvPr/>
          </p:nvSpPr>
          <p:spPr bwMode="auto">
            <a:xfrm>
              <a:off x="10946827" y="1718092"/>
              <a:ext cx="62521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Oval 248"/>
            <p:cNvSpPr>
              <a:spLocks noChangeArrowheads="1"/>
            </p:cNvSpPr>
            <p:nvPr/>
          </p:nvSpPr>
          <p:spPr bwMode="auto">
            <a:xfrm>
              <a:off x="10514423" y="1467312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Oval 249"/>
            <p:cNvSpPr>
              <a:spLocks noChangeArrowheads="1"/>
            </p:cNvSpPr>
            <p:nvPr/>
          </p:nvSpPr>
          <p:spPr bwMode="auto">
            <a:xfrm>
              <a:off x="10514423" y="1966079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Oval 250"/>
            <p:cNvSpPr>
              <a:spLocks noChangeArrowheads="1"/>
            </p:cNvSpPr>
            <p:nvPr/>
          </p:nvSpPr>
          <p:spPr bwMode="auto">
            <a:xfrm>
              <a:off x="10802576" y="1467312"/>
              <a:ext cx="61473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Oval 251"/>
            <p:cNvSpPr>
              <a:spLocks noChangeArrowheads="1"/>
            </p:cNvSpPr>
            <p:nvPr/>
          </p:nvSpPr>
          <p:spPr bwMode="auto">
            <a:xfrm>
              <a:off x="10802576" y="1966079"/>
              <a:ext cx="61473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Freeform 252"/>
            <p:cNvSpPr/>
            <p:nvPr/>
          </p:nvSpPr>
          <p:spPr bwMode="auto">
            <a:xfrm>
              <a:off x="10828422" y="743960"/>
              <a:ext cx="587134" cy="258116"/>
            </a:xfrm>
            <a:custGeom>
              <a:avLst/>
              <a:gdLst>
                <a:gd name="T0" fmla="*/ 1652 w 1681"/>
                <a:gd name="T1" fmla="*/ 739 h 739"/>
                <a:gd name="T2" fmla="*/ 1244 w 1681"/>
                <a:gd name="T3" fmla="*/ 29 h 739"/>
                <a:gd name="T4" fmla="*/ 438 w 1681"/>
                <a:gd name="T5" fmla="*/ 29 h 739"/>
                <a:gd name="T6" fmla="*/ 27 w 1681"/>
                <a:gd name="T7" fmla="*/ 739 h 739"/>
                <a:gd name="T8" fmla="*/ 0 w 1681"/>
                <a:gd name="T9" fmla="*/ 723 h 739"/>
                <a:gd name="T10" fmla="*/ 419 w 1681"/>
                <a:gd name="T11" fmla="*/ 0 h 739"/>
                <a:gd name="T12" fmla="*/ 1262 w 1681"/>
                <a:gd name="T13" fmla="*/ 0 h 739"/>
                <a:gd name="T14" fmla="*/ 1681 w 1681"/>
                <a:gd name="T15" fmla="*/ 723 h 739"/>
                <a:gd name="T16" fmla="*/ 1652 w 1681"/>
                <a:gd name="T17" fmla="*/ 739 h 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81" h="739">
                  <a:moveTo>
                    <a:pt x="1652" y="739"/>
                  </a:moveTo>
                  <a:lnTo>
                    <a:pt x="1244" y="29"/>
                  </a:lnTo>
                  <a:lnTo>
                    <a:pt x="438" y="29"/>
                  </a:lnTo>
                  <a:lnTo>
                    <a:pt x="27" y="739"/>
                  </a:lnTo>
                  <a:lnTo>
                    <a:pt x="0" y="723"/>
                  </a:lnTo>
                  <a:lnTo>
                    <a:pt x="419" y="0"/>
                  </a:lnTo>
                  <a:lnTo>
                    <a:pt x="1262" y="0"/>
                  </a:lnTo>
                  <a:lnTo>
                    <a:pt x="1681" y="723"/>
                  </a:lnTo>
                  <a:lnTo>
                    <a:pt x="1652" y="739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Oval 253"/>
            <p:cNvSpPr>
              <a:spLocks noChangeArrowheads="1"/>
            </p:cNvSpPr>
            <p:nvPr/>
          </p:nvSpPr>
          <p:spPr bwMode="auto">
            <a:xfrm>
              <a:off x="10802576" y="968544"/>
              <a:ext cx="6217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Oval 254"/>
            <p:cNvSpPr>
              <a:spLocks noChangeArrowheads="1"/>
            </p:cNvSpPr>
            <p:nvPr/>
          </p:nvSpPr>
          <p:spPr bwMode="auto">
            <a:xfrm>
              <a:off x="11379232" y="968544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Oval 255"/>
            <p:cNvSpPr>
              <a:spLocks noChangeArrowheads="1"/>
            </p:cNvSpPr>
            <p:nvPr/>
          </p:nvSpPr>
          <p:spPr bwMode="auto">
            <a:xfrm>
              <a:off x="10946827" y="718811"/>
              <a:ext cx="62521" cy="6217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Oval 256"/>
            <p:cNvSpPr>
              <a:spLocks noChangeArrowheads="1"/>
            </p:cNvSpPr>
            <p:nvPr/>
          </p:nvSpPr>
          <p:spPr bwMode="auto">
            <a:xfrm>
              <a:off x="10946827" y="1217579"/>
              <a:ext cx="62521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Oval 257"/>
            <p:cNvSpPr>
              <a:spLocks noChangeArrowheads="1"/>
            </p:cNvSpPr>
            <p:nvPr/>
          </p:nvSpPr>
          <p:spPr bwMode="auto">
            <a:xfrm>
              <a:off x="11234981" y="718811"/>
              <a:ext cx="61473" cy="6217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Oval 258"/>
            <p:cNvSpPr>
              <a:spLocks noChangeArrowheads="1"/>
            </p:cNvSpPr>
            <p:nvPr/>
          </p:nvSpPr>
          <p:spPr bwMode="auto">
            <a:xfrm>
              <a:off x="11234981" y="1217579"/>
              <a:ext cx="61473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Freeform 259"/>
            <p:cNvSpPr/>
            <p:nvPr/>
          </p:nvSpPr>
          <p:spPr bwMode="auto">
            <a:xfrm>
              <a:off x="11260827" y="495973"/>
              <a:ext cx="153682" cy="255321"/>
            </a:xfrm>
            <a:custGeom>
              <a:avLst/>
              <a:gdLst>
                <a:gd name="T0" fmla="*/ 27 w 440"/>
                <a:gd name="T1" fmla="*/ 731 h 731"/>
                <a:gd name="T2" fmla="*/ 0 w 440"/>
                <a:gd name="T3" fmla="*/ 715 h 731"/>
                <a:gd name="T4" fmla="*/ 414 w 440"/>
                <a:gd name="T5" fmla="*/ 0 h 731"/>
                <a:gd name="T6" fmla="*/ 440 w 440"/>
                <a:gd name="T7" fmla="*/ 16 h 731"/>
                <a:gd name="T8" fmla="*/ 27 w 440"/>
                <a:gd name="T9" fmla="*/ 731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0" h="731">
                  <a:moveTo>
                    <a:pt x="27" y="731"/>
                  </a:moveTo>
                  <a:lnTo>
                    <a:pt x="0" y="715"/>
                  </a:lnTo>
                  <a:lnTo>
                    <a:pt x="414" y="0"/>
                  </a:lnTo>
                  <a:lnTo>
                    <a:pt x="440" y="16"/>
                  </a:lnTo>
                  <a:lnTo>
                    <a:pt x="27" y="731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Oval 260"/>
            <p:cNvSpPr>
              <a:spLocks noChangeArrowheads="1"/>
            </p:cNvSpPr>
            <p:nvPr/>
          </p:nvSpPr>
          <p:spPr bwMode="auto">
            <a:xfrm>
              <a:off x="11379232" y="468031"/>
              <a:ext cx="62521" cy="6217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Freeform 261"/>
            <p:cNvSpPr/>
            <p:nvPr/>
          </p:nvSpPr>
          <p:spPr bwMode="auto">
            <a:xfrm>
              <a:off x="9532257" y="1497000"/>
              <a:ext cx="153682" cy="255670"/>
            </a:xfrm>
            <a:custGeom>
              <a:avLst/>
              <a:gdLst>
                <a:gd name="T0" fmla="*/ 27 w 440"/>
                <a:gd name="T1" fmla="*/ 732 h 732"/>
                <a:gd name="T2" fmla="*/ 0 w 440"/>
                <a:gd name="T3" fmla="*/ 716 h 732"/>
                <a:gd name="T4" fmla="*/ 411 w 440"/>
                <a:gd name="T5" fmla="*/ 0 h 732"/>
                <a:gd name="T6" fmla="*/ 440 w 440"/>
                <a:gd name="T7" fmla="*/ 16 h 732"/>
                <a:gd name="T8" fmla="*/ 27 w 440"/>
                <a:gd name="T9" fmla="*/ 732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0" h="732">
                  <a:moveTo>
                    <a:pt x="27" y="732"/>
                  </a:moveTo>
                  <a:lnTo>
                    <a:pt x="0" y="716"/>
                  </a:lnTo>
                  <a:lnTo>
                    <a:pt x="411" y="0"/>
                  </a:lnTo>
                  <a:lnTo>
                    <a:pt x="440" y="16"/>
                  </a:lnTo>
                  <a:lnTo>
                    <a:pt x="27" y="732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Oval 262"/>
            <p:cNvSpPr>
              <a:spLocks noChangeArrowheads="1"/>
            </p:cNvSpPr>
            <p:nvPr/>
          </p:nvSpPr>
          <p:spPr bwMode="auto">
            <a:xfrm>
              <a:off x="9505362" y="1719839"/>
              <a:ext cx="6217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Oval 263"/>
            <p:cNvSpPr>
              <a:spLocks noChangeArrowheads="1"/>
            </p:cNvSpPr>
            <p:nvPr/>
          </p:nvSpPr>
          <p:spPr bwMode="auto">
            <a:xfrm>
              <a:off x="9650661" y="1470106"/>
              <a:ext cx="61473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Freeform 264"/>
            <p:cNvSpPr/>
            <p:nvPr/>
          </p:nvSpPr>
          <p:spPr bwMode="auto">
            <a:xfrm>
              <a:off x="11693232" y="1244473"/>
              <a:ext cx="153682" cy="255321"/>
            </a:xfrm>
            <a:custGeom>
              <a:avLst/>
              <a:gdLst>
                <a:gd name="T0" fmla="*/ 27 w 440"/>
                <a:gd name="T1" fmla="*/ 731 h 731"/>
                <a:gd name="T2" fmla="*/ 0 w 440"/>
                <a:gd name="T3" fmla="*/ 715 h 731"/>
                <a:gd name="T4" fmla="*/ 411 w 440"/>
                <a:gd name="T5" fmla="*/ 0 h 731"/>
                <a:gd name="T6" fmla="*/ 440 w 440"/>
                <a:gd name="T7" fmla="*/ 16 h 731"/>
                <a:gd name="T8" fmla="*/ 27 w 440"/>
                <a:gd name="T9" fmla="*/ 731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0" h="731">
                  <a:moveTo>
                    <a:pt x="27" y="731"/>
                  </a:moveTo>
                  <a:lnTo>
                    <a:pt x="0" y="715"/>
                  </a:lnTo>
                  <a:lnTo>
                    <a:pt x="411" y="0"/>
                  </a:lnTo>
                  <a:lnTo>
                    <a:pt x="440" y="16"/>
                  </a:lnTo>
                  <a:lnTo>
                    <a:pt x="27" y="731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Oval 265"/>
            <p:cNvSpPr>
              <a:spLocks noChangeArrowheads="1"/>
            </p:cNvSpPr>
            <p:nvPr/>
          </p:nvSpPr>
          <p:spPr bwMode="auto">
            <a:xfrm>
              <a:off x="11666338" y="1467312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Oval 266"/>
            <p:cNvSpPr>
              <a:spLocks noChangeArrowheads="1"/>
            </p:cNvSpPr>
            <p:nvPr/>
          </p:nvSpPr>
          <p:spPr bwMode="auto">
            <a:xfrm>
              <a:off x="11811636" y="1217579"/>
              <a:ext cx="61473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8" name="Freeform 267"/>
            <p:cNvSpPr/>
            <p:nvPr/>
          </p:nvSpPr>
          <p:spPr bwMode="auto">
            <a:xfrm>
              <a:off x="10397066" y="495973"/>
              <a:ext cx="153682" cy="255321"/>
            </a:xfrm>
            <a:custGeom>
              <a:avLst/>
              <a:gdLst>
                <a:gd name="T0" fmla="*/ 27 w 440"/>
                <a:gd name="T1" fmla="*/ 731 h 731"/>
                <a:gd name="T2" fmla="*/ 0 w 440"/>
                <a:gd name="T3" fmla="*/ 715 h 731"/>
                <a:gd name="T4" fmla="*/ 411 w 440"/>
                <a:gd name="T5" fmla="*/ 0 h 731"/>
                <a:gd name="T6" fmla="*/ 440 w 440"/>
                <a:gd name="T7" fmla="*/ 16 h 731"/>
                <a:gd name="T8" fmla="*/ 27 w 440"/>
                <a:gd name="T9" fmla="*/ 731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0" h="731">
                  <a:moveTo>
                    <a:pt x="27" y="731"/>
                  </a:moveTo>
                  <a:lnTo>
                    <a:pt x="0" y="715"/>
                  </a:lnTo>
                  <a:lnTo>
                    <a:pt x="411" y="0"/>
                  </a:lnTo>
                  <a:lnTo>
                    <a:pt x="440" y="16"/>
                  </a:lnTo>
                  <a:lnTo>
                    <a:pt x="27" y="731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Oval 268"/>
            <p:cNvSpPr>
              <a:spLocks noChangeArrowheads="1"/>
            </p:cNvSpPr>
            <p:nvPr/>
          </p:nvSpPr>
          <p:spPr bwMode="auto">
            <a:xfrm>
              <a:off x="10370172" y="718811"/>
              <a:ext cx="62171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Oval 269"/>
            <p:cNvSpPr>
              <a:spLocks noChangeArrowheads="1"/>
            </p:cNvSpPr>
            <p:nvPr/>
          </p:nvSpPr>
          <p:spPr bwMode="auto">
            <a:xfrm>
              <a:off x="10515470" y="468031"/>
              <a:ext cx="61473" cy="6217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" name="Freeform 270"/>
            <p:cNvSpPr/>
            <p:nvPr/>
          </p:nvSpPr>
          <p:spPr bwMode="auto">
            <a:xfrm>
              <a:off x="10397066" y="245192"/>
              <a:ext cx="153682" cy="255321"/>
            </a:xfrm>
            <a:custGeom>
              <a:avLst/>
              <a:gdLst>
                <a:gd name="T0" fmla="*/ 413 w 440"/>
                <a:gd name="T1" fmla="*/ 731 h 731"/>
                <a:gd name="T2" fmla="*/ 0 w 440"/>
                <a:gd name="T3" fmla="*/ 16 h 731"/>
                <a:gd name="T4" fmla="*/ 27 w 440"/>
                <a:gd name="T5" fmla="*/ 0 h 731"/>
                <a:gd name="T6" fmla="*/ 440 w 440"/>
                <a:gd name="T7" fmla="*/ 715 h 731"/>
                <a:gd name="T8" fmla="*/ 413 w 440"/>
                <a:gd name="T9" fmla="*/ 731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0" h="731">
                  <a:moveTo>
                    <a:pt x="413" y="731"/>
                  </a:moveTo>
                  <a:lnTo>
                    <a:pt x="0" y="16"/>
                  </a:lnTo>
                  <a:lnTo>
                    <a:pt x="27" y="0"/>
                  </a:lnTo>
                  <a:lnTo>
                    <a:pt x="440" y="715"/>
                  </a:lnTo>
                  <a:lnTo>
                    <a:pt x="413" y="731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2" name="Oval 271"/>
            <p:cNvSpPr>
              <a:spLocks noChangeArrowheads="1"/>
            </p:cNvSpPr>
            <p:nvPr/>
          </p:nvSpPr>
          <p:spPr bwMode="auto">
            <a:xfrm>
              <a:off x="10370172" y="217949"/>
              <a:ext cx="62171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" name="Freeform 272"/>
            <p:cNvSpPr/>
            <p:nvPr/>
          </p:nvSpPr>
          <p:spPr bwMode="auto">
            <a:xfrm>
              <a:off x="9532257" y="748500"/>
              <a:ext cx="153682" cy="255321"/>
            </a:xfrm>
            <a:custGeom>
              <a:avLst/>
              <a:gdLst>
                <a:gd name="T0" fmla="*/ 413 w 440"/>
                <a:gd name="T1" fmla="*/ 731 h 731"/>
                <a:gd name="T2" fmla="*/ 0 w 440"/>
                <a:gd name="T3" fmla="*/ 16 h 731"/>
                <a:gd name="T4" fmla="*/ 27 w 440"/>
                <a:gd name="T5" fmla="*/ 0 h 731"/>
                <a:gd name="T6" fmla="*/ 440 w 440"/>
                <a:gd name="T7" fmla="*/ 715 h 731"/>
                <a:gd name="T8" fmla="*/ 413 w 440"/>
                <a:gd name="T9" fmla="*/ 731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0" h="731">
                  <a:moveTo>
                    <a:pt x="413" y="731"/>
                  </a:moveTo>
                  <a:lnTo>
                    <a:pt x="0" y="16"/>
                  </a:lnTo>
                  <a:lnTo>
                    <a:pt x="27" y="0"/>
                  </a:lnTo>
                  <a:lnTo>
                    <a:pt x="440" y="715"/>
                  </a:lnTo>
                  <a:lnTo>
                    <a:pt x="413" y="731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Oval 273"/>
            <p:cNvSpPr>
              <a:spLocks noChangeArrowheads="1"/>
            </p:cNvSpPr>
            <p:nvPr/>
          </p:nvSpPr>
          <p:spPr bwMode="auto">
            <a:xfrm>
              <a:off x="9650661" y="971339"/>
              <a:ext cx="61473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5" name="Oval 274"/>
            <p:cNvSpPr>
              <a:spLocks noChangeArrowheads="1"/>
            </p:cNvSpPr>
            <p:nvPr/>
          </p:nvSpPr>
          <p:spPr bwMode="auto">
            <a:xfrm>
              <a:off x="9505362" y="720558"/>
              <a:ext cx="6217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Freeform 275"/>
            <p:cNvSpPr/>
            <p:nvPr/>
          </p:nvSpPr>
          <p:spPr bwMode="auto">
            <a:xfrm>
              <a:off x="9962915" y="1244473"/>
              <a:ext cx="438692" cy="510992"/>
            </a:xfrm>
            <a:custGeom>
              <a:avLst/>
              <a:gdLst>
                <a:gd name="T0" fmla="*/ 1256 w 1256"/>
                <a:gd name="T1" fmla="*/ 1463 h 1463"/>
                <a:gd name="T2" fmla="*/ 421 w 1256"/>
                <a:gd name="T3" fmla="*/ 1463 h 1463"/>
                <a:gd name="T4" fmla="*/ 0 w 1256"/>
                <a:gd name="T5" fmla="*/ 731 h 1463"/>
                <a:gd name="T6" fmla="*/ 421 w 1256"/>
                <a:gd name="T7" fmla="*/ 0 h 1463"/>
                <a:gd name="T8" fmla="*/ 1256 w 1256"/>
                <a:gd name="T9" fmla="*/ 0 h 1463"/>
                <a:gd name="T10" fmla="*/ 1256 w 1256"/>
                <a:gd name="T11" fmla="*/ 32 h 1463"/>
                <a:gd name="T12" fmla="*/ 440 w 1256"/>
                <a:gd name="T13" fmla="*/ 32 h 1463"/>
                <a:gd name="T14" fmla="*/ 37 w 1256"/>
                <a:gd name="T15" fmla="*/ 731 h 1463"/>
                <a:gd name="T16" fmla="*/ 440 w 1256"/>
                <a:gd name="T17" fmla="*/ 1431 h 1463"/>
                <a:gd name="T18" fmla="*/ 1256 w 1256"/>
                <a:gd name="T19" fmla="*/ 1431 h 1463"/>
                <a:gd name="T20" fmla="*/ 1256 w 1256"/>
                <a:gd name="T21" fmla="*/ 1463 h 1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56" h="1463">
                  <a:moveTo>
                    <a:pt x="1256" y="1463"/>
                  </a:moveTo>
                  <a:lnTo>
                    <a:pt x="421" y="1463"/>
                  </a:lnTo>
                  <a:lnTo>
                    <a:pt x="0" y="731"/>
                  </a:lnTo>
                  <a:lnTo>
                    <a:pt x="421" y="0"/>
                  </a:lnTo>
                  <a:lnTo>
                    <a:pt x="1256" y="0"/>
                  </a:lnTo>
                  <a:lnTo>
                    <a:pt x="1256" y="32"/>
                  </a:lnTo>
                  <a:lnTo>
                    <a:pt x="440" y="32"/>
                  </a:lnTo>
                  <a:lnTo>
                    <a:pt x="37" y="731"/>
                  </a:lnTo>
                  <a:lnTo>
                    <a:pt x="440" y="1431"/>
                  </a:lnTo>
                  <a:lnTo>
                    <a:pt x="1256" y="1431"/>
                  </a:lnTo>
                  <a:lnTo>
                    <a:pt x="1256" y="1463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Oval 276"/>
            <p:cNvSpPr>
              <a:spLocks noChangeArrowheads="1"/>
            </p:cNvSpPr>
            <p:nvPr/>
          </p:nvSpPr>
          <p:spPr bwMode="auto">
            <a:xfrm>
              <a:off x="9937767" y="1470106"/>
              <a:ext cx="62171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Oval 277"/>
            <p:cNvSpPr>
              <a:spLocks noChangeArrowheads="1"/>
            </p:cNvSpPr>
            <p:nvPr/>
          </p:nvSpPr>
          <p:spPr bwMode="auto">
            <a:xfrm>
              <a:off x="10083066" y="1219325"/>
              <a:ext cx="61473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Oval 278"/>
            <p:cNvSpPr>
              <a:spLocks noChangeArrowheads="1"/>
            </p:cNvSpPr>
            <p:nvPr/>
          </p:nvSpPr>
          <p:spPr bwMode="auto">
            <a:xfrm>
              <a:off x="10083066" y="1718092"/>
              <a:ext cx="61473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Oval 279"/>
            <p:cNvSpPr>
              <a:spLocks noChangeArrowheads="1"/>
            </p:cNvSpPr>
            <p:nvPr/>
          </p:nvSpPr>
          <p:spPr bwMode="auto">
            <a:xfrm>
              <a:off x="10370172" y="1219325"/>
              <a:ext cx="6217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1" name="Freeform 280"/>
            <p:cNvSpPr/>
            <p:nvPr/>
          </p:nvSpPr>
          <p:spPr bwMode="auto">
            <a:xfrm>
              <a:off x="10395319" y="993693"/>
              <a:ext cx="587833" cy="508198"/>
            </a:xfrm>
            <a:custGeom>
              <a:avLst/>
              <a:gdLst>
                <a:gd name="T0" fmla="*/ 416 w 1683"/>
                <a:gd name="T1" fmla="*/ 1455 h 1455"/>
                <a:gd name="T2" fmla="*/ 0 w 1683"/>
                <a:gd name="T3" fmla="*/ 731 h 1455"/>
                <a:gd name="T4" fmla="*/ 421 w 1683"/>
                <a:gd name="T5" fmla="*/ 0 h 1455"/>
                <a:gd name="T6" fmla="*/ 1264 w 1683"/>
                <a:gd name="T7" fmla="*/ 0 h 1455"/>
                <a:gd name="T8" fmla="*/ 1683 w 1683"/>
                <a:gd name="T9" fmla="*/ 723 h 1455"/>
                <a:gd name="T10" fmla="*/ 1654 w 1683"/>
                <a:gd name="T11" fmla="*/ 739 h 1455"/>
                <a:gd name="T12" fmla="*/ 1246 w 1683"/>
                <a:gd name="T13" fmla="*/ 32 h 1455"/>
                <a:gd name="T14" fmla="*/ 440 w 1683"/>
                <a:gd name="T15" fmla="*/ 32 h 1455"/>
                <a:gd name="T16" fmla="*/ 34 w 1683"/>
                <a:gd name="T17" fmla="*/ 731 h 1455"/>
                <a:gd name="T18" fmla="*/ 442 w 1683"/>
                <a:gd name="T19" fmla="*/ 1439 h 1455"/>
                <a:gd name="T20" fmla="*/ 416 w 1683"/>
                <a:gd name="T21" fmla="*/ 1455 h 14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683" h="1455">
                  <a:moveTo>
                    <a:pt x="416" y="1455"/>
                  </a:moveTo>
                  <a:lnTo>
                    <a:pt x="0" y="731"/>
                  </a:lnTo>
                  <a:lnTo>
                    <a:pt x="421" y="0"/>
                  </a:lnTo>
                  <a:lnTo>
                    <a:pt x="1264" y="0"/>
                  </a:lnTo>
                  <a:lnTo>
                    <a:pt x="1683" y="723"/>
                  </a:lnTo>
                  <a:lnTo>
                    <a:pt x="1654" y="739"/>
                  </a:lnTo>
                  <a:lnTo>
                    <a:pt x="1246" y="32"/>
                  </a:lnTo>
                  <a:lnTo>
                    <a:pt x="440" y="32"/>
                  </a:lnTo>
                  <a:lnTo>
                    <a:pt x="34" y="731"/>
                  </a:lnTo>
                  <a:lnTo>
                    <a:pt x="442" y="1439"/>
                  </a:lnTo>
                  <a:lnTo>
                    <a:pt x="416" y="1455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" name="Oval 281"/>
            <p:cNvSpPr>
              <a:spLocks noChangeArrowheads="1"/>
            </p:cNvSpPr>
            <p:nvPr/>
          </p:nvSpPr>
          <p:spPr bwMode="auto">
            <a:xfrm>
              <a:off x="10514423" y="968544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" name="Freeform 282"/>
            <p:cNvSpPr/>
            <p:nvPr/>
          </p:nvSpPr>
          <p:spPr bwMode="auto">
            <a:xfrm>
              <a:off x="9964661" y="742912"/>
              <a:ext cx="436945" cy="258116"/>
            </a:xfrm>
            <a:custGeom>
              <a:avLst/>
              <a:gdLst>
                <a:gd name="T0" fmla="*/ 27 w 1251"/>
                <a:gd name="T1" fmla="*/ 739 h 739"/>
                <a:gd name="T2" fmla="*/ 0 w 1251"/>
                <a:gd name="T3" fmla="*/ 723 h 739"/>
                <a:gd name="T4" fmla="*/ 416 w 1251"/>
                <a:gd name="T5" fmla="*/ 0 h 739"/>
                <a:gd name="T6" fmla="*/ 1251 w 1251"/>
                <a:gd name="T7" fmla="*/ 0 h 739"/>
                <a:gd name="T8" fmla="*/ 1251 w 1251"/>
                <a:gd name="T9" fmla="*/ 32 h 739"/>
                <a:gd name="T10" fmla="*/ 435 w 1251"/>
                <a:gd name="T11" fmla="*/ 32 h 739"/>
                <a:gd name="T12" fmla="*/ 27 w 1251"/>
                <a:gd name="T13" fmla="*/ 739 h 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51" h="739">
                  <a:moveTo>
                    <a:pt x="27" y="739"/>
                  </a:moveTo>
                  <a:lnTo>
                    <a:pt x="0" y="723"/>
                  </a:lnTo>
                  <a:lnTo>
                    <a:pt x="416" y="0"/>
                  </a:lnTo>
                  <a:lnTo>
                    <a:pt x="1251" y="0"/>
                  </a:lnTo>
                  <a:lnTo>
                    <a:pt x="1251" y="32"/>
                  </a:lnTo>
                  <a:lnTo>
                    <a:pt x="435" y="32"/>
                  </a:lnTo>
                  <a:lnTo>
                    <a:pt x="27" y="739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Oval 283"/>
            <p:cNvSpPr>
              <a:spLocks noChangeArrowheads="1"/>
            </p:cNvSpPr>
            <p:nvPr/>
          </p:nvSpPr>
          <p:spPr bwMode="auto">
            <a:xfrm>
              <a:off x="10083066" y="718811"/>
              <a:ext cx="61473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" name="Freeform 284"/>
            <p:cNvSpPr/>
            <p:nvPr/>
          </p:nvSpPr>
          <p:spPr bwMode="auto">
            <a:xfrm>
              <a:off x="11259081" y="1492460"/>
              <a:ext cx="587833" cy="510992"/>
            </a:xfrm>
            <a:custGeom>
              <a:avLst/>
              <a:gdLst>
                <a:gd name="T0" fmla="*/ 1257 w 1683"/>
                <a:gd name="T1" fmla="*/ 1463 h 1463"/>
                <a:gd name="T2" fmla="*/ 421 w 1683"/>
                <a:gd name="T3" fmla="*/ 1463 h 1463"/>
                <a:gd name="T4" fmla="*/ 0 w 1683"/>
                <a:gd name="T5" fmla="*/ 731 h 1463"/>
                <a:gd name="T6" fmla="*/ 421 w 1683"/>
                <a:gd name="T7" fmla="*/ 0 h 1463"/>
                <a:gd name="T8" fmla="*/ 1267 w 1683"/>
                <a:gd name="T9" fmla="*/ 0 h 1463"/>
                <a:gd name="T10" fmla="*/ 1683 w 1683"/>
                <a:gd name="T11" fmla="*/ 723 h 1463"/>
                <a:gd name="T12" fmla="*/ 1657 w 1683"/>
                <a:gd name="T13" fmla="*/ 739 h 1463"/>
                <a:gd name="T14" fmla="*/ 1249 w 1683"/>
                <a:gd name="T15" fmla="*/ 32 h 1463"/>
                <a:gd name="T16" fmla="*/ 440 w 1683"/>
                <a:gd name="T17" fmla="*/ 32 h 1463"/>
                <a:gd name="T18" fmla="*/ 37 w 1683"/>
                <a:gd name="T19" fmla="*/ 731 h 1463"/>
                <a:gd name="T20" fmla="*/ 440 w 1683"/>
                <a:gd name="T21" fmla="*/ 1431 h 1463"/>
                <a:gd name="T22" fmla="*/ 1257 w 1683"/>
                <a:gd name="T23" fmla="*/ 1431 h 1463"/>
                <a:gd name="T24" fmla="*/ 1257 w 1683"/>
                <a:gd name="T25" fmla="*/ 1463 h 1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83" h="1463">
                  <a:moveTo>
                    <a:pt x="1257" y="1463"/>
                  </a:moveTo>
                  <a:lnTo>
                    <a:pt x="421" y="1463"/>
                  </a:lnTo>
                  <a:lnTo>
                    <a:pt x="0" y="731"/>
                  </a:lnTo>
                  <a:lnTo>
                    <a:pt x="421" y="0"/>
                  </a:lnTo>
                  <a:lnTo>
                    <a:pt x="1267" y="0"/>
                  </a:lnTo>
                  <a:lnTo>
                    <a:pt x="1683" y="723"/>
                  </a:lnTo>
                  <a:lnTo>
                    <a:pt x="1657" y="739"/>
                  </a:lnTo>
                  <a:lnTo>
                    <a:pt x="1249" y="32"/>
                  </a:lnTo>
                  <a:lnTo>
                    <a:pt x="440" y="32"/>
                  </a:lnTo>
                  <a:lnTo>
                    <a:pt x="37" y="731"/>
                  </a:lnTo>
                  <a:lnTo>
                    <a:pt x="440" y="1431"/>
                  </a:lnTo>
                  <a:lnTo>
                    <a:pt x="1257" y="1431"/>
                  </a:lnTo>
                  <a:lnTo>
                    <a:pt x="1257" y="1463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Oval 285"/>
            <p:cNvSpPr>
              <a:spLocks noChangeArrowheads="1"/>
            </p:cNvSpPr>
            <p:nvPr/>
          </p:nvSpPr>
          <p:spPr bwMode="auto">
            <a:xfrm>
              <a:off x="11234981" y="1718092"/>
              <a:ext cx="61473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7" name="Oval 286"/>
            <p:cNvSpPr>
              <a:spLocks noChangeArrowheads="1"/>
            </p:cNvSpPr>
            <p:nvPr/>
          </p:nvSpPr>
          <p:spPr bwMode="auto">
            <a:xfrm>
              <a:off x="11811636" y="1718092"/>
              <a:ext cx="61473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" name="Oval 287"/>
            <p:cNvSpPr>
              <a:spLocks noChangeArrowheads="1"/>
            </p:cNvSpPr>
            <p:nvPr/>
          </p:nvSpPr>
          <p:spPr bwMode="auto">
            <a:xfrm>
              <a:off x="11379232" y="1467312"/>
              <a:ext cx="61473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" name="Oval 288"/>
            <p:cNvSpPr>
              <a:spLocks noChangeArrowheads="1"/>
            </p:cNvSpPr>
            <p:nvPr/>
          </p:nvSpPr>
          <p:spPr bwMode="auto">
            <a:xfrm>
              <a:off x="11379232" y="1966079"/>
              <a:ext cx="61473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0" name="Oval 289"/>
            <p:cNvSpPr>
              <a:spLocks noChangeArrowheads="1"/>
            </p:cNvSpPr>
            <p:nvPr/>
          </p:nvSpPr>
          <p:spPr bwMode="auto">
            <a:xfrm>
              <a:off x="11666338" y="1966079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1" name="Freeform 290"/>
            <p:cNvSpPr/>
            <p:nvPr/>
          </p:nvSpPr>
          <p:spPr bwMode="auto">
            <a:xfrm>
              <a:off x="9532257" y="995439"/>
              <a:ext cx="586087" cy="258465"/>
            </a:xfrm>
            <a:custGeom>
              <a:avLst/>
              <a:gdLst>
                <a:gd name="T0" fmla="*/ 27 w 1678"/>
                <a:gd name="T1" fmla="*/ 740 h 740"/>
                <a:gd name="T2" fmla="*/ 0 w 1678"/>
                <a:gd name="T3" fmla="*/ 724 h 740"/>
                <a:gd name="T4" fmla="*/ 416 w 1678"/>
                <a:gd name="T5" fmla="*/ 0 h 740"/>
                <a:gd name="T6" fmla="*/ 1262 w 1678"/>
                <a:gd name="T7" fmla="*/ 0 h 740"/>
                <a:gd name="T8" fmla="*/ 1678 w 1678"/>
                <a:gd name="T9" fmla="*/ 724 h 740"/>
                <a:gd name="T10" fmla="*/ 1651 w 1678"/>
                <a:gd name="T11" fmla="*/ 740 h 740"/>
                <a:gd name="T12" fmla="*/ 1243 w 1678"/>
                <a:gd name="T13" fmla="*/ 32 h 740"/>
                <a:gd name="T14" fmla="*/ 435 w 1678"/>
                <a:gd name="T15" fmla="*/ 32 h 740"/>
                <a:gd name="T16" fmla="*/ 27 w 1678"/>
                <a:gd name="T17" fmla="*/ 740 h 7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8" h="740">
                  <a:moveTo>
                    <a:pt x="27" y="740"/>
                  </a:moveTo>
                  <a:lnTo>
                    <a:pt x="0" y="724"/>
                  </a:lnTo>
                  <a:lnTo>
                    <a:pt x="416" y="0"/>
                  </a:lnTo>
                  <a:lnTo>
                    <a:pt x="1262" y="0"/>
                  </a:lnTo>
                  <a:lnTo>
                    <a:pt x="1678" y="724"/>
                  </a:lnTo>
                  <a:lnTo>
                    <a:pt x="1651" y="740"/>
                  </a:lnTo>
                  <a:lnTo>
                    <a:pt x="1243" y="32"/>
                  </a:lnTo>
                  <a:lnTo>
                    <a:pt x="435" y="32"/>
                  </a:lnTo>
                  <a:lnTo>
                    <a:pt x="27" y="740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2" name="Rectangle 291"/>
            <p:cNvSpPr>
              <a:spLocks noChangeArrowheads="1"/>
            </p:cNvSpPr>
            <p:nvPr/>
          </p:nvSpPr>
          <p:spPr bwMode="auto">
            <a:xfrm>
              <a:off x="9681398" y="1496302"/>
              <a:ext cx="287804" cy="11177"/>
            </a:xfrm>
            <a:prstGeom prst="rect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3" name="Oval 292"/>
            <p:cNvSpPr>
              <a:spLocks noChangeArrowheads="1"/>
            </p:cNvSpPr>
            <p:nvPr/>
          </p:nvSpPr>
          <p:spPr bwMode="auto">
            <a:xfrm>
              <a:off x="9506060" y="1221072"/>
              <a:ext cx="61473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4" name="Oval 293"/>
            <p:cNvSpPr>
              <a:spLocks noChangeArrowheads="1"/>
            </p:cNvSpPr>
            <p:nvPr/>
          </p:nvSpPr>
          <p:spPr bwMode="auto">
            <a:xfrm>
              <a:off x="9937767" y="971339"/>
              <a:ext cx="62171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5" name="Freeform 294"/>
            <p:cNvSpPr/>
            <p:nvPr/>
          </p:nvSpPr>
          <p:spPr bwMode="auto">
            <a:xfrm>
              <a:off x="10828422" y="1241679"/>
              <a:ext cx="587134" cy="258116"/>
            </a:xfrm>
            <a:custGeom>
              <a:avLst/>
              <a:gdLst>
                <a:gd name="T0" fmla="*/ 1652 w 1681"/>
                <a:gd name="T1" fmla="*/ 739 h 739"/>
                <a:gd name="T2" fmla="*/ 1244 w 1681"/>
                <a:gd name="T3" fmla="*/ 32 h 739"/>
                <a:gd name="T4" fmla="*/ 435 w 1681"/>
                <a:gd name="T5" fmla="*/ 32 h 739"/>
                <a:gd name="T6" fmla="*/ 27 w 1681"/>
                <a:gd name="T7" fmla="*/ 739 h 739"/>
                <a:gd name="T8" fmla="*/ 0 w 1681"/>
                <a:gd name="T9" fmla="*/ 723 h 739"/>
                <a:gd name="T10" fmla="*/ 416 w 1681"/>
                <a:gd name="T11" fmla="*/ 0 h 739"/>
                <a:gd name="T12" fmla="*/ 1262 w 1681"/>
                <a:gd name="T13" fmla="*/ 0 h 739"/>
                <a:gd name="T14" fmla="*/ 1681 w 1681"/>
                <a:gd name="T15" fmla="*/ 723 h 739"/>
                <a:gd name="T16" fmla="*/ 1652 w 1681"/>
                <a:gd name="T17" fmla="*/ 739 h 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81" h="739">
                  <a:moveTo>
                    <a:pt x="1652" y="739"/>
                  </a:moveTo>
                  <a:lnTo>
                    <a:pt x="1244" y="32"/>
                  </a:lnTo>
                  <a:lnTo>
                    <a:pt x="435" y="32"/>
                  </a:lnTo>
                  <a:lnTo>
                    <a:pt x="27" y="739"/>
                  </a:lnTo>
                  <a:lnTo>
                    <a:pt x="0" y="723"/>
                  </a:lnTo>
                  <a:lnTo>
                    <a:pt x="416" y="0"/>
                  </a:lnTo>
                  <a:lnTo>
                    <a:pt x="1262" y="0"/>
                  </a:lnTo>
                  <a:lnTo>
                    <a:pt x="1681" y="723"/>
                  </a:lnTo>
                  <a:lnTo>
                    <a:pt x="1652" y="739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6" name="Freeform 295"/>
            <p:cNvSpPr/>
            <p:nvPr/>
          </p:nvSpPr>
          <p:spPr bwMode="auto">
            <a:xfrm>
              <a:off x="10826676" y="2240960"/>
              <a:ext cx="587833" cy="508198"/>
            </a:xfrm>
            <a:custGeom>
              <a:avLst/>
              <a:gdLst>
                <a:gd name="T0" fmla="*/ 419 w 1683"/>
                <a:gd name="T1" fmla="*/ 1455 h 1455"/>
                <a:gd name="T2" fmla="*/ 0 w 1683"/>
                <a:gd name="T3" fmla="*/ 732 h 1455"/>
                <a:gd name="T4" fmla="*/ 421 w 1683"/>
                <a:gd name="T5" fmla="*/ 0 h 1455"/>
                <a:gd name="T6" fmla="*/ 1267 w 1683"/>
                <a:gd name="T7" fmla="*/ 0 h 1455"/>
                <a:gd name="T8" fmla="*/ 1683 w 1683"/>
                <a:gd name="T9" fmla="*/ 724 h 1455"/>
                <a:gd name="T10" fmla="*/ 1657 w 1683"/>
                <a:gd name="T11" fmla="*/ 740 h 1455"/>
                <a:gd name="T12" fmla="*/ 1249 w 1683"/>
                <a:gd name="T13" fmla="*/ 32 h 1455"/>
                <a:gd name="T14" fmla="*/ 440 w 1683"/>
                <a:gd name="T15" fmla="*/ 32 h 1455"/>
                <a:gd name="T16" fmla="*/ 37 w 1683"/>
                <a:gd name="T17" fmla="*/ 732 h 1455"/>
                <a:gd name="T18" fmla="*/ 445 w 1683"/>
                <a:gd name="T19" fmla="*/ 1439 h 1455"/>
                <a:gd name="T20" fmla="*/ 419 w 1683"/>
                <a:gd name="T21" fmla="*/ 1455 h 14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683" h="1455">
                  <a:moveTo>
                    <a:pt x="419" y="1455"/>
                  </a:moveTo>
                  <a:lnTo>
                    <a:pt x="0" y="732"/>
                  </a:lnTo>
                  <a:lnTo>
                    <a:pt x="421" y="0"/>
                  </a:lnTo>
                  <a:lnTo>
                    <a:pt x="1267" y="0"/>
                  </a:lnTo>
                  <a:lnTo>
                    <a:pt x="1683" y="724"/>
                  </a:lnTo>
                  <a:lnTo>
                    <a:pt x="1657" y="740"/>
                  </a:lnTo>
                  <a:lnTo>
                    <a:pt x="1249" y="32"/>
                  </a:lnTo>
                  <a:lnTo>
                    <a:pt x="440" y="32"/>
                  </a:lnTo>
                  <a:lnTo>
                    <a:pt x="37" y="732"/>
                  </a:lnTo>
                  <a:lnTo>
                    <a:pt x="445" y="1439"/>
                  </a:lnTo>
                  <a:lnTo>
                    <a:pt x="419" y="1455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7" name="Oval 296"/>
            <p:cNvSpPr>
              <a:spLocks noChangeArrowheads="1"/>
            </p:cNvSpPr>
            <p:nvPr/>
          </p:nvSpPr>
          <p:spPr bwMode="auto">
            <a:xfrm>
              <a:off x="10802576" y="2466592"/>
              <a:ext cx="61473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8" name="Oval 297"/>
            <p:cNvSpPr>
              <a:spLocks noChangeArrowheads="1"/>
            </p:cNvSpPr>
            <p:nvPr/>
          </p:nvSpPr>
          <p:spPr bwMode="auto">
            <a:xfrm>
              <a:off x="11379232" y="2466592"/>
              <a:ext cx="61473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9" name="Oval 298"/>
            <p:cNvSpPr>
              <a:spLocks noChangeArrowheads="1"/>
            </p:cNvSpPr>
            <p:nvPr/>
          </p:nvSpPr>
          <p:spPr bwMode="auto">
            <a:xfrm>
              <a:off x="10946827" y="2215812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0" name="Oval 299"/>
            <p:cNvSpPr>
              <a:spLocks noChangeArrowheads="1"/>
            </p:cNvSpPr>
            <p:nvPr/>
          </p:nvSpPr>
          <p:spPr bwMode="auto">
            <a:xfrm>
              <a:off x="10946827" y="2714579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1" name="Oval 300"/>
            <p:cNvSpPr>
              <a:spLocks noChangeArrowheads="1"/>
            </p:cNvSpPr>
            <p:nvPr/>
          </p:nvSpPr>
          <p:spPr bwMode="auto">
            <a:xfrm>
              <a:off x="11233933" y="2215812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2" name="Freeform 301"/>
            <p:cNvSpPr/>
            <p:nvPr/>
          </p:nvSpPr>
          <p:spPr bwMode="auto">
            <a:xfrm>
              <a:off x="11260827" y="1995069"/>
              <a:ext cx="154730" cy="256369"/>
            </a:xfrm>
            <a:custGeom>
              <a:avLst/>
              <a:gdLst>
                <a:gd name="T0" fmla="*/ 30 w 443"/>
                <a:gd name="T1" fmla="*/ 734 h 734"/>
                <a:gd name="T2" fmla="*/ 0 w 443"/>
                <a:gd name="T3" fmla="*/ 718 h 734"/>
                <a:gd name="T4" fmla="*/ 414 w 443"/>
                <a:gd name="T5" fmla="*/ 0 h 734"/>
                <a:gd name="T6" fmla="*/ 443 w 443"/>
                <a:gd name="T7" fmla="*/ 16 h 734"/>
                <a:gd name="T8" fmla="*/ 30 w 443"/>
                <a:gd name="T9" fmla="*/ 734 h 7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3" h="734">
                  <a:moveTo>
                    <a:pt x="30" y="734"/>
                  </a:moveTo>
                  <a:lnTo>
                    <a:pt x="0" y="718"/>
                  </a:lnTo>
                  <a:lnTo>
                    <a:pt x="414" y="0"/>
                  </a:lnTo>
                  <a:lnTo>
                    <a:pt x="443" y="16"/>
                  </a:lnTo>
                  <a:lnTo>
                    <a:pt x="30" y="734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3" name="Freeform 302"/>
            <p:cNvSpPr/>
            <p:nvPr/>
          </p:nvSpPr>
          <p:spPr bwMode="auto">
            <a:xfrm>
              <a:off x="10826676" y="1742193"/>
              <a:ext cx="439740" cy="509246"/>
            </a:xfrm>
            <a:custGeom>
              <a:avLst/>
              <a:gdLst>
                <a:gd name="T0" fmla="*/ 419 w 1259"/>
                <a:gd name="T1" fmla="*/ 1458 h 1458"/>
                <a:gd name="T2" fmla="*/ 0 w 1259"/>
                <a:gd name="T3" fmla="*/ 732 h 1458"/>
                <a:gd name="T4" fmla="*/ 421 w 1259"/>
                <a:gd name="T5" fmla="*/ 0 h 1458"/>
                <a:gd name="T6" fmla="*/ 1259 w 1259"/>
                <a:gd name="T7" fmla="*/ 0 h 1458"/>
                <a:gd name="T8" fmla="*/ 1259 w 1259"/>
                <a:gd name="T9" fmla="*/ 32 h 1458"/>
                <a:gd name="T10" fmla="*/ 440 w 1259"/>
                <a:gd name="T11" fmla="*/ 32 h 1458"/>
                <a:gd name="T12" fmla="*/ 37 w 1259"/>
                <a:gd name="T13" fmla="*/ 732 h 1458"/>
                <a:gd name="T14" fmla="*/ 445 w 1259"/>
                <a:gd name="T15" fmla="*/ 1442 h 1458"/>
                <a:gd name="T16" fmla="*/ 419 w 1259"/>
                <a:gd name="T17" fmla="*/ 1458 h 14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9" h="1458">
                  <a:moveTo>
                    <a:pt x="419" y="1458"/>
                  </a:moveTo>
                  <a:lnTo>
                    <a:pt x="0" y="732"/>
                  </a:lnTo>
                  <a:lnTo>
                    <a:pt x="421" y="0"/>
                  </a:lnTo>
                  <a:lnTo>
                    <a:pt x="1259" y="0"/>
                  </a:lnTo>
                  <a:lnTo>
                    <a:pt x="1259" y="32"/>
                  </a:lnTo>
                  <a:lnTo>
                    <a:pt x="440" y="32"/>
                  </a:lnTo>
                  <a:lnTo>
                    <a:pt x="37" y="732"/>
                  </a:lnTo>
                  <a:lnTo>
                    <a:pt x="445" y="1442"/>
                  </a:lnTo>
                  <a:lnTo>
                    <a:pt x="419" y="1458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4" name="Freeform 304"/>
            <p:cNvSpPr/>
            <p:nvPr/>
          </p:nvSpPr>
          <p:spPr bwMode="auto">
            <a:xfrm>
              <a:off x="11236727" y="2015327"/>
              <a:ext cx="955272" cy="967846"/>
            </a:xfrm>
            <a:custGeom>
              <a:avLst/>
              <a:gdLst>
                <a:gd name="T0" fmla="*/ 2735 w 2735"/>
                <a:gd name="T1" fmla="*/ 0 h 2771"/>
                <a:gd name="T2" fmla="*/ 1598 w 2735"/>
                <a:gd name="T3" fmla="*/ 0 h 2771"/>
                <a:gd name="T4" fmla="*/ 0 w 2735"/>
                <a:gd name="T5" fmla="*/ 2771 h 2771"/>
                <a:gd name="T6" fmla="*/ 2735 w 2735"/>
                <a:gd name="T7" fmla="*/ 2771 h 2771"/>
                <a:gd name="T8" fmla="*/ 2735 w 2735"/>
                <a:gd name="T9" fmla="*/ 0 h 27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35" h="2771">
                  <a:moveTo>
                    <a:pt x="2735" y="0"/>
                  </a:moveTo>
                  <a:lnTo>
                    <a:pt x="1598" y="0"/>
                  </a:lnTo>
                  <a:lnTo>
                    <a:pt x="0" y="2771"/>
                  </a:lnTo>
                  <a:lnTo>
                    <a:pt x="2735" y="2771"/>
                  </a:lnTo>
                  <a:lnTo>
                    <a:pt x="273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5" name="组合 94"/>
          <p:cNvGrpSpPr/>
          <p:nvPr userDrawn="1"/>
        </p:nvGrpSpPr>
        <p:grpSpPr>
          <a:xfrm flipH="1" flipV="1">
            <a:off x="0" y="3874827"/>
            <a:ext cx="2686637" cy="2983173"/>
            <a:chOff x="9505362" y="0"/>
            <a:chExt cx="2686637" cy="2983173"/>
          </a:xfrm>
        </p:grpSpPr>
        <p:sp>
          <p:nvSpPr>
            <p:cNvPr id="96" name="Freeform 215"/>
            <p:cNvSpPr/>
            <p:nvPr/>
          </p:nvSpPr>
          <p:spPr bwMode="auto">
            <a:xfrm>
              <a:off x="10398812" y="1494206"/>
              <a:ext cx="578752" cy="500863"/>
            </a:xfrm>
            <a:custGeom>
              <a:avLst/>
              <a:gdLst>
                <a:gd name="T0" fmla="*/ 416 w 1657"/>
                <a:gd name="T1" fmla="*/ 1434 h 1434"/>
                <a:gd name="T2" fmla="*/ 0 w 1657"/>
                <a:gd name="T3" fmla="*/ 718 h 1434"/>
                <a:gd name="T4" fmla="*/ 416 w 1657"/>
                <a:gd name="T5" fmla="*/ 0 h 1434"/>
                <a:gd name="T6" fmla="*/ 1244 w 1657"/>
                <a:gd name="T7" fmla="*/ 0 h 1434"/>
                <a:gd name="T8" fmla="*/ 1657 w 1657"/>
                <a:gd name="T9" fmla="*/ 718 h 1434"/>
                <a:gd name="T10" fmla="*/ 1244 w 1657"/>
                <a:gd name="T11" fmla="*/ 1434 h 1434"/>
                <a:gd name="T12" fmla="*/ 416 w 1657"/>
                <a:gd name="T13" fmla="*/ 1434 h 1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7" h="1434">
                  <a:moveTo>
                    <a:pt x="416" y="1434"/>
                  </a:moveTo>
                  <a:lnTo>
                    <a:pt x="0" y="718"/>
                  </a:lnTo>
                  <a:lnTo>
                    <a:pt x="416" y="0"/>
                  </a:lnTo>
                  <a:lnTo>
                    <a:pt x="1244" y="0"/>
                  </a:lnTo>
                  <a:lnTo>
                    <a:pt x="1657" y="718"/>
                  </a:lnTo>
                  <a:lnTo>
                    <a:pt x="1244" y="1434"/>
                  </a:lnTo>
                  <a:lnTo>
                    <a:pt x="416" y="1434"/>
                  </a:lnTo>
                  <a:close/>
                </a:path>
              </a:pathLst>
            </a:custGeom>
            <a:solidFill>
              <a:srgbClr val="127FB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7" name="Freeform 216"/>
            <p:cNvSpPr/>
            <p:nvPr/>
          </p:nvSpPr>
          <p:spPr bwMode="auto">
            <a:xfrm>
              <a:off x="10398812" y="1494206"/>
              <a:ext cx="578752" cy="500863"/>
            </a:xfrm>
            <a:custGeom>
              <a:avLst/>
              <a:gdLst>
                <a:gd name="T0" fmla="*/ 416 w 1657"/>
                <a:gd name="T1" fmla="*/ 1434 h 1434"/>
                <a:gd name="T2" fmla="*/ 0 w 1657"/>
                <a:gd name="T3" fmla="*/ 718 h 1434"/>
                <a:gd name="T4" fmla="*/ 416 w 1657"/>
                <a:gd name="T5" fmla="*/ 0 h 1434"/>
                <a:gd name="T6" fmla="*/ 1244 w 1657"/>
                <a:gd name="T7" fmla="*/ 0 h 1434"/>
                <a:gd name="T8" fmla="*/ 1657 w 1657"/>
                <a:gd name="T9" fmla="*/ 718 h 1434"/>
                <a:gd name="T10" fmla="*/ 1244 w 1657"/>
                <a:gd name="T11" fmla="*/ 1434 h 1434"/>
                <a:gd name="T12" fmla="*/ 416 w 1657"/>
                <a:gd name="T13" fmla="*/ 1434 h 1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7" h="1434">
                  <a:moveTo>
                    <a:pt x="416" y="1434"/>
                  </a:moveTo>
                  <a:lnTo>
                    <a:pt x="0" y="718"/>
                  </a:lnTo>
                  <a:lnTo>
                    <a:pt x="416" y="0"/>
                  </a:lnTo>
                  <a:lnTo>
                    <a:pt x="1244" y="0"/>
                  </a:lnTo>
                  <a:lnTo>
                    <a:pt x="1657" y="718"/>
                  </a:lnTo>
                  <a:lnTo>
                    <a:pt x="1244" y="1434"/>
                  </a:lnTo>
                  <a:lnTo>
                    <a:pt x="416" y="143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8" name="Freeform 217"/>
            <p:cNvSpPr/>
            <p:nvPr/>
          </p:nvSpPr>
          <p:spPr bwMode="auto">
            <a:xfrm>
              <a:off x="10398812" y="998233"/>
              <a:ext cx="578752" cy="501561"/>
            </a:xfrm>
            <a:custGeom>
              <a:avLst/>
              <a:gdLst>
                <a:gd name="T0" fmla="*/ 416 w 1657"/>
                <a:gd name="T1" fmla="*/ 1436 h 1436"/>
                <a:gd name="T2" fmla="*/ 0 w 1657"/>
                <a:gd name="T3" fmla="*/ 718 h 1436"/>
                <a:gd name="T4" fmla="*/ 416 w 1657"/>
                <a:gd name="T5" fmla="*/ 0 h 1436"/>
                <a:gd name="T6" fmla="*/ 1244 w 1657"/>
                <a:gd name="T7" fmla="*/ 0 h 1436"/>
                <a:gd name="T8" fmla="*/ 1657 w 1657"/>
                <a:gd name="T9" fmla="*/ 718 h 1436"/>
                <a:gd name="T10" fmla="*/ 1244 w 1657"/>
                <a:gd name="T11" fmla="*/ 1436 h 1436"/>
                <a:gd name="T12" fmla="*/ 416 w 1657"/>
                <a:gd name="T13" fmla="*/ 1436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7" h="1436">
                  <a:moveTo>
                    <a:pt x="416" y="1436"/>
                  </a:moveTo>
                  <a:lnTo>
                    <a:pt x="0" y="718"/>
                  </a:lnTo>
                  <a:lnTo>
                    <a:pt x="416" y="0"/>
                  </a:lnTo>
                  <a:lnTo>
                    <a:pt x="1244" y="0"/>
                  </a:lnTo>
                  <a:lnTo>
                    <a:pt x="1657" y="718"/>
                  </a:lnTo>
                  <a:lnTo>
                    <a:pt x="1244" y="1436"/>
                  </a:lnTo>
                  <a:lnTo>
                    <a:pt x="416" y="1436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9" name="Freeform 218"/>
            <p:cNvSpPr/>
            <p:nvPr/>
          </p:nvSpPr>
          <p:spPr bwMode="auto">
            <a:xfrm>
              <a:off x="10398812" y="494925"/>
              <a:ext cx="578752" cy="501561"/>
            </a:xfrm>
            <a:custGeom>
              <a:avLst/>
              <a:gdLst>
                <a:gd name="T0" fmla="*/ 416 w 1657"/>
                <a:gd name="T1" fmla="*/ 1436 h 1436"/>
                <a:gd name="T2" fmla="*/ 0 w 1657"/>
                <a:gd name="T3" fmla="*/ 718 h 1436"/>
                <a:gd name="T4" fmla="*/ 416 w 1657"/>
                <a:gd name="T5" fmla="*/ 0 h 1436"/>
                <a:gd name="T6" fmla="*/ 1244 w 1657"/>
                <a:gd name="T7" fmla="*/ 0 h 1436"/>
                <a:gd name="T8" fmla="*/ 1657 w 1657"/>
                <a:gd name="T9" fmla="*/ 718 h 1436"/>
                <a:gd name="T10" fmla="*/ 1244 w 1657"/>
                <a:gd name="T11" fmla="*/ 1436 h 1436"/>
                <a:gd name="T12" fmla="*/ 416 w 1657"/>
                <a:gd name="T13" fmla="*/ 1436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7" h="1436">
                  <a:moveTo>
                    <a:pt x="416" y="1436"/>
                  </a:moveTo>
                  <a:lnTo>
                    <a:pt x="0" y="718"/>
                  </a:lnTo>
                  <a:lnTo>
                    <a:pt x="416" y="0"/>
                  </a:lnTo>
                  <a:lnTo>
                    <a:pt x="1244" y="0"/>
                  </a:lnTo>
                  <a:lnTo>
                    <a:pt x="1657" y="718"/>
                  </a:lnTo>
                  <a:lnTo>
                    <a:pt x="1244" y="1436"/>
                  </a:lnTo>
                  <a:lnTo>
                    <a:pt x="416" y="1436"/>
                  </a:lnTo>
                  <a:close/>
                </a:path>
              </a:pathLst>
            </a:custGeom>
            <a:solidFill>
              <a:sysClr val="window" lastClr="FFFFFF">
                <a:lumMod val="85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" name="Freeform 219"/>
            <p:cNvSpPr/>
            <p:nvPr/>
          </p:nvSpPr>
          <p:spPr bwMode="auto">
            <a:xfrm>
              <a:off x="10398812" y="494925"/>
              <a:ext cx="578752" cy="501561"/>
            </a:xfrm>
            <a:custGeom>
              <a:avLst/>
              <a:gdLst>
                <a:gd name="T0" fmla="*/ 416 w 1657"/>
                <a:gd name="T1" fmla="*/ 1436 h 1436"/>
                <a:gd name="T2" fmla="*/ 0 w 1657"/>
                <a:gd name="T3" fmla="*/ 718 h 1436"/>
                <a:gd name="T4" fmla="*/ 416 w 1657"/>
                <a:gd name="T5" fmla="*/ 0 h 1436"/>
                <a:gd name="T6" fmla="*/ 1244 w 1657"/>
                <a:gd name="T7" fmla="*/ 0 h 1436"/>
                <a:gd name="T8" fmla="*/ 1657 w 1657"/>
                <a:gd name="T9" fmla="*/ 718 h 1436"/>
                <a:gd name="T10" fmla="*/ 1244 w 1657"/>
                <a:gd name="T11" fmla="*/ 1436 h 1436"/>
                <a:gd name="T12" fmla="*/ 416 w 1657"/>
                <a:gd name="T13" fmla="*/ 1436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7" h="1436">
                  <a:moveTo>
                    <a:pt x="416" y="1436"/>
                  </a:moveTo>
                  <a:lnTo>
                    <a:pt x="0" y="718"/>
                  </a:lnTo>
                  <a:lnTo>
                    <a:pt x="416" y="0"/>
                  </a:lnTo>
                  <a:lnTo>
                    <a:pt x="1244" y="0"/>
                  </a:lnTo>
                  <a:lnTo>
                    <a:pt x="1657" y="718"/>
                  </a:lnTo>
                  <a:lnTo>
                    <a:pt x="1244" y="1436"/>
                  </a:lnTo>
                  <a:lnTo>
                    <a:pt x="416" y="143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" name="Freeform 220"/>
            <p:cNvSpPr/>
            <p:nvPr/>
          </p:nvSpPr>
          <p:spPr bwMode="auto">
            <a:xfrm>
              <a:off x="10559130" y="0"/>
              <a:ext cx="1491062" cy="1082409"/>
            </a:xfrm>
            <a:custGeom>
              <a:avLst/>
              <a:gdLst>
                <a:gd name="T0" fmla="*/ 4269 w 4269"/>
                <a:gd name="T1" fmla="*/ 0 h 3099"/>
                <a:gd name="T2" fmla="*/ 395 w 4269"/>
                <a:gd name="T3" fmla="*/ 0 h 3099"/>
                <a:gd name="T4" fmla="*/ 0 w 4269"/>
                <a:gd name="T5" fmla="*/ 680 h 3099"/>
                <a:gd name="T6" fmla="*/ 427 w 4269"/>
                <a:gd name="T7" fmla="*/ 1417 h 3099"/>
                <a:gd name="T8" fmla="*/ 785 w 4269"/>
                <a:gd name="T9" fmla="*/ 1417 h 3099"/>
                <a:gd name="T10" fmla="*/ 1198 w 4269"/>
                <a:gd name="T11" fmla="*/ 2135 h 3099"/>
                <a:gd name="T12" fmla="*/ 1019 w 4269"/>
                <a:gd name="T13" fmla="*/ 2447 h 3099"/>
                <a:gd name="T14" fmla="*/ 1396 w 4269"/>
                <a:gd name="T15" fmla="*/ 3099 h 3099"/>
                <a:gd name="T16" fmla="*/ 3402 w 4269"/>
                <a:gd name="T17" fmla="*/ 3099 h 3099"/>
                <a:gd name="T18" fmla="*/ 2940 w 4269"/>
                <a:gd name="T19" fmla="*/ 2300 h 3099"/>
                <a:gd name="T20" fmla="*/ 4269 w 4269"/>
                <a:gd name="T21" fmla="*/ 0 h 30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269" h="3099">
                  <a:moveTo>
                    <a:pt x="4269" y="0"/>
                  </a:moveTo>
                  <a:lnTo>
                    <a:pt x="395" y="0"/>
                  </a:lnTo>
                  <a:lnTo>
                    <a:pt x="0" y="680"/>
                  </a:lnTo>
                  <a:lnTo>
                    <a:pt x="427" y="1417"/>
                  </a:lnTo>
                  <a:lnTo>
                    <a:pt x="785" y="1417"/>
                  </a:lnTo>
                  <a:lnTo>
                    <a:pt x="1198" y="2135"/>
                  </a:lnTo>
                  <a:lnTo>
                    <a:pt x="1019" y="2447"/>
                  </a:lnTo>
                  <a:lnTo>
                    <a:pt x="1396" y="3099"/>
                  </a:lnTo>
                  <a:lnTo>
                    <a:pt x="3402" y="3099"/>
                  </a:lnTo>
                  <a:lnTo>
                    <a:pt x="2940" y="2300"/>
                  </a:lnTo>
                  <a:lnTo>
                    <a:pt x="4269" y="0"/>
                  </a:lnTo>
                  <a:close/>
                </a:path>
              </a:pathLst>
            </a:custGeom>
            <a:solidFill>
              <a:srgbClr val="127FB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" name="Freeform 221"/>
            <p:cNvSpPr/>
            <p:nvPr/>
          </p:nvSpPr>
          <p:spPr bwMode="auto">
            <a:xfrm>
              <a:off x="10559130" y="0"/>
              <a:ext cx="1491062" cy="1082409"/>
            </a:xfrm>
            <a:custGeom>
              <a:avLst/>
              <a:gdLst>
                <a:gd name="T0" fmla="*/ 4269 w 4269"/>
                <a:gd name="T1" fmla="*/ 0 h 3099"/>
                <a:gd name="T2" fmla="*/ 395 w 4269"/>
                <a:gd name="T3" fmla="*/ 0 h 3099"/>
                <a:gd name="T4" fmla="*/ 0 w 4269"/>
                <a:gd name="T5" fmla="*/ 680 h 3099"/>
                <a:gd name="T6" fmla="*/ 427 w 4269"/>
                <a:gd name="T7" fmla="*/ 1417 h 3099"/>
                <a:gd name="T8" fmla="*/ 785 w 4269"/>
                <a:gd name="T9" fmla="*/ 1417 h 3099"/>
                <a:gd name="T10" fmla="*/ 1198 w 4269"/>
                <a:gd name="T11" fmla="*/ 2135 h 3099"/>
                <a:gd name="T12" fmla="*/ 1019 w 4269"/>
                <a:gd name="T13" fmla="*/ 2447 h 3099"/>
                <a:gd name="T14" fmla="*/ 1396 w 4269"/>
                <a:gd name="T15" fmla="*/ 3099 h 3099"/>
                <a:gd name="T16" fmla="*/ 3402 w 4269"/>
                <a:gd name="T17" fmla="*/ 3099 h 3099"/>
                <a:gd name="T18" fmla="*/ 2940 w 4269"/>
                <a:gd name="T19" fmla="*/ 2300 h 3099"/>
                <a:gd name="T20" fmla="*/ 4269 w 4269"/>
                <a:gd name="T21" fmla="*/ 0 h 30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269" h="3099">
                  <a:moveTo>
                    <a:pt x="4269" y="0"/>
                  </a:moveTo>
                  <a:lnTo>
                    <a:pt x="395" y="0"/>
                  </a:lnTo>
                  <a:lnTo>
                    <a:pt x="0" y="680"/>
                  </a:lnTo>
                  <a:lnTo>
                    <a:pt x="427" y="1417"/>
                  </a:lnTo>
                  <a:lnTo>
                    <a:pt x="785" y="1417"/>
                  </a:lnTo>
                  <a:lnTo>
                    <a:pt x="1198" y="2135"/>
                  </a:lnTo>
                  <a:lnTo>
                    <a:pt x="1019" y="2447"/>
                  </a:lnTo>
                  <a:lnTo>
                    <a:pt x="1396" y="3099"/>
                  </a:lnTo>
                  <a:lnTo>
                    <a:pt x="3402" y="3099"/>
                  </a:lnTo>
                  <a:lnTo>
                    <a:pt x="2940" y="2300"/>
                  </a:lnTo>
                  <a:lnTo>
                    <a:pt x="426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" name="Freeform 222"/>
            <p:cNvSpPr/>
            <p:nvPr/>
          </p:nvSpPr>
          <p:spPr bwMode="auto">
            <a:xfrm>
              <a:off x="10708272" y="494925"/>
              <a:ext cx="269292" cy="359755"/>
            </a:xfrm>
            <a:custGeom>
              <a:avLst/>
              <a:gdLst>
                <a:gd name="T0" fmla="*/ 358 w 771"/>
                <a:gd name="T1" fmla="*/ 0 h 1030"/>
                <a:gd name="T2" fmla="*/ 0 w 771"/>
                <a:gd name="T3" fmla="*/ 0 h 1030"/>
                <a:gd name="T4" fmla="*/ 592 w 771"/>
                <a:gd name="T5" fmla="*/ 1030 h 1030"/>
                <a:gd name="T6" fmla="*/ 771 w 771"/>
                <a:gd name="T7" fmla="*/ 718 h 1030"/>
                <a:gd name="T8" fmla="*/ 358 w 771"/>
                <a:gd name="T9" fmla="*/ 0 h 10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1" h="1030">
                  <a:moveTo>
                    <a:pt x="358" y="0"/>
                  </a:moveTo>
                  <a:lnTo>
                    <a:pt x="0" y="0"/>
                  </a:lnTo>
                  <a:lnTo>
                    <a:pt x="592" y="1030"/>
                  </a:lnTo>
                  <a:lnTo>
                    <a:pt x="771" y="718"/>
                  </a:lnTo>
                  <a:lnTo>
                    <a:pt x="358" y="0"/>
                  </a:lnTo>
                  <a:close/>
                </a:path>
              </a:pathLst>
            </a:custGeom>
            <a:solidFill>
              <a:sysClr val="window" lastClr="FFFFFF">
                <a:lumMod val="50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" name="Freeform 223"/>
            <p:cNvSpPr/>
            <p:nvPr/>
          </p:nvSpPr>
          <p:spPr bwMode="auto">
            <a:xfrm>
              <a:off x="10708272" y="494925"/>
              <a:ext cx="269292" cy="359755"/>
            </a:xfrm>
            <a:custGeom>
              <a:avLst/>
              <a:gdLst>
                <a:gd name="T0" fmla="*/ 358 w 771"/>
                <a:gd name="T1" fmla="*/ 0 h 1030"/>
                <a:gd name="T2" fmla="*/ 0 w 771"/>
                <a:gd name="T3" fmla="*/ 0 h 1030"/>
                <a:gd name="T4" fmla="*/ 592 w 771"/>
                <a:gd name="T5" fmla="*/ 1030 h 1030"/>
                <a:gd name="T6" fmla="*/ 771 w 771"/>
                <a:gd name="T7" fmla="*/ 718 h 1030"/>
                <a:gd name="T8" fmla="*/ 358 w 771"/>
                <a:gd name="T9" fmla="*/ 0 h 10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1" h="1030">
                  <a:moveTo>
                    <a:pt x="358" y="0"/>
                  </a:moveTo>
                  <a:lnTo>
                    <a:pt x="0" y="0"/>
                  </a:lnTo>
                  <a:lnTo>
                    <a:pt x="592" y="1030"/>
                  </a:lnTo>
                  <a:lnTo>
                    <a:pt x="771" y="718"/>
                  </a:lnTo>
                  <a:lnTo>
                    <a:pt x="35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" name="Freeform 224"/>
            <p:cNvSpPr/>
            <p:nvPr/>
          </p:nvSpPr>
          <p:spPr bwMode="auto">
            <a:xfrm>
              <a:off x="11747370" y="0"/>
              <a:ext cx="444629" cy="1645443"/>
            </a:xfrm>
            <a:custGeom>
              <a:avLst/>
              <a:gdLst>
                <a:gd name="T0" fmla="*/ 1273 w 1273"/>
                <a:gd name="T1" fmla="*/ 0 h 4711"/>
                <a:gd name="T2" fmla="*/ 867 w 1273"/>
                <a:gd name="T3" fmla="*/ 0 h 4711"/>
                <a:gd name="T4" fmla="*/ 1273 w 1273"/>
                <a:gd name="T5" fmla="*/ 0 h 4711"/>
                <a:gd name="T6" fmla="*/ 1273 w 1273"/>
                <a:gd name="T7" fmla="*/ 2247 h 4711"/>
                <a:gd name="T8" fmla="*/ 782 w 1273"/>
                <a:gd name="T9" fmla="*/ 3099 h 4711"/>
                <a:gd name="T10" fmla="*/ 0 w 1273"/>
                <a:gd name="T11" fmla="*/ 3099 h 4711"/>
                <a:gd name="T12" fmla="*/ 931 w 1273"/>
                <a:gd name="T13" fmla="*/ 4711 h 4711"/>
                <a:gd name="T14" fmla="*/ 1273 w 1273"/>
                <a:gd name="T15" fmla="*/ 4711 h 4711"/>
                <a:gd name="T16" fmla="*/ 1273 w 1273"/>
                <a:gd name="T17" fmla="*/ 0 h 47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73" h="4711">
                  <a:moveTo>
                    <a:pt x="1273" y="0"/>
                  </a:moveTo>
                  <a:lnTo>
                    <a:pt x="867" y="0"/>
                  </a:lnTo>
                  <a:lnTo>
                    <a:pt x="1273" y="0"/>
                  </a:lnTo>
                  <a:lnTo>
                    <a:pt x="1273" y="2247"/>
                  </a:lnTo>
                  <a:lnTo>
                    <a:pt x="782" y="3099"/>
                  </a:lnTo>
                  <a:lnTo>
                    <a:pt x="0" y="3099"/>
                  </a:lnTo>
                  <a:lnTo>
                    <a:pt x="931" y="4711"/>
                  </a:lnTo>
                  <a:lnTo>
                    <a:pt x="1273" y="4711"/>
                  </a:lnTo>
                  <a:lnTo>
                    <a:pt x="1273" y="0"/>
                  </a:lnTo>
                  <a:close/>
                </a:path>
              </a:pathLst>
            </a:custGeom>
            <a:solidFill>
              <a:srgbClr val="5B9BD5">
                <a:lumMod val="75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" name="Freeform 225"/>
            <p:cNvSpPr/>
            <p:nvPr/>
          </p:nvSpPr>
          <p:spPr bwMode="auto">
            <a:xfrm>
              <a:off x="11747370" y="0"/>
              <a:ext cx="444629" cy="1645443"/>
            </a:xfrm>
            <a:custGeom>
              <a:avLst/>
              <a:gdLst>
                <a:gd name="T0" fmla="*/ 1273 w 1273"/>
                <a:gd name="T1" fmla="*/ 0 h 4711"/>
                <a:gd name="T2" fmla="*/ 867 w 1273"/>
                <a:gd name="T3" fmla="*/ 0 h 4711"/>
                <a:gd name="T4" fmla="*/ 1273 w 1273"/>
                <a:gd name="T5" fmla="*/ 0 h 4711"/>
                <a:gd name="T6" fmla="*/ 1273 w 1273"/>
                <a:gd name="T7" fmla="*/ 2247 h 4711"/>
                <a:gd name="T8" fmla="*/ 782 w 1273"/>
                <a:gd name="T9" fmla="*/ 3099 h 4711"/>
                <a:gd name="T10" fmla="*/ 0 w 1273"/>
                <a:gd name="T11" fmla="*/ 3099 h 4711"/>
                <a:gd name="T12" fmla="*/ 931 w 1273"/>
                <a:gd name="T13" fmla="*/ 4711 h 4711"/>
                <a:gd name="T14" fmla="*/ 1273 w 1273"/>
                <a:gd name="T15" fmla="*/ 4711 h 4711"/>
                <a:gd name="T16" fmla="*/ 1273 w 1273"/>
                <a:gd name="T17" fmla="*/ 0 h 47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73" h="4711">
                  <a:moveTo>
                    <a:pt x="1273" y="0"/>
                  </a:moveTo>
                  <a:lnTo>
                    <a:pt x="867" y="0"/>
                  </a:lnTo>
                  <a:lnTo>
                    <a:pt x="1273" y="0"/>
                  </a:lnTo>
                  <a:lnTo>
                    <a:pt x="1273" y="2247"/>
                  </a:lnTo>
                  <a:lnTo>
                    <a:pt x="782" y="3099"/>
                  </a:lnTo>
                  <a:lnTo>
                    <a:pt x="0" y="3099"/>
                  </a:lnTo>
                  <a:lnTo>
                    <a:pt x="931" y="4711"/>
                  </a:lnTo>
                  <a:lnTo>
                    <a:pt x="1273" y="4711"/>
                  </a:lnTo>
                  <a:lnTo>
                    <a:pt x="127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" name="Freeform 226"/>
            <p:cNvSpPr/>
            <p:nvPr/>
          </p:nvSpPr>
          <p:spPr bwMode="auto">
            <a:xfrm>
              <a:off x="11586004" y="0"/>
              <a:ext cx="605995" cy="1082409"/>
            </a:xfrm>
            <a:custGeom>
              <a:avLst/>
              <a:gdLst>
                <a:gd name="T0" fmla="*/ 1735 w 1735"/>
                <a:gd name="T1" fmla="*/ 0 h 3099"/>
                <a:gd name="T2" fmla="*/ 1329 w 1735"/>
                <a:gd name="T3" fmla="*/ 0 h 3099"/>
                <a:gd name="T4" fmla="*/ 0 w 1735"/>
                <a:gd name="T5" fmla="*/ 2300 h 3099"/>
                <a:gd name="T6" fmla="*/ 462 w 1735"/>
                <a:gd name="T7" fmla="*/ 3099 h 3099"/>
                <a:gd name="T8" fmla="*/ 1244 w 1735"/>
                <a:gd name="T9" fmla="*/ 3099 h 3099"/>
                <a:gd name="T10" fmla="*/ 1735 w 1735"/>
                <a:gd name="T11" fmla="*/ 2247 h 3099"/>
                <a:gd name="T12" fmla="*/ 1735 w 1735"/>
                <a:gd name="T13" fmla="*/ 0 h 30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35" h="3099">
                  <a:moveTo>
                    <a:pt x="1735" y="0"/>
                  </a:moveTo>
                  <a:lnTo>
                    <a:pt x="1329" y="0"/>
                  </a:lnTo>
                  <a:lnTo>
                    <a:pt x="0" y="2300"/>
                  </a:lnTo>
                  <a:lnTo>
                    <a:pt x="462" y="3099"/>
                  </a:lnTo>
                  <a:lnTo>
                    <a:pt x="1244" y="3099"/>
                  </a:lnTo>
                  <a:lnTo>
                    <a:pt x="1735" y="2247"/>
                  </a:lnTo>
                  <a:lnTo>
                    <a:pt x="1735" y="0"/>
                  </a:lnTo>
                  <a:close/>
                </a:path>
              </a:pathLst>
            </a:custGeom>
            <a:solidFill>
              <a:srgbClr val="24436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" name="Freeform 227"/>
            <p:cNvSpPr/>
            <p:nvPr/>
          </p:nvSpPr>
          <p:spPr bwMode="auto">
            <a:xfrm>
              <a:off x="11586004" y="0"/>
              <a:ext cx="605995" cy="1082409"/>
            </a:xfrm>
            <a:custGeom>
              <a:avLst/>
              <a:gdLst>
                <a:gd name="T0" fmla="*/ 1735 w 1735"/>
                <a:gd name="T1" fmla="*/ 0 h 3099"/>
                <a:gd name="T2" fmla="*/ 1329 w 1735"/>
                <a:gd name="T3" fmla="*/ 0 h 3099"/>
                <a:gd name="T4" fmla="*/ 0 w 1735"/>
                <a:gd name="T5" fmla="*/ 2300 h 3099"/>
                <a:gd name="T6" fmla="*/ 462 w 1735"/>
                <a:gd name="T7" fmla="*/ 3099 h 3099"/>
                <a:gd name="T8" fmla="*/ 1244 w 1735"/>
                <a:gd name="T9" fmla="*/ 3099 h 3099"/>
                <a:gd name="T10" fmla="*/ 1735 w 1735"/>
                <a:gd name="T11" fmla="*/ 2247 h 3099"/>
                <a:gd name="T12" fmla="*/ 1735 w 1735"/>
                <a:gd name="T13" fmla="*/ 0 h 30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35" h="3099">
                  <a:moveTo>
                    <a:pt x="1735" y="0"/>
                  </a:moveTo>
                  <a:lnTo>
                    <a:pt x="1329" y="0"/>
                  </a:lnTo>
                  <a:lnTo>
                    <a:pt x="0" y="2300"/>
                  </a:lnTo>
                  <a:lnTo>
                    <a:pt x="462" y="3099"/>
                  </a:lnTo>
                  <a:lnTo>
                    <a:pt x="1244" y="3099"/>
                  </a:lnTo>
                  <a:lnTo>
                    <a:pt x="1735" y="2247"/>
                  </a:lnTo>
                  <a:lnTo>
                    <a:pt x="173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9" name="Freeform 228"/>
            <p:cNvSpPr/>
            <p:nvPr/>
          </p:nvSpPr>
          <p:spPr bwMode="auto">
            <a:xfrm>
              <a:off x="9968503" y="0"/>
              <a:ext cx="578402" cy="250781"/>
            </a:xfrm>
            <a:custGeom>
              <a:avLst/>
              <a:gdLst>
                <a:gd name="T0" fmla="*/ 1656 w 1656"/>
                <a:gd name="T1" fmla="*/ 0 h 718"/>
                <a:gd name="T2" fmla="*/ 0 w 1656"/>
                <a:gd name="T3" fmla="*/ 0 h 718"/>
                <a:gd name="T4" fmla="*/ 413 w 1656"/>
                <a:gd name="T5" fmla="*/ 718 h 718"/>
                <a:gd name="T6" fmla="*/ 1243 w 1656"/>
                <a:gd name="T7" fmla="*/ 718 h 718"/>
                <a:gd name="T8" fmla="*/ 1656 w 1656"/>
                <a:gd name="T9" fmla="*/ 0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56" h="718">
                  <a:moveTo>
                    <a:pt x="1656" y="0"/>
                  </a:moveTo>
                  <a:lnTo>
                    <a:pt x="0" y="0"/>
                  </a:lnTo>
                  <a:lnTo>
                    <a:pt x="413" y="718"/>
                  </a:lnTo>
                  <a:lnTo>
                    <a:pt x="1243" y="718"/>
                  </a:lnTo>
                  <a:lnTo>
                    <a:pt x="1656" y="0"/>
                  </a:lnTo>
                  <a:close/>
                </a:path>
              </a:pathLst>
            </a:custGeom>
            <a:solidFill>
              <a:sysClr val="window" lastClr="FFFFFF">
                <a:lumMod val="75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0" name="Freeform 229"/>
            <p:cNvSpPr/>
            <p:nvPr/>
          </p:nvSpPr>
          <p:spPr bwMode="auto">
            <a:xfrm>
              <a:off x="9968503" y="0"/>
              <a:ext cx="578402" cy="250781"/>
            </a:xfrm>
            <a:custGeom>
              <a:avLst/>
              <a:gdLst>
                <a:gd name="T0" fmla="*/ 1656 w 1656"/>
                <a:gd name="T1" fmla="*/ 0 h 718"/>
                <a:gd name="T2" fmla="*/ 0 w 1656"/>
                <a:gd name="T3" fmla="*/ 0 h 718"/>
                <a:gd name="T4" fmla="*/ 413 w 1656"/>
                <a:gd name="T5" fmla="*/ 718 h 718"/>
                <a:gd name="T6" fmla="*/ 1243 w 1656"/>
                <a:gd name="T7" fmla="*/ 718 h 718"/>
                <a:gd name="T8" fmla="*/ 1656 w 1656"/>
                <a:gd name="T9" fmla="*/ 0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56" h="718">
                  <a:moveTo>
                    <a:pt x="1656" y="0"/>
                  </a:moveTo>
                  <a:lnTo>
                    <a:pt x="0" y="0"/>
                  </a:lnTo>
                  <a:lnTo>
                    <a:pt x="413" y="718"/>
                  </a:lnTo>
                  <a:lnTo>
                    <a:pt x="1243" y="718"/>
                  </a:lnTo>
                  <a:lnTo>
                    <a:pt x="165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" name="Freeform 230"/>
            <p:cNvSpPr/>
            <p:nvPr/>
          </p:nvSpPr>
          <p:spPr bwMode="auto">
            <a:xfrm>
              <a:off x="9535051" y="1003123"/>
              <a:ext cx="578752" cy="500514"/>
            </a:xfrm>
            <a:custGeom>
              <a:avLst/>
              <a:gdLst>
                <a:gd name="T0" fmla="*/ 413 w 1657"/>
                <a:gd name="T1" fmla="*/ 1433 h 1433"/>
                <a:gd name="T2" fmla="*/ 0 w 1657"/>
                <a:gd name="T3" fmla="*/ 715 h 1433"/>
                <a:gd name="T4" fmla="*/ 413 w 1657"/>
                <a:gd name="T5" fmla="*/ 0 h 1433"/>
                <a:gd name="T6" fmla="*/ 1243 w 1657"/>
                <a:gd name="T7" fmla="*/ 0 h 1433"/>
                <a:gd name="T8" fmla="*/ 1657 w 1657"/>
                <a:gd name="T9" fmla="*/ 715 h 1433"/>
                <a:gd name="T10" fmla="*/ 1243 w 1657"/>
                <a:gd name="T11" fmla="*/ 1433 h 1433"/>
                <a:gd name="T12" fmla="*/ 413 w 1657"/>
                <a:gd name="T13" fmla="*/ 1433 h 1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7" h="1433">
                  <a:moveTo>
                    <a:pt x="413" y="1433"/>
                  </a:moveTo>
                  <a:lnTo>
                    <a:pt x="0" y="715"/>
                  </a:lnTo>
                  <a:lnTo>
                    <a:pt x="413" y="0"/>
                  </a:lnTo>
                  <a:lnTo>
                    <a:pt x="1243" y="0"/>
                  </a:lnTo>
                  <a:lnTo>
                    <a:pt x="1657" y="715"/>
                  </a:lnTo>
                  <a:lnTo>
                    <a:pt x="1243" y="1433"/>
                  </a:lnTo>
                  <a:lnTo>
                    <a:pt x="413" y="1433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" name="Freeform 231"/>
            <p:cNvSpPr/>
            <p:nvPr/>
          </p:nvSpPr>
          <p:spPr bwMode="auto">
            <a:xfrm>
              <a:off x="10833312" y="1746035"/>
              <a:ext cx="578402" cy="501561"/>
            </a:xfrm>
            <a:custGeom>
              <a:avLst/>
              <a:gdLst>
                <a:gd name="T0" fmla="*/ 413 w 1656"/>
                <a:gd name="T1" fmla="*/ 1436 h 1436"/>
                <a:gd name="T2" fmla="*/ 0 w 1656"/>
                <a:gd name="T3" fmla="*/ 718 h 1436"/>
                <a:gd name="T4" fmla="*/ 413 w 1656"/>
                <a:gd name="T5" fmla="*/ 0 h 1436"/>
                <a:gd name="T6" fmla="*/ 1240 w 1656"/>
                <a:gd name="T7" fmla="*/ 0 h 1436"/>
                <a:gd name="T8" fmla="*/ 1656 w 1656"/>
                <a:gd name="T9" fmla="*/ 718 h 1436"/>
                <a:gd name="T10" fmla="*/ 1240 w 1656"/>
                <a:gd name="T11" fmla="*/ 1436 h 1436"/>
                <a:gd name="T12" fmla="*/ 413 w 1656"/>
                <a:gd name="T13" fmla="*/ 1436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6" h="1436">
                  <a:moveTo>
                    <a:pt x="413" y="1436"/>
                  </a:moveTo>
                  <a:lnTo>
                    <a:pt x="0" y="718"/>
                  </a:lnTo>
                  <a:lnTo>
                    <a:pt x="413" y="0"/>
                  </a:lnTo>
                  <a:lnTo>
                    <a:pt x="1240" y="0"/>
                  </a:lnTo>
                  <a:lnTo>
                    <a:pt x="1656" y="718"/>
                  </a:lnTo>
                  <a:lnTo>
                    <a:pt x="1240" y="1436"/>
                  </a:lnTo>
                  <a:lnTo>
                    <a:pt x="413" y="1436"/>
                  </a:lnTo>
                  <a:close/>
                </a:path>
              </a:pathLst>
            </a:custGeom>
            <a:solidFill>
              <a:sysClr val="window" lastClr="FFFFFF">
                <a:lumMod val="50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" name="Freeform 232"/>
            <p:cNvSpPr/>
            <p:nvPr/>
          </p:nvSpPr>
          <p:spPr bwMode="auto">
            <a:xfrm>
              <a:off x="10833312" y="1746035"/>
              <a:ext cx="578402" cy="501561"/>
            </a:xfrm>
            <a:custGeom>
              <a:avLst/>
              <a:gdLst>
                <a:gd name="T0" fmla="*/ 413 w 1656"/>
                <a:gd name="T1" fmla="*/ 1436 h 1436"/>
                <a:gd name="T2" fmla="*/ 0 w 1656"/>
                <a:gd name="T3" fmla="*/ 718 h 1436"/>
                <a:gd name="T4" fmla="*/ 413 w 1656"/>
                <a:gd name="T5" fmla="*/ 0 h 1436"/>
                <a:gd name="T6" fmla="*/ 1240 w 1656"/>
                <a:gd name="T7" fmla="*/ 0 h 1436"/>
                <a:gd name="T8" fmla="*/ 1656 w 1656"/>
                <a:gd name="T9" fmla="*/ 718 h 1436"/>
                <a:gd name="T10" fmla="*/ 1240 w 1656"/>
                <a:gd name="T11" fmla="*/ 1436 h 1436"/>
                <a:gd name="T12" fmla="*/ 413 w 1656"/>
                <a:gd name="T13" fmla="*/ 1436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6" h="1436">
                  <a:moveTo>
                    <a:pt x="413" y="1436"/>
                  </a:moveTo>
                  <a:lnTo>
                    <a:pt x="0" y="718"/>
                  </a:lnTo>
                  <a:lnTo>
                    <a:pt x="413" y="0"/>
                  </a:lnTo>
                  <a:lnTo>
                    <a:pt x="1240" y="0"/>
                  </a:lnTo>
                  <a:lnTo>
                    <a:pt x="1656" y="718"/>
                  </a:lnTo>
                  <a:lnTo>
                    <a:pt x="1240" y="1436"/>
                  </a:lnTo>
                  <a:lnTo>
                    <a:pt x="413" y="143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" name="Freeform 233"/>
            <p:cNvSpPr/>
            <p:nvPr/>
          </p:nvSpPr>
          <p:spPr bwMode="auto">
            <a:xfrm>
              <a:off x="11263622" y="1494206"/>
              <a:ext cx="577704" cy="500863"/>
            </a:xfrm>
            <a:custGeom>
              <a:avLst/>
              <a:gdLst>
                <a:gd name="T0" fmla="*/ 414 w 1654"/>
                <a:gd name="T1" fmla="*/ 1434 h 1434"/>
                <a:gd name="T2" fmla="*/ 0 w 1654"/>
                <a:gd name="T3" fmla="*/ 718 h 1434"/>
                <a:gd name="T4" fmla="*/ 414 w 1654"/>
                <a:gd name="T5" fmla="*/ 0 h 1434"/>
                <a:gd name="T6" fmla="*/ 1241 w 1654"/>
                <a:gd name="T7" fmla="*/ 0 h 1434"/>
                <a:gd name="T8" fmla="*/ 1654 w 1654"/>
                <a:gd name="T9" fmla="*/ 718 h 1434"/>
                <a:gd name="T10" fmla="*/ 1241 w 1654"/>
                <a:gd name="T11" fmla="*/ 1434 h 1434"/>
                <a:gd name="T12" fmla="*/ 414 w 1654"/>
                <a:gd name="T13" fmla="*/ 1434 h 1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4" h="1434">
                  <a:moveTo>
                    <a:pt x="414" y="1434"/>
                  </a:moveTo>
                  <a:lnTo>
                    <a:pt x="0" y="718"/>
                  </a:lnTo>
                  <a:lnTo>
                    <a:pt x="414" y="0"/>
                  </a:lnTo>
                  <a:lnTo>
                    <a:pt x="1241" y="0"/>
                  </a:lnTo>
                  <a:lnTo>
                    <a:pt x="1654" y="718"/>
                  </a:lnTo>
                  <a:lnTo>
                    <a:pt x="1241" y="1434"/>
                  </a:lnTo>
                  <a:lnTo>
                    <a:pt x="414" y="1434"/>
                  </a:lnTo>
                  <a:close/>
                </a:path>
              </a:pathLst>
            </a:custGeom>
            <a:solidFill>
              <a:srgbClr val="127FB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" name="Freeform 234"/>
            <p:cNvSpPr/>
            <p:nvPr/>
          </p:nvSpPr>
          <p:spPr bwMode="auto">
            <a:xfrm>
              <a:off x="11263622" y="1494206"/>
              <a:ext cx="577704" cy="500863"/>
            </a:xfrm>
            <a:custGeom>
              <a:avLst/>
              <a:gdLst>
                <a:gd name="T0" fmla="*/ 414 w 1654"/>
                <a:gd name="T1" fmla="*/ 1434 h 1434"/>
                <a:gd name="T2" fmla="*/ 0 w 1654"/>
                <a:gd name="T3" fmla="*/ 718 h 1434"/>
                <a:gd name="T4" fmla="*/ 414 w 1654"/>
                <a:gd name="T5" fmla="*/ 0 h 1434"/>
                <a:gd name="T6" fmla="*/ 1241 w 1654"/>
                <a:gd name="T7" fmla="*/ 0 h 1434"/>
                <a:gd name="T8" fmla="*/ 1654 w 1654"/>
                <a:gd name="T9" fmla="*/ 718 h 1434"/>
                <a:gd name="T10" fmla="*/ 1241 w 1654"/>
                <a:gd name="T11" fmla="*/ 1434 h 1434"/>
                <a:gd name="T12" fmla="*/ 414 w 1654"/>
                <a:gd name="T13" fmla="*/ 1434 h 1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4" h="1434">
                  <a:moveTo>
                    <a:pt x="414" y="1434"/>
                  </a:moveTo>
                  <a:lnTo>
                    <a:pt x="0" y="718"/>
                  </a:lnTo>
                  <a:lnTo>
                    <a:pt x="414" y="0"/>
                  </a:lnTo>
                  <a:lnTo>
                    <a:pt x="1241" y="0"/>
                  </a:lnTo>
                  <a:lnTo>
                    <a:pt x="1654" y="718"/>
                  </a:lnTo>
                  <a:lnTo>
                    <a:pt x="1241" y="1434"/>
                  </a:lnTo>
                  <a:lnTo>
                    <a:pt x="414" y="143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" name="Freeform 235"/>
            <p:cNvSpPr>
              <a:spLocks noEditPoints="1"/>
            </p:cNvSpPr>
            <p:nvPr/>
          </p:nvSpPr>
          <p:spPr bwMode="auto">
            <a:xfrm>
              <a:off x="11289817" y="1687356"/>
              <a:ext cx="538585" cy="34578"/>
            </a:xfrm>
            <a:custGeom>
              <a:avLst/>
              <a:gdLst>
                <a:gd name="T0" fmla="*/ 1526 w 1542"/>
                <a:gd name="T1" fmla="*/ 72 h 99"/>
                <a:gd name="T2" fmla="*/ 1526 w 1542"/>
                <a:gd name="T3" fmla="*/ 72 h 99"/>
                <a:gd name="T4" fmla="*/ 1542 w 1542"/>
                <a:gd name="T5" fmla="*/ 99 h 99"/>
                <a:gd name="T6" fmla="*/ 1526 w 1542"/>
                <a:gd name="T7" fmla="*/ 72 h 99"/>
                <a:gd name="T8" fmla="*/ 19 w 1542"/>
                <a:gd name="T9" fmla="*/ 0 h 99"/>
                <a:gd name="T10" fmla="*/ 0 w 1542"/>
                <a:gd name="T11" fmla="*/ 35 h 99"/>
                <a:gd name="T12" fmla="*/ 19 w 1542"/>
                <a:gd name="T13" fmla="*/ 0 h 99"/>
                <a:gd name="T14" fmla="*/ 19 w 1542"/>
                <a:gd name="T15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2" h="99">
                  <a:moveTo>
                    <a:pt x="1526" y="72"/>
                  </a:moveTo>
                  <a:lnTo>
                    <a:pt x="1526" y="72"/>
                  </a:lnTo>
                  <a:lnTo>
                    <a:pt x="1542" y="99"/>
                  </a:lnTo>
                  <a:lnTo>
                    <a:pt x="1526" y="72"/>
                  </a:lnTo>
                  <a:close/>
                  <a:moveTo>
                    <a:pt x="19" y="0"/>
                  </a:moveTo>
                  <a:lnTo>
                    <a:pt x="0" y="35"/>
                  </a:lnTo>
                  <a:lnTo>
                    <a:pt x="19" y="0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FFC4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" name="Freeform 236"/>
            <p:cNvSpPr>
              <a:spLocks noEditPoints="1"/>
            </p:cNvSpPr>
            <p:nvPr/>
          </p:nvSpPr>
          <p:spPr bwMode="auto">
            <a:xfrm>
              <a:off x="11289817" y="1687356"/>
              <a:ext cx="538585" cy="34578"/>
            </a:xfrm>
            <a:custGeom>
              <a:avLst/>
              <a:gdLst>
                <a:gd name="T0" fmla="*/ 1526 w 1542"/>
                <a:gd name="T1" fmla="*/ 72 h 99"/>
                <a:gd name="T2" fmla="*/ 1526 w 1542"/>
                <a:gd name="T3" fmla="*/ 72 h 99"/>
                <a:gd name="T4" fmla="*/ 1542 w 1542"/>
                <a:gd name="T5" fmla="*/ 99 h 99"/>
                <a:gd name="T6" fmla="*/ 1526 w 1542"/>
                <a:gd name="T7" fmla="*/ 72 h 99"/>
                <a:gd name="T8" fmla="*/ 19 w 1542"/>
                <a:gd name="T9" fmla="*/ 0 h 99"/>
                <a:gd name="T10" fmla="*/ 0 w 1542"/>
                <a:gd name="T11" fmla="*/ 35 h 99"/>
                <a:gd name="T12" fmla="*/ 19 w 1542"/>
                <a:gd name="T13" fmla="*/ 0 h 99"/>
                <a:gd name="T14" fmla="*/ 19 w 1542"/>
                <a:gd name="T15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2" h="99">
                  <a:moveTo>
                    <a:pt x="1526" y="72"/>
                  </a:moveTo>
                  <a:lnTo>
                    <a:pt x="1526" y="72"/>
                  </a:lnTo>
                  <a:lnTo>
                    <a:pt x="1542" y="99"/>
                  </a:lnTo>
                  <a:lnTo>
                    <a:pt x="1526" y="72"/>
                  </a:lnTo>
                  <a:moveTo>
                    <a:pt x="19" y="0"/>
                  </a:moveTo>
                  <a:lnTo>
                    <a:pt x="0" y="35"/>
                  </a:lnTo>
                  <a:lnTo>
                    <a:pt x="19" y="0"/>
                  </a:lnTo>
                  <a:lnTo>
                    <a:pt x="1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" name="Freeform 238"/>
            <p:cNvSpPr/>
            <p:nvPr/>
          </p:nvSpPr>
          <p:spPr bwMode="auto">
            <a:xfrm>
              <a:off x="11288769" y="1577334"/>
              <a:ext cx="541379" cy="286058"/>
            </a:xfrm>
            <a:custGeom>
              <a:avLst/>
              <a:gdLst>
                <a:gd name="T0" fmla="*/ 1054 w 1550"/>
                <a:gd name="T1" fmla="*/ 0 h 819"/>
                <a:gd name="T2" fmla="*/ 985 w 1550"/>
                <a:gd name="T3" fmla="*/ 475 h 819"/>
                <a:gd name="T4" fmla="*/ 755 w 1550"/>
                <a:gd name="T5" fmla="*/ 475 h 819"/>
                <a:gd name="T6" fmla="*/ 683 w 1550"/>
                <a:gd name="T7" fmla="*/ 243 h 819"/>
                <a:gd name="T8" fmla="*/ 593 w 1550"/>
                <a:gd name="T9" fmla="*/ 659 h 819"/>
                <a:gd name="T10" fmla="*/ 521 w 1550"/>
                <a:gd name="T11" fmla="*/ 0 h 819"/>
                <a:gd name="T12" fmla="*/ 451 w 1550"/>
                <a:gd name="T13" fmla="*/ 475 h 819"/>
                <a:gd name="T14" fmla="*/ 222 w 1550"/>
                <a:gd name="T15" fmla="*/ 475 h 819"/>
                <a:gd name="T16" fmla="*/ 152 w 1550"/>
                <a:gd name="T17" fmla="*/ 243 h 819"/>
                <a:gd name="T18" fmla="*/ 59 w 1550"/>
                <a:gd name="T19" fmla="*/ 659 h 819"/>
                <a:gd name="T20" fmla="*/ 22 w 1550"/>
                <a:gd name="T21" fmla="*/ 315 h 819"/>
                <a:gd name="T22" fmla="*/ 3 w 1550"/>
                <a:gd name="T23" fmla="*/ 350 h 819"/>
                <a:gd name="T24" fmla="*/ 0 w 1550"/>
                <a:gd name="T25" fmla="*/ 352 h 819"/>
                <a:gd name="T26" fmla="*/ 35 w 1550"/>
                <a:gd name="T27" fmla="*/ 665 h 819"/>
                <a:gd name="T28" fmla="*/ 62 w 1550"/>
                <a:gd name="T29" fmla="*/ 710 h 819"/>
                <a:gd name="T30" fmla="*/ 72 w 1550"/>
                <a:gd name="T31" fmla="*/ 729 h 819"/>
                <a:gd name="T32" fmla="*/ 155 w 1550"/>
                <a:gd name="T33" fmla="*/ 347 h 819"/>
                <a:gd name="T34" fmla="*/ 203 w 1550"/>
                <a:gd name="T35" fmla="*/ 499 h 819"/>
                <a:gd name="T36" fmla="*/ 473 w 1550"/>
                <a:gd name="T37" fmla="*/ 499 h 819"/>
                <a:gd name="T38" fmla="*/ 518 w 1550"/>
                <a:gd name="T39" fmla="*/ 205 h 819"/>
                <a:gd name="T40" fmla="*/ 585 w 1550"/>
                <a:gd name="T41" fmla="*/ 819 h 819"/>
                <a:gd name="T42" fmla="*/ 689 w 1550"/>
                <a:gd name="T43" fmla="*/ 347 h 819"/>
                <a:gd name="T44" fmla="*/ 737 w 1550"/>
                <a:gd name="T45" fmla="*/ 499 h 819"/>
                <a:gd name="T46" fmla="*/ 1006 w 1550"/>
                <a:gd name="T47" fmla="*/ 499 h 819"/>
                <a:gd name="T48" fmla="*/ 1051 w 1550"/>
                <a:gd name="T49" fmla="*/ 205 h 819"/>
                <a:gd name="T50" fmla="*/ 1118 w 1550"/>
                <a:gd name="T51" fmla="*/ 819 h 819"/>
                <a:gd name="T52" fmla="*/ 1222 w 1550"/>
                <a:gd name="T53" fmla="*/ 347 h 819"/>
                <a:gd name="T54" fmla="*/ 1270 w 1550"/>
                <a:gd name="T55" fmla="*/ 499 h 819"/>
                <a:gd name="T56" fmla="*/ 1540 w 1550"/>
                <a:gd name="T57" fmla="*/ 499 h 819"/>
                <a:gd name="T58" fmla="*/ 1550 w 1550"/>
                <a:gd name="T59" fmla="*/ 424 h 819"/>
                <a:gd name="T60" fmla="*/ 1545 w 1550"/>
                <a:gd name="T61" fmla="*/ 414 h 819"/>
                <a:gd name="T62" fmla="*/ 1529 w 1550"/>
                <a:gd name="T63" fmla="*/ 387 h 819"/>
                <a:gd name="T64" fmla="*/ 1518 w 1550"/>
                <a:gd name="T65" fmla="*/ 475 h 819"/>
                <a:gd name="T66" fmla="*/ 1289 w 1550"/>
                <a:gd name="T67" fmla="*/ 475 h 819"/>
                <a:gd name="T68" fmla="*/ 1217 w 1550"/>
                <a:gd name="T69" fmla="*/ 243 h 819"/>
                <a:gd name="T70" fmla="*/ 1126 w 1550"/>
                <a:gd name="T71" fmla="*/ 659 h 819"/>
                <a:gd name="T72" fmla="*/ 1054 w 1550"/>
                <a:gd name="T73" fmla="*/ 0 h 8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550" h="819">
                  <a:moveTo>
                    <a:pt x="1054" y="0"/>
                  </a:moveTo>
                  <a:lnTo>
                    <a:pt x="985" y="475"/>
                  </a:lnTo>
                  <a:lnTo>
                    <a:pt x="755" y="475"/>
                  </a:lnTo>
                  <a:lnTo>
                    <a:pt x="683" y="243"/>
                  </a:lnTo>
                  <a:lnTo>
                    <a:pt x="593" y="659"/>
                  </a:lnTo>
                  <a:lnTo>
                    <a:pt x="521" y="0"/>
                  </a:lnTo>
                  <a:lnTo>
                    <a:pt x="451" y="475"/>
                  </a:lnTo>
                  <a:lnTo>
                    <a:pt x="222" y="475"/>
                  </a:lnTo>
                  <a:lnTo>
                    <a:pt x="152" y="243"/>
                  </a:lnTo>
                  <a:lnTo>
                    <a:pt x="59" y="659"/>
                  </a:lnTo>
                  <a:lnTo>
                    <a:pt x="22" y="315"/>
                  </a:lnTo>
                  <a:lnTo>
                    <a:pt x="3" y="350"/>
                  </a:lnTo>
                  <a:lnTo>
                    <a:pt x="0" y="352"/>
                  </a:lnTo>
                  <a:lnTo>
                    <a:pt x="35" y="665"/>
                  </a:lnTo>
                  <a:lnTo>
                    <a:pt x="62" y="710"/>
                  </a:lnTo>
                  <a:lnTo>
                    <a:pt x="72" y="729"/>
                  </a:lnTo>
                  <a:lnTo>
                    <a:pt x="155" y="347"/>
                  </a:lnTo>
                  <a:lnTo>
                    <a:pt x="203" y="499"/>
                  </a:lnTo>
                  <a:lnTo>
                    <a:pt x="473" y="499"/>
                  </a:lnTo>
                  <a:lnTo>
                    <a:pt x="518" y="205"/>
                  </a:lnTo>
                  <a:lnTo>
                    <a:pt x="585" y="819"/>
                  </a:lnTo>
                  <a:lnTo>
                    <a:pt x="689" y="347"/>
                  </a:lnTo>
                  <a:lnTo>
                    <a:pt x="737" y="499"/>
                  </a:lnTo>
                  <a:lnTo>
                    <a:pt x="1006" y="499"/>
                  </a:lnTo>
                  <a:lnTo>
                    <a:pt x="1051" y="205"/>
                  </a:lnTo>
                  <a:lnTo>
                    <a:pt x="1118" y="819"/>
                  </a:lnTo>
                  <a:lnTo>
                    <a:pt x="1222" y="347"/>
                  </a:lnTo>
                  <a:lnTo>
                    <a:pt x="1270" y="499"/>
                  </a:lnTo>
                  <a:lnTo>
                    <a:pt x="1540" y="499"/>
                  </a:lnTo>
                  <a:lnTo>
                    <a:pt x="1550" y="424"/>
                  </a:lnTo>
                  <a:lnTo>
                    <a:pt x="1545" y="414"/>
                  </a:lnTo>
                  <a:lnTo>
                    <a:pt x="1529" y="387"/>
                  </a:lnTo>
                  <a:lnTo>
                    <a:pt x="1518" y="475"/>
                  </a:lnTo>
                  <a:lnTo>
                    <a:pt x="1289" y="475"/>
                  </a:lnTo>
                  <a:lnTo>
                    <a:pt x="1217" y="243"/>
                  </a:lnTo>
                  <a:lnTo>
                    <a:pt x="1126" y="659"/>
                  </a:lnTo>
                  <a:lnTo>
                    <a:pt x="105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" name="Freeform 239"/>
            <p:cNvSpPr>
              <a:spLocks noEditPoints="1"/>
            </p:cNvSpPr>
            <p:nvPr/>
          </p:nvSpPr>
          <p:spPr bwMode="auto">
            <a:xfrm>
              <a:off x="10905962" y="1619247"/>
              <a:ext cx="54836" cy="207820"/>
            </a:xfrm>
            <a:custGeom>
              <a:avLst/>
              <a:gdLst>
                <a:gd name="T0" fmla="*/ 125 w 157"/>
                <a:gd name="T1" fmla="*/ 499 h 595"/>
                <a:gd name="T2" fmla="*/ 69 w 157"/>
                <a:gd name="T3" fmla="*/ 595 h 595"/>
                <a:gd name="T4" fmla="*/ 69 w 157"/>
                <a:gd name="T5" fmla="*/ 595 h 595"/>
                <a:gd name="T6" fmla="*/ 125 w 157"/>
                <a:gd name="T7" fmla="*/ 499 h 595"/>
                <a:gd name="T8" fmla="*/ 149 w 157"/>
                <a:gd name="T9" fmla="*/ 262 h 595"/>
                <a:gd name="T10" fmla="*/ 149 w 157"/>
                <a:gd name="T11" fmla="*/ 262 h 595"/>
                <a:gd name="T12" fmla="*/ 157 w 157"/>
                <a:gd name="T13" fmla="*/ 275 h 595"/>
                <a:gd name="T14" fmla="*/ 149 w 157"/>
                <a:gd name="T15" fmla="*/ 262 h 595"/>
                <a:gd name="T16" fmla="*/ 0 w 157"/>
                <a:gd name="T17" fmla="*/ 0 h 595"/>
                <a:gd name="T18" fmla="*/ 0 w 157"/>
                <a:gd name="T19" fmla="*/ 0 h 595"/>
                <a:gd name="T20" fmla="*/ 18 w 157"/>
                <a:gd name="T21" fmla="*/ 35 h 595"/>
                <a:gd name="T22" fmla="*/ 0 w 157"/>
                <a:gd name="T23" fmla="*/ 0 h 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7" h="595">
                  <a:moveTo>
                    <a:pt x="125" y="499"/>
                  </a:moveTo>
                  <a:lnTo>
                    <a:pt x="69" y="595"/>
                  </a:lnTo>
                  <a:lnTo>
                    <a:pt x="69" y="595"/>
                  </a:lnTo>
                  <a:lnTo>
                    <a:pt x="125" y="499"/>
                  </a:lnTo>
                  <a:close/>
                  <a:moveTo>
                    <a:pt x="149" y="262"/>
                  </a:moveTo>
                  <a:lnTo>
                    <a:pt x="149" y="262"/>
                  </a:lnTo>
                  <a:lnTo>
                    <a:pt x="157" y="275"/>
                  </a:lnTo>
                  <a:lnTo>
                    <a:pt x="149" y="26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18" y="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4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" name="Freeform 240"/>
            <p:cNvSpPr>
              <a:spLocks noEditPoints="1"/>
            </p:cNvSpPr>
            <p:nvPr/>
          </p:nvSpPr>
          <p:spPr bwMode="auto">
            <a:xfrm>
              <a:off x="10905962" y="1619247"/>
              <a:ext cx="54836" cy="207820"/>
            </a:xfrm>
            <a:custGeom>
              <a:avLst/>
              <a:gdLst>
                <a:gd name="T0" fmla="*/ 125 w 157"/>
                <a:gd name="T1" fmla="*/ 499 h 595"/>
                <a:gd name="T2" fmla="*/ 69 w 157"/>
                <a:gd name="T3" fmla="*/ 595 h 595"/>
                <a:gd name="T4" fmla="*/ 69 w 157"/>
                <a:gd name="T5" fmla="*/ 595 h 595"/>
                <a:gd name="T6" fmla="*/ 125 w 157"/>
                <a:gd name="T7" fmla="*/ 499 h 595"/>
                <a:gd name="T8" fmla="*/ 149 w 157"/>
                <a:gd name="T9" fmla="*/ 262 h 595"/>
                <a:gd name="T10" fmla="*/ 149 w 157"/>
                <a:gd name="T11" fmla="*/ 262 h 595"/>
                <a:gd name="T12" fmla="*/ 157 w 157"/>
                <a:gd name="T13" fmla="*/ 275 h 595"/>
                <a:gd name="T14" fmla="*/ 149 w 157"/>
                <a:gd name="T15" fmla="*/ 262 h 595"/>
                <a:gd name="T16" fmla="*/ 0 w 157"/>
                <a:gd name="T17" fmla="*/ 0 h 595"/>
                <a:gd name="T18" fmla="*/ 0 w 157"/>
                <a:gd name="T19" fmla="*/ 0 h 595"/>
                <a:gd name="T20" fmla="*/ 18 w 157"/>
                <a:gd name="T21" fmla="*/ 35 h 595"/>
                <a:gd name="T22" fmla="*/ 0 w 157"/>
                <a:gd name="T23" fmla="*/ 0 h 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7" h="595">
                  <a:moveTo>
                    <a:pt x="125" y="499"/>
                  </a:moveTo>
                  <a:lnTo>
                    <a:pt x="69" y="595"/>
                  </a:lnTo>
                  <a:lnTo>
                    <a:pt x="69" y="595"/>
                  </a:lnTo>
                  <a:lnTo>
                    <a:pt x="125" y="499"/>
                  </a:lnTo>
                  <a:moveTo>
                    <a:pt x="149" y="262"/>
                  </a:moveTo>
                  <a:lnTo>
                    <a:pt x="149" y="262"/>
                  </a:lnTo>
                  <a:lnTo>
                    <a:pt x="157" y="275"/>
                  </a:lnTo>
                  <a:lnTo>
                    <a:pt x="149" y="26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18" y="35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" name="Freeform 242"/>
            <p:cNvSpPr/>
            <p:nvPr/>
          </p:nvSpPr>
          <p:spPr bwMode="auto">
            <a:xfrm>
              <a:off x="10400908" y="1577334"/>
              <a:ext cx="563733" cy="286058"/>
            </a:xfrm>
            <a:custGeom>
              <a:avLst/>
              <a:gdLst>
                <a:gd name="T0" fmla="*/ 928 w 1614"/>
                <a:gd name="T1" fmla="*/ 0 h 819"/>
                <a:gd name="T2" fmla="*/ 859 w 1614"/>
                <a:gd name="T3" fmla="*/ 475 h 819"/>
                <a:gd name="T4" fmla="*/ 629 w 1614"/>
                <a:gd name="T5" fmla="*/ 475 h 819"/>
                <a:gd name="T6" fmla="*/ 560 w 1614"/>
                <a:gd name="T7" fmla="*/ 243 h 819"/>
                <a:gd name="T8" fmla="*/ 469 w 1614"/>
                <a:gd name="T9" fmla="*/ 659 h 819"/>
                <a:gd name="T10" fmla="*/ 394 w 1614"/>
                <a:gd name="T11" fmla="*/ 0 h 819"/>
                <a:gd name="T12" fmla="*/ 325 w 1614"/>
                <a:gd name="T13" fmla="*/ 475 h 819"/>
                <a:gd name="T14" fmla="*/ 0 w 1614"/>
                <a:gd name="T15" fmla="*/ 475 h 819"/>
                <a:gd name="T16" fmla="*/ 0 w 1614"/>
                <a:gd name="T17" fmla="*/ 488 h 819"/>
                <a:gd name="T18" fmla="*/ 8 w 1614"/>
                <a:gd name="T19" fmla="*/ 499 h 819"/>
                <a:gd name="T20" fmla="*/ 349 w 1614"/>
                <a:gd name="T21" fmla="*/ 499 h 819"/>
                <a:gd name="T22" fmla="*/ 392 w 1614"/>
                <a:gd name="T23" fmla="*/ 205 h 819"/>
                <a:gd name="T24" fmla="*/ 458 w 1614"/>
                <a:gd name="T25" fmla="*/ 819 h 819"/>
                <a:gd name="T26" fmla="*/ 563 w 1614"/>
                <a:gd name="T27" fmla="*/ 347 h 819"/>
                <a:gd name="T28" fmla="*/ 611 w 1614"/>
                <a:gd name="T29" fmla="*/ 499 h 819"/>
                <a:gd name="T30" fmla="*/ 883 w 1614"/>
                <a:gd name="T31" fmla="*/ 499 h 819"/>
                <a:gd name="T32" fmla="*/ 925 w 1614"/>
                <a:gd name="T33" fmla="*/ 205 h 819"/>
                <a:gd name="T34" fmla="*/ 992 w 1614"/>
                <a:gd name="T35" fmla="*/ 819 h 819"/>
                <a:gd name="T36" fmla="*/ 1096 w 1614"/>
                <a:gd name="T37" fmla="*/ 347 h 819"/>
                <a:gd name="T38" fmla="*/ 1144 w 1614"/>
                <a:gd name="T39" fmla="*/ 499 h 819"/>
                <a:gd name="T40" fmla="*/ 1416 w 1614"/>
                <a:gd name="T41" fmla="*/ 499 h 819"/>
                <a:gd name="T42" fmla="*/ 1459 w 1614"/>
                <a:gd name="T43" fmla="*/ 205 h 819"/>
                <a:gd name="T44" fmla="*/ 1515 w 1614"/>
                <a:gd name="T45" fmla="*/ 715 h 819"/>
                <a:gd name="T46" fmla="*/ 1571 w 1614"/>
                <a:gd name="T47" fmla="*/ 619 h 819"/>
                <a:gd name="T48" fmla="*/ 1614 w 1614"/>
                <a:gd name="T49" fmla="*/ 416 h 819"/>
                <a:gd name="T50" fmla="*/ 1603 w 1614"/>
                <a:gd name="T51" fmla="*/ 395 h 819"/>
                <a:gd name="T52" fmla="*/ 1595 w 1614"/>
                <a:gd name="T53" fmla="*/ 382 h 819"/>
                <a:gd name="T54" fmla="*/ 1536 w 1614"/>
                <a:gd name="T55" fmla="*/ 659 h 819"/>
                <a:gd name="T56" fmla="*/ 1483 w 1614"/>
                <a:gd name="T57" fmla="*/ 187 h 819"/>
                <a:gd name="T58" fmla="*/ 1464 w 1614"/>
                <a:gd name="T59" fmla="*/ 155 h 819"/>
                <a:gd name="T60" fmla="*/ 1446 w 1614"/>
                <a:gd name="T61" fmla="*/ 120 h 819"/>
                <a:gd name="T62" fmla="*/ 1392 w 1614"/>
                <a:gd name="T63" fmla="*/ 475 h 819"/>
                <a:gd name="T64" fmla="*/ 1163 w 1614"/>
                <a:gd name="T65" fmla="*/ 475 h 819"/>
                <a:gd name="T66" fmla="*/ 1094 w 1614"/>
                <a:gd name="T67" fmla="*/ 243 h 819"/>
                <a:gd name="T68" fmla="*/ 1003 w 1614"/>
                <a:gd name="T69" fmla="*/ 659 h 819"/>
                <a:gd name="T70" fmla="*/ 928 w 1614"/>
                <a:gd name="T71" fmla="*/ 0 h 8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14" h="819">
                  <a:moveTo>
                    <a:pt x="928" y="0"/>
                  </a:moveTo>
                  <a:lnTo>
                    <a:pt x="859" y="475"/>
                  </a:lnTo>
                  <a:lnTo>
                    <a:pt x="629" y="475"/>
                  </a:lnTo>
                  <a:lnTo>
                    <a:pt x="560" y="243"/>
                  </a:lnTo>
                  <a:lnTo>
                    <a:pt x="469" y="659"/>
                  </a:lnTo>
                  <a:lnTo>
                    <a:pt x="394" y="0"/>
                  </a:lnTo>
                  <a:lnTo>
                    <a:pt x="325" y="475"/>
                  </a:lnTo>
                  <a:lnTo>
                    <a:pt x="0" y="475"/>
                  </a:lnTo>
                  <a:lnTo>
                    <a:pt x="0" y="488"/>
                  </a:lnTo>
                  <a:lnTo>
                    <a:pt x="8" y="499"/>
                  </a:lnTo>
                  <a:lnTo>
                    <a:pt x="349" y="499"/>
                  </a:lnTo>
                  <a:lnTo>
                    <a:pt x="392" y="205"/>
                  </a:lnTo>
                  <a:lnTo>
                    <a:pt x="458" y="819"/>
                  </a:lnTo>
                  <a:lnTo>
                    <a:pt x="563" y="347"/>
                  </a:lnTo>
                  <a:lnTo>
                    <a:pt x="611" y="499"/>
                  </a:lnTo>
                  <a:lnTo>
                    <a:pt x="883" y="499"/>
                  </a:lnTo>
                  <a:lnTo>
                    <a:pt x="925" y="205"/>
                  </a:lnTo>
                  <a:lnTo>
                    <a:pt x="992" y="819"/>
                  </a:lnTo>
                  <a:lnTo>
                    <a:pt x="1096" y="347"/>
                  </a:lnTo>
                  <a:lnTo>
                    <a:pt x="1144" y="499"/>
                  </a:lnTo>
                  <a:lnTo>
                    <a:pt x="1416" y="499"/>
                  </a:lnTo>
                  <a:lnTo>
                    <a:pt x="1459" y="205"/>
                  </a:lnTo>
                  <a:lnTo>
                    <a:pt x="1515" y="715"/>
                  </a:lnTo>
                  <a:lnTo>
                    <a:pt x="1571" y="619"/>
                  </a:lnTo>
                  <a:lnTo>
                    <a:pt x="1614" y="416"/>
                  </a:lnTo>
                  <a:lnTo>
                    <a:pt x="1603" y="395"/>
                  </a:lnTo>
                  <a:lnTo>
                    <a:pt x="1595" y="382"/>
                  </a:lnTo>
                  <a:lnTo>
                    <a:pt x="1536" y="659"/>
                  </a:lnTo>
                  <a:lnTo>
                    <a:pt x="1483" y="187"/>
                  </a:lnTo>
                  <a:lnTo>
                    <a:pt x="1464" y="155"/>
                  </a:lnTo>
                  <a:lnTo>
                    <a:pt x="1446" y="120"/>
                  </a:lnTo>
                  <a:lnTo>
                    <a:pt x="1392" y="475"/>
                  </a:lnTo>
                  <a:lnTo>
                    <a:pt x="1163" y="475"/>
                  </a:lnTo>
                  <a:lnTo>
                    <a:pt x="1094" y="243"/>
                  </a:lnTo>
                  <a:lnTo>
                    <a:pt x="1003" y="659"/>
                  </a:lnTo>
                  <a:lnTo>
                    <a:pt x="92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" name="Freeform 243"/>
            <p:cNvSpPr/>
            <p:nvPr/>
          </p:nvSpPr>
          <p:spPr bwMode="auto">
            <a:xfrm>
              <a:off x="9968503" y="1248315"/>
              <a:ext cx="578402" cy="500514"/>
            </a:xfrm>
            <a:custGeom>
              <a:avLst/>
              <a:gdLst>
                <a:gd name="T0" fmla="*/ 413 w 1656"/>
                <a:gd name="T1" fmla="*/ 1433 h 1433"/>
                <a:gd name="T2" fmla="*/ 0 w 1656"/>
                <a:gd name="T3" fmla="*/ 718 h 1433"/>
                <a:gd name="T4" fmla="*/ 413 w 1656"/>
                <a:gd name="T5" fmla="*/ 0 h 1433"/>
                <a:gd name="T6" fmla="*/ 1240 w 1656"/>
                <a:gd name="T7" fmla="*/ 0 h 1433"/>
                <a:gd name="T8" fmla="*/ 1656 w 1656"/>
                <a:gd name="T9" fmla="*/ 718 h 1433"/>
                <a:gd name="T10" fmla="*/ 1240 w 1656"/>
                <a:gd name="T11" fmla="*/ 1433 h 1433"/>
                <a:gd name="T12" fmla="*/ 413 w 1656"/>
                <a:gd name="T13" fmla="*/ 1433 h 1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6" h="1433">
                  <a:moveTo>
                    <a:pt x="413" y="1433"/>
                  </a:moveTo>
                  <a:lnTo>
                    <a:pt x="0" y="718"/>
                  </a:lnTo>
                  <a:lnTo>
                    <a:pt x="413" y="0"/>
                  </a:lnTo>
                  <a:lnTo>
                    <a:pt x="1240" y="0"/>
                  </a:lnTo>
                  <a:lnTo>
                    <a:pt x="1656" y="718"/>
                  </a:lnTo>
                  <a:lnTo>
                    <a:pt x="1240" y="1433"/>
                  </a:lnTo>
                  <a:lnTo>
                    <a:pt x="413" y="1433"/>
                  </a:lnTo>
                  <a:close/>
                </a:path>
              </a:pathLst>
            </a:custGeom>
            <a:solidFill>
              <a:srgbClr val="24436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" name="Freeform 244"/>
            <p:cNvSpPr/>
            <p:nvPr/>
          </p:nvSpPr>
          <p:spPr bwMode="auto">
            <a:xfrm>
              <a:off x="10116596" y="1357290"/>
              <a:ext cx="281517" cy="282565"/>
            </a:xfrm>
            <a:custGeom>
              <a:avLst/>
              <a:gdLst>
                <a:gd name="T0" fmla="*/ 806 w 806"/>
                <a:gd name="T1" fmla="*/ 555 h 809"/>
                <a:gd name="T2" fmla="*/ 555 w 806"/>
                <a:gd name="T3" fmla="*/ 555 h 809"/>
                <a:gd name="T4" fmla="*/ 555 w 806"/>
                <a:gd name="T5" fmla="*/ 809 h 809"/>
                <a:gd name="T6" fmla="*/ 251 w 806"/>
                <a:gd name="T7" fmla="*/ 809 h 809"/>
                <a:gd name="T8" fmla="*/ 251 w 806"/>
                <a:gd name="T9" fmla="*/ 555 h 809"/>
                <a:gd name="T10" fmla="*/ 0 w 806"/>
                <a:gd name="T11" fmla="*/ 555 h 809"/>
                <a:gd name="T12" fmla="*/ 0 w 806"/>
                <a:gd name="T13" fmla="*/ 254 h 809"/>
                <a:gd name="T14" fmla="*/ 251 w 806"/>
                <a:gd name="T15" fmla="*/ 254 h 809"/>
                <a:gd name="T16" fmla="*/ 251 w 806"/>
                <a:gd name="T17" fmla="*/ 0 h 809"/>
                <a:gd name="T18" fmla="*/ 555 w 806"/>
                <a:gd name="T19" fmla="*/ 0 h 809"/>
                <a:gd name="T20" fmla="*/ 555 w 806"/>
                <a:gd name="T21" fmla="*/ 254 h 809"/>
                <a:gd name="T22" fmla="*/ 806 w 806"/>
                <a:gd name="T23" fmla="*/ 254 h 809"/>
                <a:gd name="T24" fmla="*/ 806 w 806"/>
                <a:gd name="T25" fmla="*/ 555 h 8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06" h="809">
                  <a:moveTo>
                    <a:pt x="806" y="555"/>
                  </a:moveTo>
                  <a:lnTo>
                    <a:pt x="555" y="555"/>
                  </a:lnTo>
                  <a:lnTo>
                    <a:pt x="555" y="809"/>
                  </a:lnTo>
                  <a:lnTo>
                    <a:pt x="251" y="809"/>
                  </a:lnTo>
                  <a:lnTo>
                    <a:pt x="251" y="555"/>
                  </a:lnTo>
                  <a:lnTo>
                    <a:pt x="0" y="555"/>
                  </a:lnTo>
                  <a:lnTo>
                    <a:pt x="0" y="254"/>
                  </a:lnTo>
                  <a:lnTo>
                    <a:pt x="251" y="254"/>
                  </a:lnTo>
                  <a:lnTo>
                    <a:pt x="251" y="0"/>
                  </a:lnTo>
                  <a:lnTo>
                    <a:pt x="555" y="0"/>
                  </a:lnTo>
                  <a:lnTo>
                    <a:pt x="555" y="254"/>
                  </a:lnTo>
                  <a:lnTo>
                    <a:pt x="806" y="254"/>
                  </a:lnTo>
                  <a:lnTo>
                    <a:pt x="806" y="555"/>
                  </a:lnTo>
                  <a:close/>
                </a:path>
              </a:pathLst>
            </a:custGeom>
            <a:solidFill>
              <a:srgbClr val="FFFB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" name="Freeform 245"/>
            <p:cNvSpPr/>
            <p:nvPr/>
          </p:nvSpPr>
          <p:spPr bwMode="auto">
            <a:xfrm>
              <a:off x="10394272" y="1492460"/>
              <a:ext cx="588881" cy="510992"/>
            </a:xfrm>
            <a:custGeom>
              <a:avLst/>
              <a:gdLst>
                <a:gd name="T0" fmla="*/ 1259 w 1686"/>
                <a:gd name="T1" fmla="*/ 1463 h 1463"/>
                <a:gd name="T2" fmla="*/ 424 w 1686"/>
                <a:gd name="T3" fmla="*/ 1463 h 1463"/>
                <a:gd name="T4" fmla="*/ 0 w 1686"/>
                <a:gd name="T5" fmla="*/ 731 h 1463"/>
                <a:gd name="T6" fmla="*/ 424 w 1686"/>
                <a:gd name="T7" fmla="*/ 0 h 1463"/>
                <a:gd name="T8" fmla="*/ 1267 w 1686"/>
                <a:gd name="T9" fmla="*/ 0 h 1463"/>
                <a:gd name="T10" fmla="*/ 1686 w 1686"/>
                <a:gd name="T11" fmla="*/ 723 h 1463"/>
                <a:gd name="T12" fmla="*/ 1657 w 1686"/>
                <a:gd name="T13" fmla="*/ 739 h 1463"/>
                <a:gd name="T14" fmla="*/ 1249 w 1686"/>
                <a:gd name="T15" fmla="*/ 32 h 1463"/>
                <a:gd name="T16" fmla="*/ 443 w 1686"/>
                <a:gd name="T17" fmla="*/ 32 h 1463"/>
                <a:gd name="T18" fmla="*/ 37 w 1686"/>
                <a:gd name="T19" fmla="*/ 731 h 1463"/>
                <a:gd name="T20" fmla="*/ 443 w 1686"/>
                <a:gd name="T21" fmla="*/ 1431 h 1463"/>
                <a:gd name="T22" fmla="*/ 1259 w 1686"/>
                <a:gd name="T23" fmla="*/ 1431 h 1463"/>
                <a:gd name="T24" fmla="*/ 1259 w 1686"/>
                <a:gd name="T25" fmla="*/ 1463 h 1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86" h="1463">
                  <a:moveTo>
                    <a:pt x="1259" y="1463"/>
                  </a:moveTo>
                  <a:lnTo>
                    <a:pt x="424" y="1463"/>
                  </a:lnTo>
                  <a:lnTo>
                    <a:pt x="0" y="731"/>
                  </a:lnTo>
                  <a:lnTo>
                    <a:pt x="424" y="0"/>
                  </a:lnTo>
                  <a:lnTo>
                    <a:pt x="1267" y="0"/>
                  </a:lnTo>
                  <a:lnTo>
                    <a:pt x="1686" y="723"/>
                  </a:lnTo>
                  <a:lnTo>
                    <a:pt x="1657" y="739"/>
                  </a:lnTo>
                  <a:lnTo>
                    <a:pt x="1249" y="32"/>
                  </a:lnTo>
                  <a:lnTo>
                    <a:pt x="443" y="32"/>
                  </a:lnTo>
                  <a:lnTo>
                    <a:pt x="37" y="731"/>
                  </a:lnTo>
                  <a:lnTo>
                    <a:pt x="443" y="1431"/>
                  </a:lnTo>
                  <a:lnTo>
                    <a:pt x="1259" y="1431"/>
                  </a:lnTo>
                  <a:lnTo>
                    <a:pt x="1259" y="1463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" name="Oval 246"/>
            <p:cNvSpPr>
              <a:spLocks noChangeArrowheads="1"/>
            </p:cNvSpPr>
            <p:nvPr/>
          </p:nvSpPr>
          <p:spPr bwMode="auto">
            <a:xfrm>
              <a:off x="10370172" y="1718092"/>
              <a:ext cx="62171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" name="Oval 247"/>
            <p:cNvSpPr>
              <a:spLocks noChangeArrowheads="1"/>
            </p:cNvSpPr>
            <p:nvPr/>
          </p:nvSpPr>
          <p:spPr bwMode="auto">
            <a:xfrm>
              <a:off x="10946827" y="1718092"/>
              <a:ext cx="62521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" name="Oval 248"/>
            <p:cNvSpPr>
              <a:spLocks noChangeArrowheads="1"/>
            </p:cNvSpPr>
            <p:nvPr/>
          </p:nvSpPr>
          <p:spPr bwMode="auto">
            <a:xfrm>
              <a:off x="10514423" y="1467312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" name="Oval 249"/>
            <p:cNvSpPr>
              <a:spLocks noChangeArrowheads="1"/>
            </p:cNvSpPr>
            <p:nvPr/>
          </p:nvSpPr>
          <p:spPr bwMode="auto">
            <a:xfrm>
              <a:off x="10514423" y="1966079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" name="Oval 250"/>
            <p:cNvSpPr>
              <a:spLocks noChangeArrowheads="1"/>
            </p:cNvSpPr>
            <p:nvPr/>
          </p:nvSpPr>
          <p:spPr bwMode="auto">
            <a:xfrm>
              <a:off x="10802576" y="1467312"/>
              <a:ext cx="61473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" name="Oval 251"/>
            <p:cNvSpPr>
              <a:spLocks noChangeArrowheads="1"/>
            </p:cNvSpPr>
            <p:nvPr/>
          </p:nvSpPr>
          <p:spPr bwMode="auto">
            <a:xfrm>
              <a:off x="10802576" y="1966079"/>
              <a:ext cx="61473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" name="Freeform 252"/>
            <p:cNvSpPr/>
            <p:nvPr/>
          </p:nvSpPr>
          <p:spPr bwMode="auto">
            <a:xfrm>
              <a:off x="10828422" y="743960"/>
              <a:ext cx="587134" cy="258116"/>
            </a:xfrm>
            <a:custGeom>
              <a:avLst/>
              <a:gdLst>
                <a:gd name="T0" fmla="*/ 1652 w 1681"/>
                <a:gd name="T1" fmla="*/ 739 h 739"/>
                <a:gd name="T2" fmla="*/ 1244 w 1681"/>
                <a:gd name="T3" fmla="*/ 29 h 739"/>
                <a:gd name="T4" fmla="*/ 438 w 1681"/>
                <a:gd name="T5" fmla="*/ 29 h 739"/>
                <a:gd name="T6" fmla="*/ 27 w 1681"/>
                <a:gd name="T7" fmla="*/ 739 h 739"/>
                <a:gd name="T8" fmla="*/ 0 w 1681"/>
                <a:gd name="T9" fmla="*/ 723 h 739"/>
                <a:gd name="T10" fmla="*/ 419 w 1681"/>
                <a:gd name="T11" fmla="*/ 0 h 739"/>
                <a:gd name="T12" fmla="*/ 1262 w 1681"/>
                <a:gd name="T13" fmla="*/ 0 h 739"/>
                <a:gd name="T14" fmla="*/ 1681 w 1681"/>
                <a:gd name="T15" fmla="*/ 723 h 739"/>
                <a:gd name="T16" fmla="*/ 1652 w 1681"/>
                <a:gd name="T17" fmla="*/ 739 h 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81" h="739">
                  <a:moveTo>
                    <a:pt x="1652" y="739"/>
                  </a:moveTo>
                  <a:lnTo>
                    <a:pt x="1244" y="29"/>
                  </a:lnTo>
                  <a:lnTo>
                    <a:pt x="438" y="29"/>
                  </a:lnTo>
                  <a:lnTo>
                    <a:pt x="27" y="739"/>
                  </a:lnTo>
                  <a:lnTo>
                    <a:pt x="0" y="723"/>
                  </a:lnTo>
                  <a:lnTo>
                    <a:pt x="419" y="0"/>
                  </a:lnTo>
                  <a:lnTo>
                    <a:pt x="1262" y="0"/>
                  </a:lnTo>
                  <a:lnTo>
                    <a:pt x="1681" y="723"/>
                  </a:lnTo>
                  <a:lnTo>
                    <a:pt x="1652" y="739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" name="Oval 253"/>
            <p:cNvSpPr>
              <a:spLocks noChangeArrowheads="1"/>
            </p:cNvSpPr>
            <p:nvPr/>
          </p:nvSpPr>
          <p:spPr bwMode="auto">
            <a:xfrm>
              <a:off x="10802576" y="968544"/>
              <a:ext cx="6217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" name="Oval 254"/>
            <p:cNvSpPr>
              <a:spLocks noChangeArrowheads="1"/>
            </p:cNvSpPr>
            <p:nvPr/>
          </p:nvSpPr>
          <p:spPr bwMode="auto">
            <a:xfrm>
              <a:off x="11379232" y="968544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" name="Oval 255"/>
            <p:cNvSpPr>
              <a:spLocks noChangeArrowheads="1"/>
            </p:cNvSpPr>
            <p:nvPr/>
          </p:nvSpPr>
          <p:spPr bwMode="auto">
            <a:xfrm>
              <a:off x="10946827" y="718811"/>
              <a:ext cx="62521" cy="6217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5" name="Oval 256"/>
            <p:cNvSpPr>
              <a:spLocks noChangeArrowheads="1"/>
            </p:cNvSpPr>
            <p:nvPr/>
          </p:nvSpPr>
          <p:spPr bwMode="auto">
            <a:xfrm>
              <a:off x="10946827" y="1217579"/>
              <a:ext cx="62521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6" name="Oval 257"/>
            <p:cNvSpPr>
              <a:spLocks noChangeArrowheads="1"/>
            </p:cNvSpPr>
            <p:nvPr/>
          </p:nvSpPr>
          <p:spPr bwMode="auto">
            <a:xfrm>
              <a:off x="11234981" y="718811"/>
              <a:ext cx="61473" cy="6217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7" name="Oval 258"/>
            <p:cNvSpPr>
              <a:spLocks noChangeArrowheads="1"/>
            </p:cNvSpPr>
            <p:nvPr/>
          </p:nvSpPr>
          <p:spPr bwMode="auto">
            <a:xfrm>
              <a:off x="11234981" y="1217579"/>
              <a:ext cx="61473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8" name="Freeform 259"/>
            <p:cNvSpPr/>
            <p:nvPr/>
          </p:nvSpPr>
          <p:spPr bwMode="auto">
            <a:xfrm>
              <a:off x="11260827" y="495973"/>
              <a:ext cx="153682" cy="255321"/>
            </a:xfrm>
            <a:custGeom>
              <a:avLst/>
              <a:gdLst>
                <a:gd name="T0" fmla="*/ 27 w 440"/>
                <a:gd name="T1" fmla="*/ 731 h 731"/>
                <a:gd name="T2" fmla="*/ 0 w 440"/>
                <a:gd name="T3" fmla="*/ 715 h 731"/>
                <a:gd name="T4" fmla="*/ 414 w 440"/>
                <a:gd name="T5" fmla="*/ 0 h 731"/>
                <a:gd name="T6" fmla="*/ 440 w 440"/>
                <a:gd name="T7" fmla="*/ 16 h 731"/>
                <a:gd name="T8" fmla="*/ 27 w 440"/>
                <a:gd name="T9" fmla="*/ 731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0" h="731">
                  <a:moveTo>
                    <a:pt x="27" y="731"/>
                  </a:moveTo>
                  <a:lnTo>
                    <a:pt x="0" y="715"/>
                  </a:lnTo>
                  <a:lnTo>
                    <a:pt x="414" y="0"/>
                  </a:lnTo>
                  <a:lnTo>
                    <a:pt x="440" y="16"/>
                  </a:lnTo>
                  <a:lnTo>
                    <a:pt x="27" y="731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9" name="Oval 260"/>
            <p:cNvSpPr>
              <a:spLocks noChangeArrowheads="1"/>
            </p:cNvSpPr>
            <p:nvPr/>
          </p:nvSpPr>
          <p:spPr bwMode="auto">
            <a:xfrm>
              <a:off x="11379232" y="468031"/>
              <a:ext cx="62521" cy="6217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0" name="Freeform 261"/>
            <p:cNvSpPr/>
            <p:nvPr/>
          </p:nvSpPr>
          <p:spPr bwMode="auto">
            <a:xfrm>
              <a:off x="9532257" y="1497000"/>
              <a:ext cx="153682" cy="255670"/>
            </a:xfrm>
            <a:custGeom>
              <a:avLst/>
              <a:gdLst>
                <a:gd name="T0" fmla="*/ 27 w 440"/>
                <a:gd name="T1" fmla="*/ 732 h 732"/>
                <a:gd name="T2" fmla="*/ 0 w 440"/>
                <a:gd name="T3" fmla="*/ 716 h 732"/>
                <a:gd name="T4" fmla="*/ 411 w 440"/>
                <a:gd name="T5" fmla="*/ 0 h 732"/>
                <a:gd name="T6" fmla="*/ 440 w 440"/>
                <a:gd name="T7" fmla="*/ 16 h 732"/>
                <a:gd name="T8" fmla="*/ 27 w 440"/>
                <a:gd name="T9" fmla="*/ 732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0" h="732">
                  <a:moveTo>
                    <a:pt x="27" y="732"/>
                  </a:moveTo>
                  <a:lnTo>
                    <a:pt x="0" y="716"/>
                  </a:lnTo>
                  <a:lnTo>
                    <a:pt x="411" y="0"/>
                  </a:lnTo>
                  <a:lnTo>
                    <a:pt x="440" y="16"/>
                  </a:lnTo>
                  <a:lnTo>
                    <a:pt x="27" y="732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1" name="Oval 262"/>
            <p:cNvSpPr>
              <a:spLocks noChangeArrowheads="1"/>
            </p:cNvSpPr>
            <p:nvPr/>
          </p:nvSpPr>
          <p:spPr bwMode="auto">
            <a:xfrm>
              <a:off x="9505362" y="1719839"/>
              <a:ext cx="6217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2" name="Oval 263"/>
            <p:cNvSpPr>
              <a:spLocks noChangeArrowheads="1"/>
            </p:cNvSpPr>
            <p:nvPr/>
          </p:nvSpPr>
          <p:spPr bwMode="auto">
            <a:xfrm>
              <a:off x="9650661" y="1470106"/>
              <a:ext cx="61473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3" name="Freeform 264"/>
            <p:cNvSpPr/>
            <p:nvPr/>
          </p:nvSpPr>
          <p:spPr bwMode="auto">
            <a:xfrm>
              <a:off x="11693232" y="1244473"/>
              <a:ext cx="153682" cy="255321"/>
            </a:xfrm>
            <a:custGeom>
              <a:avLst/>
              <a:gdLst>
                <a:gd name="T0" fmla="*/ 27 w 440"/>
                <a:gd name="T1" fmla="*/ 731 h 731"/>
                <a:gd name="T2" fmla="*/ 0 w 440"/>
                <a:gd name="T3" fmla="*/ 715 h 731"/>
                <a:gd name="T4" fmla="*/ 411 w 440"/>
                <a:gd name="T5" fmla="*/ 0 h 731"/>
                <a:gd name="T6" fmla="*/ 440 w 440"/>
                <a:gd name="T7" fmla="*/ 16 h 731"/>
                <a:gd name="T8" fmla="*/ 27 w 440"/>
                <a:gd name="T9" fmla="*/ 731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0" h="731">
                  <a:moveTo>
                    <a:pt x="27" y="731"/>
                  </a:moveTo>
                  <a:lnTo>
                    <a:pt x="0" y="715"/>
                  </a:lnTo>
                  <a:lnTo>
                    <a:pt x="411" y="0"/>
                  </a:lnTo>
                  <a:lnTo>
                    <a:pt x="440" y="16"/>
                  </a:lnTo>
                  <a:lnTo>
                    <a:pt x="27" y="731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4" name="Oval 265"/>
            <p:cNvSpPr>
              <a:spLocks noChangeArrowheads="1"/>
            </p:cNvSpPr>
            <p:nvPr/>
          </p:nvSpPr>
          <p:spPr bwMode="auto">
            <a:xfrm>
              <a:off x="11666338" y="1467312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5" name="Oval 266"/>
            <p:cNvSpPr>
              <a:spLocks noChangeArrowheads="1"/>
            </p:cNvSpPr>
            <p:nvPr/>
          </p:nvSpPr>
          <p:spPr bwMode="auto">
            <a:xfrm>
              <a:off x="11811636" y="1217579"/>
              <a:ext cx="61473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6" name="Freeform 267"/>
            <p:cNvSpPr/>
            <p:nvPr/>
          </p:nvSpPr>
          <p:spPr bwMode="auto">
            <a:xfrm>
              <a:off x="10397066" y="495973"/>
              <a:ext cx="153682" cy="255321"/>
            </a:xfrm>
            <a:custGeom>
              <a:avLst/>
              <a:gdLst>
                <a:gd name="T0" fmla="*/ 27 w 440"/>
                <a:gd name="T1" fmla="*/ 731 h 731"/>
                <a:gd name="T2" fmla="*/ 0 w 440"/>
                <a:gd name="T3" fmla="*/ 715 h 731"/>
                <a:gd name="T4" fmla="*/ 411 w 440"/>
                <a:gd name="T5" fmla="*/ 0 h 731"/>
                <a:gd name="T6" fmla="*/ 440 w 440"/>
                <a:gd name="T7" fmla="*/ 16 h 731"/>
                <a:gd name="T8" fmla="*/ 27 w 440"/>
                <a:gd name="T9" fmla="*/ 731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0" h="731">
                  <a:moveTo>
                    <a:pt x="27" y="731"/>
                  </a:moveTo>
                  <a:lnTo>
                    <a:pt x="0" y="715"/>
                  </a:lnTo>
                  <a:lnTo>
                    <a:pt x="411" y="0"/>
                  </a:lnTo>
                  <a:lnTo>
                    <a:pt x="440" y="16"/>
                  </a:lnTo>
                  <a:lnTo>
                    <a:pt x="27" y="731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" name="Oval 268"/>
            <p:cNvSpPr>
              <a:spLocks noChangeArrowheads="1"/>
            </p:cNvSpPr>
            <p:nvPr/>
          </p:nvSpPr>
          <p:spPr bwMode="auto">
            <a:xfrm>
              <a:off x="10370172" y="718811"/>
              <a:ext cx="62171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" name="Oval 269"/>
            <p:cNvSpPr>
              <a:spLocks noChangeArrowheads="1"/>
            </p:cNvSpPr>
            <p:nvPr/>
          </p:nvSpPr>
          <p:spPr bwMode="auto">
            <a:xfrm>
              <a:off x="10515470" y="468031"/>
              <a:ext cx="61473" cy="6217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" name="Freeform 270"/>
            <p:cNvSpPr/>
            <p:nvPr/>
          </p:nvSpPr>
          <p:spPr bwMode="auto">
            <a:xfrm>
              <a:off x="10397066" y="245192"/>
              <a:ext cx="153682" cy="255321"/>
            </a:xfrm>
            <a:custGeom>
              <a:avLst/>
              <a:gdLst>
                <a:gd name="T0" fmla="*/ 413 w 440"/>
                <a:gd name="T1" fmla="*/ 731 h 731"/>
                <a:gd name="T2" fmla="*/ 0 w 440"/>
                <a:gd name="T3" fmla="*/ 16 h 731"/>
                <a:gd name="T4" fmla="*/ 27 w 440"/>
                <a:gd name="T5" fmla="*/ 0 h 731"/>
                <a:gd name="T6" fmla="*/ 440 w 440"/>
                <a:gd name="T7" fmla="*/ 715 h 731"/>
                <a:gd name="T8" fmla="*/ 413 w 440"/>
                <a:gd name="T9" fmla="*/ 731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0" h="731">
                  <a:moveTo>
                    <a:pt x="413" y="731"/>
                  </a:moveTo>
                  <a:lnTo>
                    <a:pt x="0" y="16"/>
                  </a:lnTo>
                  <a:lnTo>
                    <a:pt x="27" y="0"/>
                  </a:lnTo>
                  <a:lnTo>
                    <a:pt x="440" y="715"/>
                  </a:lnTo>
                  <a:lnTo>
                    <a:pt x="413" y="731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0" name="Oval 271"/>
            <p:cNvSpPr>
              <a:spLocks noChangeArrowheads="1"/>
            </p:cNvSpPr>
            <p:nvPr/>
          </p:nvSpPr>
          <p:spPr bwMode="auto">
            <a:xfrm>
              <a:off x="10370172" y="217949"/>
              <a:ext cx="62171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" name="Freeform 272"/>
            <p:cNvSpPr/>
            <p:nvPr/>
          </p:nvSpPr>
          <p:spPr bwMode="auto">
            <a:xfrm>
              <a:off x="9532257" y="748500"/>
              <a:ext cx="153682" cy="255321"/>
            </a:xfrm>
            <a:custGeom>
              <a:avLst/>
              <a:gdLst>
                <a:gd name="T0" fmla="*/ 413 w 440"/>
                <a:gd name="T1" fmla="*/ 731 h 731"/>
                <a:gd name="T2" fmla="*/ 0 w 440"/>
                <a:gd name="T3" fmla="*/ 16 h 731"/>
                <a:gd name="T4" fmla="*/ 27 w 440"/>
                <a:gd name="T5" fmla="*/ 0 h 731"/>
                <a:gd name="T6" fmla="*/ 440 w 440"/>
                <a:gd name="T7" fmla="*/ 715 h 731"/>
                <a:gd name="T8" fmla="*/ 413 w 440"/>
                <a:gd name="T9" fmla="*/ 731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0" h="731">
                  <a:moveTo>
                    <a:pt x="413" y="731"/>
                  </a:moveTo>
                  <a:lnTo>
                    <a:pt x="0" y="16"/>
                  </a:lnTo>
                  <a:lnTo>
                    <a:pt x="27" y="0"/>
                  </a:lnTo>
                  <a:lnTo>
                    <a:pt x="440" y="715"/>
                  </a:lnTo>
                  <a:lnTo>
                    <a:pt x="413" y="731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" name="Oval 273"/>
            <p:cNvSpPr>
              <a:spLocks noChangeArrowheads="1"/>
            </p:cNvSpPr>
            <p:nvPr/>
          </p:nvSpPr>
          <p:spPr bwMode="auto">
            <a:xfrm>
              <a:off x="9650661" y="971339"/>
              <a:ext cx="61473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" name="Oval 274"/>
            <p:cNvSpPr>
              <a:spLocks noChangeArrowheads="1"/>
            </p:cNvSpPr>
            <p:nvPr/>
          </p:nvSpPr>
          <p:spPr bwMode="auto">
            <a:xfrm>
              <a:off x="9505362" y="720558"/>
              <a:ext cx="6217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" name="Freeform 275"/>
            <p:cNvSpPr/>
            <p:nvPr/>
          </p:nvSpPr>
          <p:spPr bwMode="auto">
            <a:xfrm>
              <a:off x="9962915" y="1244473"/>
              <a:ext cx="438692" cy="510992"/>
            </a:xfrm>
            <a:custGeom>
              <a:avLst/>
              <a:gdLst>
                <a:gd name="T0" fmla="*/ 1256 w 1256"/>
                <a:gd name="T1" fmla="*/ 1463 h 1463"/>
                <a:gd name="T2" fmla="*/ 421 w 1256"/>
                <a:gd name="T3" fmla="*/ 1463 h 1463"/>
                <a:gd name="T4" fmla="*/ 0 w 1256"/>
                <a:gd name="T5" fmla="*/ 731 h 1463"/>
                <a:gd name="T6" fmla="*/ 421 w 1256"/>
                <a:gd name="T7" fmla="*/ 0 h 1463"/>
                <a:gd name="T8" fmla="*/ 1256 w 1256"/>
                <a:gd name="T9" fmla="*/ 0 h 1463"/>
                <a:gd name="T10" fmla="*/ 1256 w 1256"/>
                <a:gd name="T11" fmla="*/ 32 h 1463"/>
                <a:gd name="T12" fmla="*/ 440 w 1256"/>
                <a:gd name="T13" fmla="*/ 32 h 1463"/>
                <a:gd name="T14" fmla="*/ 37 w 1256"/>
                <a:gd name="T15" fmla="*/ 731 h 1463"/>
                <a:gd name="T16" fmla="*/ 440 w 1256"/>
                <a:gd name="T17" fmla="*/ 1431 h 1463"/>
                <a:gd name="T18" fmla="*/ 1256 w 1256"/>
                <a:gd name="T19" fmla="*/ 1431 h 1463"/>
                <a:gd name="T20" fmla="*/ 1256 w 1256"/>
                <a:gd name="T21" fmla="*/ 1463 h 1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56" h="1463">
                  <a:moveTo>
                    <a:pt x="1256" y="1463"/>
                  </a:moveTo>
                  <a:lnTo>
                    <a:pt x="421" y="1463"/>
                  </a:lnTo>
                  <a:lnTo>
                    <a:pt x="0" y="731"/>
                  </a:lnTo>
                  <a:lnTo>
                    <a:pt x="421" y="0"/>
                  </a:lnTo>
                  <a:lnTo>
                    <a:pt x="1256" y="0"/>
                  </a:lnTo>
                  <a:lnTo>
                    <a:pt x="1256" y="32"/>
                  </a:lnTo>
                  <a:lnTo>
                    <a:pt x="440" y="32"/>
                  </a:lnTo>
                  <a:lnTo>
                    <a:pt x="37" y="731"/>
                  </a:lnTo>
                  <a:lnTo>
                    <a:pt x="440" y="1431"/>
                  </a:lnTo>
                  <a:lnTo>
                    <a:pt x="1256" y="1431"/>
                  </a:lnTo>
                  <a:lnTo>
                    <a:pt x="1256" y="1463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" name="Oval 276"/>
            <p:cNvSpPr>
              <a:spLocks noChangeArrowheads="1"/>
            </p:cNvSpPr>
            <p:nvPr/>
          </p:nvSpPr>
          <p:spPr bwMode="auto">
            <a:xfrm>
              <a:off x="9937767" y="1470106"/>
              <a:ext cx="62171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6" name="Oval 277"/>
            <p:cNvSpPr>
              <a:spLocks noChangeArrowheads="1"/>
            </p:cNvSpPr>
            <p:nvPr/>
          </p:nvSpPr>
          <p:spPr bwMode="auto">
            <a:xfrm>
              <a:off x="10083066" y="1219325"/>
              <a:ext cx="61473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7" name="Oval 278"/>
            <p:cNvSpPr>
              <a:spLocks noChangeArrowheads="1"/>
            </p:cNvSpPr>
            <p:nvPr/>
          </p:nvSpPr>
          <p:spPr bwMode="auto">
            <a:xfrm>
              <a:off x="10083066" y="1718092"/>
              <a:ext cx="61473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8" name="Oval 279"/>
            <p:cNvSpPr>
              <a:spLocks noChangeArrowheads="1"/>
            </p:cNvSpPr>
            <p:nvPr/>
          </p:nvSpPr>
          <p:spPr bwMode="auto">
            <a:xfrm>
              <a:off x="10370172" y="1219325"/>
              <a:ext cx="6217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9" name="Freeform 280"/>
            <p:cNvSpPr/>
            <p:nvPr/>
          </p:nvSpPr>
          <p:spPr bwMode="auto">
            <a:xfrm>
              <a:off x="10395319" y="993693"/>
              <a:ext cx="587833" cy="508198"/>
            </a:xfrm>
            <a:custGeom>
              <a:avLst/>
              <a:gdLst>
                <a:gd name="T0" fmla="*/ 416 w 1683"/>
                <a:gd name="T1" fmla="*/ 1455 h 1455"/>
                <a:gd name="T2" fmla="*/ 0 w 1683"/>
                <a:gd name="T3" fmla="*/ 731 h 1455"/>
                <a:gd name="T4" fmla="*/ 421 w 1683"/>
                <a:gd name="T5" fmla="*/ 0 h 1455"/>
                <a:gd name="T6" fmla="*/ 1264 w 1683"/>
                <a:gd name="T7" fmla="*/ 0 h 1455"/>
                <a:gd name="T8" fmla="*/ 1683 w 1683"/>
                <a:gd name="T9" fmla="*/ 723 h 1455"/>
                <a:gd name="T10" fmla="*/ 1654 w 1683"/>
                <a:gd name="T11" fmla="*/ 739 h 1455"/>
                <a:gd name="T12" fmla="*/ 1246 w 1683"/>
                <a:gd name="T13" fmla="*/ 32 h 1455"/>
                <a:gd name="T14" fmla="*/ 440 w 1683"/>
                <a:gd name="T15" fmla="*/ 32 h 1455"/>
                <a:gd name="T16" fmla="*/ 34 w 1683"/>
                <a:gd name="T17" fmla="*/ 731 h 1455"/>
                <a:gd name="T18" fmla="*/ 442 w 1683"/>
                <a:gd name="T19" fmla="*/ 1439 h 1455"/>
                <a:gd name="T20" fmla="*/ 416 w 1683"/>
                <a:gd name="T21" fmla="*/ 1455 h 14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683" h="1455">
                  <a:moveTo>
                    <a:pt x="416" y="1455"/>
                  </a:moveTo>
                  <a:lnTo>
                    <a:pt x="0" y="731"/>
                  </a:lnTo>
                  <a:lnTo>
                    <a:pt x="421" y="0"/>
                  </a:lnTo>
                  <a:lnTo>
                    <a:pt x="1264" y="0"/>
                  </a:lnTo>
                  <a:lnTo>
                    <a:pt x="1683" y="723"/>
                  </a:lnTo>
                  <a:lnTo>
                    <a:pt x="1654" y="739"/>
                  </a:lnTo>
                  <a:lnTo>
                    <a:pt x="1246" y="32"/>
                  </a:lnTo>
                  <a:lnTo>
                    <a:pt x="440" y="32"/>
                  </a:lnTo>
                  <a:lnTo>
                    <a:pt x="34" y="731"/>
                  </a:lnTo>
                  <a:lnTo>
                    <a:pt x="442" y="1439"/>
                  </a:lnTo>
                  <a:lnTo>
                    <a:pt x="416" y="1455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0" name="Oval 281"/>
            <p:cNvSpPr>
              <a:spLocks noChangeArrowheads="1"/>
            </p:cNvSpPr>
            <p:nvPr/>
          </p:nvSpPr>
          <p:spPr bwMode="auto">
            <a:xfrm>
              <a:off x="10514423" y="968544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1" name="Freeform 282"/>
            <p:cNvSpPr/>
            <p:nvPr/>
          </p:nvSpPr>
          <p:spPr bwMode="auto">
            <a:xfrm>
              <a:off x="9964661" y="742912"/>
              <a:ext cx="436945" cy="258116"/>
            </a:xfrm>
            <a:custGeom>
              <a:avLst/>
              <a:gdLst>
                <a:gd name="T0" fmla="*/ 27 w 1251"/>
                <a:gd name="T1" fmla="*/ 739 h 739"/>
                <a:gd name="T2" fmla="*/ 0 w 1251"/>
                <a:gd name="T3" fmla="*/ 723 h 739"/>
                <a:gd name="T4" fmla="*/ 416 w 1251"/>
                <a:gd name="T5" fmla="*/ 0 h 739"/>
                <a:gd name="T6" fmla="*/ 1251 w 1251"/>
                <a:gd name="T7" fmla="*/ 0 h 739"/>
                <a:gd name="T8" fmla="*/ 1251 w 1251"/>
                <a:gd name="T9" fmla="*/ 32 h 739"/>
                <a:gd name="T10" fmla="*/ 435 w 1251"/>
                <a:gd name="T11" fmla="*/ 32 h 739"/>
                <a:gd name="T12" fmla="*/ 27 w 1251"/>
                <a:gd name="T13" fmla="*/ 739 h 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51" h="739">
                  <a:moveTo>
                    <a:pt x="27" y="739"/>
                  </a:moveTo>
                  <a:lnTo>
                    <a:pt x="0" y="723"/>
                  </a:lnTo>
                  <a:lnTo>
                    <a:pt x="416" y="0"/>
                  </a:lnTo>
                  <a:lnTo>
                    <a:pt x="1251" y="0"/>
                  </a:lnTo>
                  <a:lnTo>
                    <a:pt x="1251" y="32"/>
                  </a:lnTo>
                  <a:lnTo>
                    <a:pt x="435" y="32"/>
                  </a:lnTo>
                  <a:lnTo>
                    <a:pt x="27" y="739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2" name="Oval 283"/>
            <p:cNvSpPr>
              <a:spLocks noChangeArrowheads="1"/>
            </p:cNvSpPr>
            <p:nvPr/>
          </p:nvSpPr>
          <p:spPr bwMode="auto">
            <a:xfrm>
              <a:off x="10083066" y="718811"/>
              <a:ext cx="61473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3" name="Freeform 284"/>
            <p:cNvSpPr/>
            <p:nvPr/>
          </p:nvSpPr>
          <p:spPr bwMode="auto">
            <a:xfrm>
              <a:off x="11259081" y="1492460"/>
              <a:ext cx="587833" cy="510992"/>
            </a:xfrm>
            <a:custGeom>
              <a:avLst/>
              <a:gdLst>
                <a:gd name="T0" fmla="*/ 1257 w 1683"/>
                <a:gd name="T1" fmla="*/ 1463 h 1463"/>
                <a:gd name="T2" fmla="*/ 421 w 1683"/>
                <a:gd name="T3" fmla="*/ 1463 h 1463"/>
                <a:gd name="T4" fmla="*/ 0 w 1683"/>
                <a:gd name="T5" fmla="*/ 731 h 1463"/>
                <a:gd name="T6" fmla="*/ 421 w 1683"/>
                <a:gd name="T7" fmla="*/ 0 h 1463"/>
                <a:gd name="T8" fmla="*/ 1267 w 1683"/>
                <a:gd name="T9" fmla="*/ 0 h 1463"/>
                <a:gd name="T10" fmla="*/ 1683 w 1683"/>
                <a:gd name="T11" fmla="*/ 723 h 1463"/>
                <a:gd name="T12" fmla="*/ 1657 w 1683"/>
                <a:gd name="T13" fmla="*/ 739 h 1463"/>
                <a:gd name="T14" fmla="*/ 1249 w 1683"/>
                <a:gd name="T15" fmla="*/ 32 h 1463"/>
                <a:gd name="T16" fmla="*/ 440 w 1683"/>
                <a:gd name="T17" fmla="*/ 32 h 1463"/>
                <a:gd name="T18" fmla="*/ 37 w 1683"/>
                <a:gd name="T19" fmla="*/ 731 h 1463"/>
                <a:gd name="T20" fmla="*/ 440 w 1683"/>
                <a:gd name="T21" fmla="*/ 1431 h 1463"/>
                <a:gd name="T22" fmla="*/ 1257 w 1683"/>
                <a:gd name="T23" fmla="*/ 1431 h 1463"/>
                <a:gd name="T24" fmla="*/ 1257 w 1683"/>
                <a:gd name="T25" fmla="*/ 1463 h 1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83" h="1463">
                  <a:moveTo>
                    <a:pt x="1257" y="1463"/>
                  </a:moveTo>
                  <a:lnTo>
                    <a:pt x="421" y="1463"/>
                  </a:lnTo>
                  <a:lnTo>
                    <a:pt x="0" y="731"/>
                  </a:lnTo>
                  <a:lnTo>
                    <a:pt x="421" y="0"/>
                  </a:lnTo>
                  <a:lnTo>
                    <a:pt x="1267" y="0"/>
                  </a:lnTo>
                  <a:lnTo>
                    <a:pt x="1683" y="723"/>
                  </a:lnTo>
                  <a:lnTo>
                    <a:pt x="1657" y="739"/>
                  </a:lnTo>
                  <a:lnTo>
                    <a:pt x="1249" y="32"/>
                  </a:lnTo>
                  <a:lnTo>
                    <a:pt x="440" y="32"/>
                  </a:lnTo>
                  <a:lnTo>
                    <a:pt x="37" y="731"/>
                  </a:lnTo>
                  <a:lnTo>
                    <a:pt x="440" y="1431"/>
                  </a:lnTo>
                  <a:lnTo>
                    <a:pt x="1257" y="1431"/>
                  </a:lnTo>
                  <a:lnTo>
                    <a:pt x="1257" y="1463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4" name="Oval 285"/>
            <p:cNvSpPr>
              <a:spLocks noChangeArrowheads="1"/>
            </p:cNvSpPr>
            <p:nvPr/>
          </p:nvSpPr>
          <p:spPr bwMode="auto">
            <a:xfrm>
              <a:off x="11234981" y="1718092"/>
              <a:ext cx="61473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5" name="Oval 286"/>
            <p:cNvSpPr>
              <a:spLocks noChangeArrowheads="1"/>
            </p:cNvSpPr>
            <p:nvPr/>
          </p:nvSpPr>
          <p:spPr bwMode="auto">
            <a:xfrm>
              <a:off x="11811636" y="1718092"/>
              <a:ext cx="61473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6" name="Oval 287"/>
            <p:cNvSpPr>
              <a:spLocks noChangeArrowheads="1"/>
            </p:cNvSpPr>
            <p:nvPr/>
          </p:nvSpPr>
          <p:spPr bwMode="auto">
            <a:xfrm>
              <a:off x="11379232" y="1467312"/>
              <a:ext cx="61473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7" name="Oval 288"/>
            <p:cNvSpPr>
              <a:spLocks noChangeArrowheads="1"/>
            </p:cNvSpPr>
            <p:nvPr/>
          </p:nvSpPr>
          <p:spPr bwMode="auto">
            <a:xfrm>
              <a:off x="11379232" y="1966079"/>
              <a:ext cx="61473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8" name="Oval 289"/>
            <p:cNvSpPr>
              <a:spLocks noChangeArrowheads="1"/>
            </p:cNvSpPr>
            <p:nvPr/>
          </p:nvSpPr>
          <p:spPr bwMode="auto">
            <a:xfrm>
              <a:off x="11666338" y="1966079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9" name="Freeform 290"/>
            <p:cNvSpPr/>
            <p:nvPr/>
          </p:nvSpPr>
          <p:spPr bwMode="auto">
            <a:xfrm>
              <a:off x="9532257" y="995439"/>
              <a:ext cx="586087" cy="258465"/>
            </a:xfrm>
            <a:custGeom>
              <a:avLst/>
              <a:gdLst>
                <a:gd name="T0" fmla="*/ 27 w 1678"/>
                <a:gd name="T1" fmla="*/ 740 h 740"/>
                <a:gd name="T2" fmla="*/ 0 w 1678"/>
                <a:gd name="T3" fmla="*/ 724 h 740"/>
                <a:gd name="T4" fmla="*/ 416 w 1678"/>
                <a:gd name="T5" fmla="*/ 0 h 740"/>
                <a:gd name="T6" fmla="*/ 1262 w 1678"/>
                <a:gd name="T7" fmla="*/ 0 h 740"/>
                <a:gd name="T8" fmla="*/ 1678 w 1678"/>
                <a:gd name="T9" fmla="*/ 724 h 740"/>
                <a:gd name="T10" fmla="*/ 1651 w 1678"/>
                <a:gd name="T11" fmla="*/ 740 h 740"/>
                <a:gd name="T12" fmla="*/ 1243 w 1678"/>
                <a:gd name="T13" fmla="*/ 32 h 740"/>
                <a:gd name="T14" fmla="*/ 435 w 1678"/>
                <a:gd name="T15" fmla="*/ 32 h 740"/>
                <a:gd name="T16" fmla="*/ 27 w 1678"/>
                <a:gd name="T17" fmla="*/ 740 h 7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8" h="740">
                  <a:moveTo>
                    <a:pt x="27" y="740"/>
                  </a:moveTo>
                  <a:lnTo>
                    <a:pt x="0" y="724"/>
                  </a:lnTo>
                  <a:lnTo>
                    <a:pt x="416" y="0"/>
                  </a:lnTo>
                  <a:lnTo>
                    <a:pt x="1262" y="0"/>
                  </a:lnTo>
                  <a:lnTo>
                    <a:pt x="1678" y="724"/>
                  </a:lnTo>
                  <a:lnTo>
                    <a:pt x="1651" y="740"/>
                  </a:lnTo>
                  <a:lnTo>
                    <a:pt x="1243" y="32"/>
                  </a:lnTo>
                  <a:lnTo>
                    <a:pt x="435" y="32"/>
                  </a:lnTo>
                  <a:lnTo>
                    <a:pt x="27" y="740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0" name="Rectangle 291"/>
            <p:cNvSpPr>
              <a:spLocks noChangeArrowheads="1"/>
            </p:cNvSpPr>
            <p:nvPr/>
          </p:nvSpPr>
          <p:spPr bwMode="auto">
            <a:xfrm>
              <a:off x="9681398" y="1496302"/>
              <a:ext cx="287804" cy="11177"/>
            </a:xfrm>
            <a:prstGeom prst="rect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1" name="Oval 292"/>
            <p:cNvSpPr>
              <a:spLocks noChangeArrowheads="1"/>
            </p:cNvSpPr>
            <p:nvPr/>
          </p:nvSpPr>
          <p:spPr bwMode="auto">
            <a:xfrm>
              <a:off x="9506060" y="1221072"/>
              <a:ext cx="61473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2" name="Oval 293"/>
            <p:cNvSpPr>
              <a:spLocks noChangeArrowheads="1"/>
            </p:cNvSpPr>
            <p:nvPr/>
          </p:nvSpPr>
          <p:spPr bwMode="auto">
            <a:xfrm>
              <a:off x="9937767" y="971339"/>
              <a:ext cx="62171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3" name="Freeform 294"/>
            <p:cNvSpPr/>
            <p:nvPr/>
          </p:nvSpPr>
          <p:spPr bwMode="auto">
            <a:xfrm>
              <a:off x="10828422" y="1241679"/>
              <a:ext cx="587134" cy="258116"/>
            </a:xfrm>
            <a:custGeom>
              <a:avLst/>
              <a:gdLst>
                <a:gd name="T0" fmla="*/ 1652 w 1681"/>
                <a:gd name="T1" fmla="*/ 739 h 739"/>
                <a:gd name="T2" fmla="*/ 1244 w 1681"/>
                <a:gd name="T3" fmla="*/ 32 h 739"/>
                <a:gd name="T4" fmla="*/ 435 w 1681"/>
                <a:gd name="T5" fmla="*/ 32 h 739"/>
                <a:gd name="T6" fmla="*/ 27 w 1681"/>
                <a:gd name="T7" fmla="*/ 739 h 739"/>
                <a:gd name="T8" fmla="*/ 0 w 1681"/>
                <a:gd name="T9" fmla="*/ 723 h 739"/>
                <a:gd name="T10" fmla="*/ 416 w 1681"/>
                <a:gd name="T11" fmla="*/ 0 h 739"/>
                <a:gd name="T12" fmla="*/ 1262 w 1681"/>
                <a:gd name="T13" fmla="*/ 0 h 739"/>
                <a:gd name="T14" fmla="*/ 1681 w 1681"/>
                <a:gd name="T15" fmla="*/ 723 h 739"/>
                <a:gd name="T16" fmla="*/ 1652 w 1681"/>
                <a:gd name="T17" fmla="*/ 739 h 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81" h="739">
                  <a:moveTo>
                    <a:pt x="1652" y="739"/>
                  </a:moveTo>
                  <a:lnTo>
                    <a:pt x="1244" y="32"/>
                  </a:lnTo>
                  <a:lnTo>
                    <a:pt x="435" y="32"/>
                  </a:lnTo>
                  <a:lnTo>
                    <a:pt x="27" y="739"/>
                  </a:lnTo>
                  <a:lnTo>
                    <a:pt x="0" y="723"/>
                  </a:lnTo>
                  <a:lnTo>
                    <a:pt x="416" y="0"/>
                  </a:lnTo>
                  <a:lnTo>
                    <a:pt x="1262" y="0"/>
                  </a:lnTo>
                  <a:lnTo>
                    <a:pt x="1681" y="723"/>
                  </a:lnTo>
                  <a:lnTo>
                    <a:pt x="1652" y="739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4" name="Freeform 295"/>
            <p:cNvSpPr/>
            <p:nvPr/>
          </p:nvSpPr>
          <p:spPr bwMode="auto">
            <a:xfrm>
              <a:off x="10826676" y="2240960"/>
              <a:ext cx="587833" cy="508198"/>
            </a:xfrm>
            <a:custGeom>
              <a:avLst/>
              <a:gdLst>
                <a:gd name="T0" fmla="*/ 419 w 1683"/>
                <a:gd name="T1" fmla="*/ 1455 h 1455"/>
                <a:gd name="T2" fmla="*/ 0 w 1683"/>
                <a:gd name="T3" fmla="*/ 732 h 1455"/>
                <a:gd name="T4" fmla="*/ 421 w 1683"/>
                <a:gd name="T5" fmla="*/ 0 h 1455"/>
                <a:gd name="T6" fmla="*/ 1267 w 1683"/>
                <a:gd name="T7" fmla="*/ 0 h 1455"/>
                <a:gd name="T8" fmla="*/ 1683 w 1683"/>
                <a:gd name="T9" fmla="*/ 724 h 1455"/>
                <a:gd name="T10" fmla="*/ 1657 w 1683"/>
                <a:gd name="T11" fmla="*/ 740 h 1455"/>
                <a:gd name="T12" fmla="*/ 1249 w 1683"/>
                <a:gd name="T13" fmla="*/ 32 h 1455"/>
                <a:gd name="T14" fmla="*/ 440 w 1683"/>
                <a:gd name="T15" fmla="*/ 32 h 1455"/>
                <a:gd name="T16" fmla="*/ 37 w 1683"/>
                <a:gd name="T17" fmla="*/ 732 h 1455"/>
                <a:gd name="T18" fmla="*/ 445 w 1683"/>
                <a:gd name="T19" fmla="*/ 1439 h 1455"/>
                <a:gd name="T20" fmla="*/ 419 w 1683"/>
                <a:gd name="T21" fmla="*/ 1455 h 14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683" h="1455">
                  <a:moveTo>
                    <a:pt x="419" y="1455"/>
                  </a:moveTo>
                  <a:lnTo>
                    <a:pt x="0" y="732"/>
                  </a:lnTo>
                  <a:lnTo>
                    <a:pt x="421" y="0"/>
                  </a:lnTo>
                  <a:lnTo>
                    <a:pt x="1267" y="0"/>
                  </a:lnTo>
                  <a:lnTo>
                    <a:pt x="1683" y="724"/>
                  </a:lnTo>
                  <a:lnTo>
                    <a:pt x="1657" y="740"/>
                  </a:lnTo>
                  <a:lnTo>
                    <a:pt x="1249" y="32"/>
                  </a:lnTo>
                  <a:lnTo>
                    <a:pt x="440" y="32"/>
                  </a:lnTo>
                  <a:lnTo>
                    <a:pt x="37" y="732"/>
                  </a:lnTo>
                  <a:lnTo>
                    <a:pt x="445" y="1439"/>
                  </a:lnTo>
                  <a:lnTo>
                    <a:pt x="419" y="1455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5" name="Oval 296"/>
            <p:cNvSpPr>
              <a:spLocks noChangeArrowheads="1"/>
            </p:cNvSpPr>
            <p:nvPr/>
          </p:nvSpPr>
          <p:spPr bwMode="auto">
            <a:xfrm>
              <a:off x="10802576" y="2466592"/>
              <a:ext cx="61473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6" name="Oval 297"/>
            <p:cNvSpPr>
              <a:spLocks noChangeArrowheads="1"/>
            </p:cNvSpPr>
            <p:nvPr/>
          </p:nvSpPr>
          <p:spPr bwMode="auto">
            <a:xfrm>
              <a:off x="11379232" y="2466592"/>
              <a:ext cx="61473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7" name="Oval 298"/>
            <p:cNvSpPr>
              <a:spLocks noChangeArrowheads="1"/>
            </p:cNvSpPr>
            <p:nvPr/>
          </p:nvSpPr>
          <p:spPr bwMode="auto">
            <a:xfrm>
              <a:off x="10946827" y="2215812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8" name="Oval 299"/>
            <p:cNvSpPr>
              <a:spLocks noChangeArrowheads="1"/>
            </p:cNvSpPr>
            <p:nvPr/>
          </p:nvSpPr>
          <p:spPr bwMode="auto">
            <a:xfrm>
              <a:off x="10946827" y="2714579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9" name="Oval 300"/>
            <p:cNvSpPr>
              <a:spLocks noChangeArrowheads="1"/>
            </p:cNvSpPr>
            <p:nvPr/>
          </p:nvSpPr>
          <p:spPr bwMode="auto">
            <a:xfrm>
              <a:off x="11233933" y="2215812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0" name="Freeform 301"/>
            <p:cNvSpPr/>
            <p:nvPr/>
          </p:nvSpPr>
          <p:spPr bwMode="auto">
            <a:xfrm>
              <a:off x="11260827" y="1995069"/>
              <a:ext cx="154730" cy="256369"/>
            </a:xfrm>
            <a:custGeom>
              <a:avLst/>
              <a:gdLst>
                <a:gd name="T0" fmla="*/ 30 w 443"/>
                <a:gd name="T1" fmla="*/ 734 h 734"/>
                <a:gd name="T2" fmla="*/ 0 w 443"/>
                <a:gd name="T3" fmla="*/ 718 h 734"/>
                <a:gd name="T4" fmla="*/ 414 w 443"/>
                <a:gd name="T5" fmla="*/ 0 h 734"/>
                <a:gd name="T6" fmla="*/ 443 w 443"/>
                <a:gd name="T7" fmla="*/ 16 h 734"/>
                <a:gd name="T8" fmla="*/ 30 w 443"/>
                <a:gd name="T9" fmla="*/ 734 h 7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3" h="734">
                  <a:moveTo>
                    <a:pt x="30" y="734"/>
                  </a:moveTo>
                  <a:lnTo>
                    <a:pt x="0" y="718"/>
                  </a:lnTo>
                  <a:lnTo>
                    <a:pt x="414" y="0"/>
                  </a:lnTo>
                  <a:lnTo>
                    <a:pt x="443" y="16"/>
                  </a:lnTo>
                  <a:lnTo>
                    <a:pt x="30" y="734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1" name="Freeform 302"/>
            <p:cNvSpPr/>
            <p:nvPr/>
          </p:nvSpPr>
          <p:spPr bwMode="auto">
            <a:xfrm>
              <a:off x="10826676" y="1742193"/>
              <a:ext cx="439740" cy="509246"/>
            </a:xfrm>
            <a:custGeom>
              <a:avLst/>
              <a:gdLst>
                <a:gd name="T0" fmla="*/ 419 w 1259"/>
                <a:gd name="T1" fmla="*/ 1458 h 1458"/>
                <a:gd name="T2" fmla="*/ 0 w 1259"/>
                <a:gd name="T3" fmla="*/ 732 h 1458"/>
                <a:gd name="T4" fmla="*/ 421 w 1259"/>
                <a:gd name="T5" fmla="*/ 0 h 1458"/>
                <a:gd name="T6" fmla="*/ 1259 w 1259"/>
                <a:gd name="T7" fmla="*/ 0 h 1458"/>
                <a:gd name="T8" fmla="*/ 1259 w 1259"/>
                <a:gd name="T9" fmla="*/ 32 h 1458"/>
                <a:gd name="T10" fmla="*/ 440 w 1259"/>
                <a:gd name="T11" fmla="*/ 32 h 1458"/>
                <a:gd name="T12" fmla="*/ 37 w 1259"/>
                <a:gd name="T13" fmla="*/ 732 h 1458"/>
                <a:gd name="T14" fmla="*/ 445 w 1259"/>
                <a:gd name="T15" fmla="*/ 1442 h 1458"/>
                <a:gd name="T16" fmla="*/ 419 w 1259"/>
                <a:gd name="T17" fmla="*/ 1458 h 14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9" h="1458">
                  <a:moveTo>
                    <a:pt x="419" y="1458"/>
                  </a:moveTo>
                  <a:lnTo>
                    <a:pt x="0" y="732"/>
                  </a:lnTo>
                  <a:lnTo>
                    <a:pt x="421" y="0"/>
                  </a:lnTo>
                  <a:lnTo>
                    <a:pt x="1259" y="0"/>
                  </a:lnTo>
                  <a:lnTo>
                    <a:pt x="1259" y="32"/>
                  </a:lnTo>
                  <a:lnTo>
                    <a:pt x="440" y="32"/>
                  </a:lnTo>
                  <a:lnTo>
                    <a:pt x="37" y="732"/>
                  </a:lnTo>
                  <a:lnTo>
                    <a:pt x="445" y="1442"/>
                  </a:lnTo>
                  <a:lnTo>
                    <a:pt x="419" y="1458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2" name="Freeform 304"/>
            <p:cNvSpPr/>
            <p:nvPr/>
          </p:nvSpPr>
          <p:spPr bwMode="auto">
            <a:xfrm>
              <a:off x="11236727" y="2015327"/>
              <a:ext cx="955272" cy="967846"/>
            </a:xfrm>
            <a:custGeom>
              <a:avLst/>
              <a:gdLst>
                <a:gd name="T0" fmla="*/ 2735 w 2735"/>
                <a:gd name="T1" fmla="*/ 0 h 2771"/>
                <a:gd name="T2" fmla="*/ 1598 w 2735"/>
                <a:gd name="T3" fmla="*/ 0 h 2771"/>
                <a:gd name="T4" fmla="*/ 0 w 2735"/>
                <a:gd name="T5" fmla="*/ 2771 h 2771"/>
                <a:gd name="T6" fmla="*/ 2735 w 2735"/>
                <a:gd name="T7" fmla="*/ 2771 h 2771"/>
                <a:gd name="T8" fmla="*/ 2735 w 2735"/>
                <a:gd name="T9" fmla="*/ 0 h 27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35" h="2771">
                  <a:moveTo>
                    <a:pt x="2735" y="0"/>
                  </a:moveTo>
                  <a:lnTo>
                    <a:pt x="1598" y="0"/>
                  </a:lnTo>
                  <a:lnTo>
                    <a:pt x="0" y="2771"/>
                  </a:lnTo>
                  <a:lnTo>
                    <a:pt x="2735" y="2771"/>
                  </a:lnTo>
                  <a:lnTo>
                    <a:pt x="273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83" name="流程图: 终止 182"/>
          <p:cNvSpPr/>
          <p:nvPr userDrawn="1"/>
        </p:nvSpPr>
        <p:spPr>
          <a:xfrm>
            <a:off x="5096142" y="1509486"/>
            <a:ext cx="1999715" cy="535640"/>
          </a:xfrm>
          <a:prstGeom prst="flowChartTerminator">
            <a:avLst/>
          </a:prstGeom>
          <a:solidFill>
            <a:srgbClr val="127F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矩形 157"/>
          <p:cNvSpPr/>
          <p:nvPr userDrawn="1"/>
        </p:nvSpPr>
        <p:spPr>
          <a:xfrm>
            <a:off x="0" y="0"/>
            <a:ext cx="12192000" cy="534572"/>
          </a:xfrm>
          <a:prstGeom prst="rect">
            <a:avLst/>
          </a:prstGeom>
          <a:solidFill>
            <a:srgbClr val="127F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0" name="矩形 159"/>
          <p:cNvSpPr/>
          <p:nvPr userDrawn="1"/>
        </p:nvSpPr>
        <p:spPr>
          <a:xfrm>
            <a:off x="0" y="6323428"/>
            <a:ext cx="12192000" cy="534572"/>
          </a:xfrm>
          <a:prstGeom prst="rect">
            <a:avLst/>
          </a:prstGeom>
          <a:solidFill>
            <a:srgbClr val="127F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998902" y="1112044"/>
            <a:ext cx="10194196" cy="4715333"/>
            <a:chOff x="828920" y="1112044"/>
            <a:chExt cx="10194196" cy="4715333"/>
          </a:xfrm>
        </p:grpSpPr>
        <p:sp>
          <p:nvSpPr>
            <p:cNvPr id="6" name="矩形 5"/>
            <p:cNvSpPr/>
            <p:nvPr/>
          </p:nvSpPr>
          <p:spPr>
            <a:xfrm>
              <a:off x="828920" y="1112044"/>
              <a:ext cx="10194196" cy="4715333"/>
            </a:xfrm>
            <a:prstGeom prst="rect">
              <a:avLst/>
            </a:prstGeom>
            <a:solidFill>
              <a:srgbClr val="127FB8"/>
            </a:solidFill>
            <a:ln w="38100" cap="flat" cmpd="sng" algn="ctr">
              <a:gradFill flip="none" rotWithShape="1">
                <a:gsLst>
                  <a:gs pos="0">
                    <a:sysClr val="window" lastClr="FFFFFF"/>
                  </a:gs>
                  <a:gs pos="100000">
                    <a:sysClr val="window" lastClr="FFFFFF">
                      <a:lumMod val="85000"/>
                    </a:sysClr>
                  </a:gs>
                </a:gsLst>
                <a:lin ang="18900000" scaled="1"/>
                <a:tileRect/>
              </a:gradFill>
              <a:prstDash val="solid"/>
              <a:miter lim="800000"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1000664" y="1335587"/>
              <a:ext cx="9862945" cy="4287845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>
                <a:rot lat="0" lon="0" rev="4800000"/>
              </a:lightRig>
            </a:scene3d>
            <a:sp3d>
              <a:bevelT w="63500" h="25400" prst="angle"/>
            </a:sp3d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246080" y="686801"/>
            <a:ext cx="3460673" cy="1382795"/>
            <a:chOff x="1387563" y="938385"/>
            <a:chExt cx="3460673" cy="1382795"/>
          </a:xfrm>
        </p:grpSpPr>
        <p:sp>
          <p:nvSpPr>
            <p:cNvPr id="9" name="等腰三角形 8"/>
            <p:cNvSpPr/>
            <p:nvPr/>
          </p:nvSpPr>
          <p:spPr>
            <a:xfrm>
              <a:off x="3873883" y="1179068"/>
              <a:ext cx="974353" cy="581629"/>
            </a:xfrm>
            <a:prstGeom prst="triangle">
              <a:avLst/>
            </a:prstGeom>
            <a:solidFill>
              <a:srgbClr val="127FB8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" name="任意多边形 6"/>
            <p:cNvSpPr/>
            <p:nvPr/>
          </p:nvSpPr>
          <p:spPr>
            <a:xfrm>
              <a:off x="2086395" y="1179068"/>
              <a:ext cx="2274664" cy="835160"/>
            </a:xfrm>
            <a:custGeom>
              <a:avLst/>
              <a:gdLst>
                <a:gd name="connsiteX0" fmla="*/ 443132 w 1647678"/>
                <a:gd name="connsiteY0" fmla="*/ 0 h 640080"/>
                <a:gd name="connsiteX1" fmla="*/ 1647678 w 1647678"/>
                <a:gd name="connsiteY1" fmla="*/ 0 h 640080"/>
                <a:gd name="connsiteX2" fmla="*/ 1204546 w 1647678"/>
                <a:gd name="connsiteY2" fmla="*/ 640080 h 640080"/>
                <a:gd name="connsiteX3" fmla="*/ 0 w 1647678"/>
                <a:gd name="connsiteY3" fmla="*/ 640080 h 640080"/>
                <a:gd name="connsiteX4" fmla="*/ 443132 w 1647678"/>
                <a:gd name="connsiteY4" fmla="*/ 0 h 640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7678" h="640080">
                  <a:moveTo>
                    <a:pt x="443132" y="0"/>
                  </a:moveTo>
                  <a:lnTo>
                    <a:pt x="1647678" y="0"/>
                  </a:lnTo>
                  <a:lnTo>
                    <a:pt x="1204546" y="640080"/>
                  </a:lnTo>
                  <a:lnTo>
                    <a:pt x="0" y="640080"/>
                  </a:lnTo>
                  <a:lnTo>
                    <a:pt x="443132" y="0"/>
                  </a:lnTo>
                  <a:close/>
                </a:path>
              </a:pathLst>
            </a:custGeom>
            <a:solidFill>
              <a:srgbClr val="127FB8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2491597" y="1354688"/>
              <a:ext cx="16830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/>
              <a:r>
                <a:rPr lang="zh-CN" altLang="en-US" sz="2400" b="1" dirty="0">
                  <a:solidFill>
                    <a:prstClr val="white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本章小结</a:t>
              </a:r>
            </a:p>
          </p:txBody>
        </p:sp>
        <p:sp>
          <p:nvSpPr>
            <p:cNvPr id="12" name="椭圆 11"/>
            <p:cNvSpPr/>
            <p:nvPr/>
          </p:nvSpPr>
          <p:spPr>
            <a:xfrm flipH="1">
              <a:off x="2321538" y="1897890"/>
              <a:ext cx="423290" cy="423290"/>
            </a:xfrm>
            <a:prstGeom prst="ellipse">
              <a:avLst/>
            </a:prstGeom>
            <a:gradFill flip="none" rotWithShape="1">
              <a:gsLst>
                <a:gs pos="100000">
                  <a:sysClr val="window" lastClr="FFFFFF">
                    <a:lumMod val="85000"/>
                  </a:sysClr>
                </a:gs>
                <a:gs pos="0">
                  <a:sysClr val="window" lastClr="FFFFFF"/>
                </a:gs>
              </a:gsLst>
              <a:lin ang="13200000" scaled="0"/>
              <a:tileRect/>
            </a:gradFill>
            <a:ln w="28575" cap="flat">
              <a:gradFill flip="none" rotWithShape="1">
                <a:gsLst>
                  <a:gs pos="0">
                    <a:sysClr val="window" lastClr="FFFFFF">
                      <a:lumMod val="85000"/>
                    </a:sysClr>
                  </a:gs>
                  <a:gs pos="100000">
                    <a:sysClr val="window" lastClr="FFFFFF"/>
                  </a:gs>
                </a:gsLst>
                <a:lin ang="18900000" scaled="1"/>
                <a:tileRect/>
              </a:gradFill>
              <a:prstDash val="solid"/>
              <a:miter lim="800000"/>
            </a:ln>
            <a:effectLst>
              <a:outerShdw blurRad="444500" dist="190500" dir="8100000" algn="tr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1387563" y="1471842"/>
              <a:ext cx="426048" cy="426048"/>
            </a:xfrm>
            <a:prstGeom prst="ellipse">
              <a:avLst/>
            </a:prstGeom>
            <a:gradFill flip="none" rotWithShape="1">
              <a:gsLst>
                <a:gs pos="0">
                  <a:srgbClr val="127FB8"/>
                </a:gs>
                <a:gs pos="100000">
                  <a:srgbClr val="3CB1EC"/>
                </a:gs>
              </a:gsLst>
              <a:lin ang="8100000" scaled="1"/>
              <a:tileRect/>
            </a:gradFill>
            <a:ln w="28575" cap="flat" cmpd="sng" algn="ctr">
              <a:gradFill>
                <a:gsLst>
                  <a:gs pos="0">
                    <a:srgbClr val="3CB1EC"/>
                  </a:gs>
                  <a:gs pos="100000">
                    <a:srgbClr val="127FB8"/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blurRad="444500" dist="190500" dir="8100000" algn="tr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2086395" y="1542967"/>
              <a:ext cx="256981" cy="256981"/>
            </a:xfrm>
            <a:prstGeom prst="ellipse">
              <a:avLst/>
            </a:prstGeom>
            <a:gradFill flip="none" rotWithShape="1">
              <a:gsLst>
                <a:gs pos="0">
                  <a:sysClr val="window" lastClr="FFFFFF"/>
                </a:gs>
                <a:gs pos="100000">
                  <a:sysClr val="window" lastClr="FFFFFF">
                    <a:lumMod val="85000"/>
                  </a:sysClr>
                </a:gs>
              </a:gsLst>
              <a:lin ang="18900000" scaled="1"/>
              <a:tileRect/>
            </a:gradFill>
            <a:ln w="28575" cap="flat" cmpd="sng" algn="ctr"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lumMod val="85000"/>
                    </a:sysClr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blurRad="444500" dist="190500" dir="8100000" algn="tr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3887893" y="938385"/>
              <a:ext cx="473166" cy="473166"/>
            </a:xfrm>
            <a:prstGeom prst="ellipse">
              <a:avLst/>
            </a:prstGeom>
            <a:gradFill flip="none" rotWithShape="1">
              <a:gsLst>
                <a:gs pos="0">
                  <a:sysClr val="window" lastClr="FFFFFF"/>
                </a:gs>
                <a:gs pos="100000">
                  <a:sysClr val="window" lastClr="FFFFFF">
                    <a:lumMod val="85000"/>
                  </a:sysClr>
                </a:gs>
              </a:gsLst>
              <a:lin ang="18900000" scaled="1"/>
              <a:tileRect/>
            </a:gradFill>
            <a:ln w="28575" cap="flat" cmpd="sng" algn="ctr"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lumMod val="85000"/>
                    </a:sysClr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blurRad="444500" dist="190500" dir="8100000" algn="tr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6" name="椭圆 15"/>
          <p:cNvSpPr/>
          <p:nvPr userDrawn="1"/>
        </p:nvSpPr>
        <p:spPr>
          <a:xfrm flipH="1">
            <a:off x="9560282" y="5658449"/>
            <a:ext cx="423290" cy="423290"/>
          </a:xfrm>
          <a:prstGeom prst="ellipse">
            <a:avLst/>
          </a:prstGeom>
          <a:gradFill flip="none" rotWithShape="1">
            <a:gsLst>
              <a:gs pos="100000">
                <a:sysClr val="window" lastClr="FFFFFF">
                  <a:lumMod val="85000"/>
                </a:sysClr>
              </a:gs>
              <a:gs pos="0">
                <a:sysClr val="window" lastClr="FFFFFF"/>
              </a:gs>
            </a:gsLst>
            <a:lin ang="13200000" scaled="0"/>
            <a:tileRect/>
          </a:gradFill>
          <a:ln w="28575" cap="flat">
            <a:gradFill flip="none" rotWithShape="1">
              <a:gsLst>
                <a:gs pos="0">
                  <a:sysClr val="window" lastClr="FFFFFF">
                    <a:lumMod val="85000"/>
                  </a:sysClr>
                </a:gs>
                <a:gs pos="100000">
                  <a:sysClr val="window" lastClr="FFFFFF"/>
                </a:gs>
              </a:gsLst>
              <a:lin ang="18900000" scaled="1"/>
              <a:tileRect/>
            </a:gradFill>
            <a:prstDash val="solid"/>
            <a:miter lim="800000"/>
          </a:ln>
          <a:effectLst>
            <a:outerShdw blurRad="444500" dist="1905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68580" tIns="34290" rIns="68580" bIns="34290" numCol="1" anchor="t" anchorCtr="0" compatLnSpc="1"/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7" name="椭圆 16"/>
          <p:cNvSpPr/>
          <p:nvPr userDrawn="1"/>
        </p:nvSpPr>
        <p:spPr>
          <a:xfrm flipH="1">
            <a:off x="11597022" y="4927518"/>
            <a:ext cx="238303" cy="238303"/>
          </a:xfrm>
          <a:prstGeom prst="ellipse">
            <a:avLst/>
          </a:prstGeom>
          <a:gradFill flip="none" rotWithShape="1">
            <a:gsLst>
              <a:gs pos="100000">
                <a:sysClr val="window" lastClr="FFFFFF">
                  <a:lumMod val="85000"/>
                </a:sysClr>
              </a:gs>
              <a:gs pos="0">
                <a:sysClr val="window" lastClr="FFFFFF"/>
              </a:gs>
            </a:gsLst>
            <a:lin ang="18900000" scaled="1"/>
            <a:tileRect/>
          </a:gradFill>
          <a:ln w="28575" cap="flat">
            <a:gradFill flip="none" rotWithShape="1">
              <a:gsLst>
                <a:gs pos="0">
                  <a:sysClr val="window" lastClr="FFFFFF">
                    <a:lumMod val="85000"/>
                  </a:sysClr>
                </a:gs>
                <a:gs pos="100000">
                  <a:sysClr val="window" lastClr="FFFFFF"/>
                </a:gs>
              </a:gsLst>
              <a:lin ang="18900000" scaled="1"/>
              <a:tileRect/>
            </a:gradFill>
            <a:prstDash val="solid"/>
            <a:miter lim="800000"/>
          </a:ln>
          <a:effectLst>
            <a:outerShdw blurRad="444500" dist="1905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68580" tIns="34290" rIns="68580" bIns="34290" numCol="1" anchor="t" anchorCtr="0" compatLnSpc="1"/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8" name="椭圆 17"/>
          <p:cNvSpPr/>
          <p:nvPr userDrawn="1"/>
        </p:nvSpPr>
        <p:spPr>
          <a:xfrm>
            <a:off x="11455241" y="4059606"/>
            <a:ext cx="523999" cy="523999"/>
          </a:xfrm>
          <a:prstGeom prst="ellipse">
            <a:avLst/>
          </a:prstGeom>
          <a:gradFill flip="none" rotWithShape="1">
            <a:gsLst>
              <a:gs pos="0">
                <a:srgbClr val="127FB8"/>
              </a:gs>
              <a:gs pos="100000">
                <a:srgbClr val="3CB1EC"/>
              </a:gs>
            </a:gsLst>
            <a:lin ang="8100000" scaled="1"/>
            <a:tileRect/>
          </a:gradFill>
          <a:ln w="28575" cap="flat" cmpd="sng" algn="ctr">
            <a:gradFill>
              <a:gsLst>
                <a:gs pos="0">
                  <a:srgbClr val="3CB1EC"/>
                </a:gs>
                <a:gs pos="100000">
                  <a:srgbClr val="127FB8"/>
                </a:gs>
              </a:gsLst>
              <a:lin ang="5400000" scaled="1"/>
            </a:gradFill>
            <a:prstDash val="solid"/>
            <a:miter lim="800000"/>
          </a:ln>
          <a:effectLst>
            <a:outerShdw blurRad="444500" dist="190500" dir="8100000" algn="tr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685800"/>
            <a:endParaRPr lang="zh-CN" altLang="en-US" sz="1350" kern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9" name="椭圆 18"/>
          <p:cNvSpPr/>
          <p:nvPr userDrawn="1"/>
        </p:nvSpPr>
        <p:spPr>
          <a:xfrm>
            <a:off x="10433609" y="5348782"/>
            <a:ext cx="478595" cy="478595"/>
          </a:xfrm>
          <a:prstGeom prst="ellipse">
            <a:avLst/>
          </a:prstGeom>
          <a:gradFill flip="none" rotWithShape="1">
            <a:gsLst>
              <a:gs pos="0">
                <a:srgbClr val="127FB8"/>
              </a:gs>
              <a:gs pos="100000">
                <a:srgbClr val="3CB1EC"/>
              </a:gs>
            </a:gsLst>
            <a:lin ang="8100000" scaled="1"/>
            <a:tileRect/>
          </a:gradFill>
          <a:ln w="28575" cap="flat" cmpd="sng" algn="ctr">
            <a:gradFill>
              <a:gsLst>
                <a:gs pos="0">
                  <a:srgbClr val="3CB1EC"/>
                </a:gs>
                <a:gs pos="100000">
                  <a:srgbClr val="127FB8"/>
                </a:gs>
              </a:gsLst>
              <a:lin ang="5400000" scaled="1"/>
            </a:gradFill>
            <a:prstDash val="solid"/>
            <a:miter lim="800000"/>
          </a:ln>
          <a:effectLst>
            <a:outerShdw blurRad="444500" dist="190500" dir="8100000" algn="tr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685800"/>
            <a:endParaRPr lang="zh-CN" altLang="en-US" sz="1350" kern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20" name="椭圆 19"/>
          <p:cNvSpPr/>
          <p:nvPr userDrawn="1"/>
        </p:nvSpPr>
        <p:spPr>
          <a:xfrm>
            <a:off x="8626307" y="5232401"/>
            <a:ext cx="426048" cy="426048"/>
          </a:xfrm>
          <a:prstGeom prst="ellipse">
            <a:avLst/>
          </a:prstGeom>
          <a:gradFill flip="none" rotWithShape="1">
            <a:gsLst>
              <a:gs pos="0">
                <a:srgbClr val="127FB8"/>
              </a:gs>
              <a:gs pos="100000">
                <a:srgbClr val="3CB1EC"/>
              </a:gs>
            </a:gsLst>
            <a:lin ang="8100000" scaled="1"/>
            <a:tileRect/>
          </a:gradFill>
          <a:ln w="28575" cap="flat" cmpd="sng" algn="ctr">
            <a:gradFill>
              <a:gsLst>
                <a:gs pos="0">
                  <a:srgbClr val="3CB1EC"/>
                </a:gs>
                <a:gs pos="100000">
                  <a:srgbClr val="127FB8"/>
                </a:gs>
              </a:gsLst>
              <a:lin ang="5400000" scaled="1"/>
            </a:gradFill>
            <a:prstDash val="solid"/>
            <a:miter lim="800000"/>
          </a:ln>
          <a:effectLst>
            <a:outerShdw blurRad="444500" dist="190500" dir="8100000" algn="tr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685800"/>
            <a:endParaRPr lang="zh-CN" altLang="en-US" sz="1350" kern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21" name="椭圆 20"/>
          <p:cNvSpPr/>
          <p:nvPr userDrawn="1"/>
        </p:nvSpPr>
        <p:spPr>
          <a:xfrm>
            <a:off x="10995712" y="5609070"/>
            <a:ext cx="256981" cy="256981"/>
          </a:xfrm>
          <a:prstGeom prst="ellipse">
            <a:avLst/>
          </a:prstGeom>
          <a:gradFill flip="none" rotWithShape="1">
            <a:gsLst>
              <a:gs pos="0">
                <a:sysClr val="window" lastClr="FFFFFF"/>
              </a:gs>
              <a:gs pos="100000">
                <a:sysClr val="window" lastClr="FFFFFF">
                  <a:lumMod val="85000"/>
                </a:sysClr>
              </a:gs>
            </a:gsLst>
            <a:lin ang="18900000" scaled="1"/>
            <a:tileRect/>
          </a:gradFill>
          <a:ln w="28575" cap="flat" cmpd="sng" algn="ctr">
            <a:gradFill>
              <a:gsLst>
                <a:gs pos="0">
                  <a:sysClr val="window" lastClr="FFFFFF"/>
                </a:gs>
                <a:gs pos="100000">
                  <a:sysClr val="window" lastClr="FFFFFF">
                    <a:lumMod val="85000"/>
                  </a:sysClr>
                </a:gs>
              </a:gsLst>
              <a:lin ang="5400000" scaled="1"/>
            </a:gradFill>
            <a:prstDash val="solid"/>
            <a:miter lim="800000"/>
          </a:ln>
          <a:effectLst>
            <a:outerShdw blurRad="444500" dist="190500" dir="8100000" algn="tr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椭圆 21"/>
          <p:cNvSpPr/>
          <p:nvPr userDrawn="1"/>
        </p:nvSpPr>
        <p:spPr>
          <a:xfrm>
            <a:off x="9325139" y="5303525"/>
            <a:ext cx="256981" cy="256981"/>
          </a:xfrm>
          <a:prstGeom prst="ellipse">
            <a:avLst/>
          </a:prstGeom>
          <a:gradFill flip="none" rotWithShape="1">
            <a:gsLst>
              <a:gs pos="0">
                <a:sysClr val="window" lastClr="FFFFFF"/>
              </a:gs>
              <a:gs pos="100000">
                <a:sysClr val="window" lastClr="FFFFFF">
                  <a:lumMod val="85000"/>
                </a:sysClr>
              </a:gs>
            </a:gsLst>
            <a:lin ang="18900000" scaled="1"/>
            <a:tileRect/>
          </a:gradFill>
          <a:ln w="28575" cap="flat" cmpd="sng" algn="ctr">
            <a:gradFill>
              <a:gsLst>
                <a:gs pos="0">
                  <a:sysClr val="window" lastClr="FFFFFF"/>
                </a:gs>
                <a:gs pos="100000">
                  <a:sysClr val="window" lastClr="FFFFFF">
                    <a:lumMod val="85000"/>
                  </a:sysClr>
                </a:gs>
              </a:gsLst>
              <a:lin ang="5400000" scaled="1"/>
            </a:gradFill>
            <a:prstDash val="solid"/>
            <a:miter lim="800000"/>
          </a:ln>
          <a:effectLst>
            <a:outerShdw blurRad="444500" dist="190500" dir="8100000" algn="tr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椭圆 22"/>
          <p:cNvSpPr/>
          <p:nvPr userDrawn="1"/>
        </p:nvSpPr>
        <p:spPr>
          <a:xfrm>
            <a:off x="10634942" y="4207682"/>
            <a:ext cx="473166" cy="473166"/>
          </a:xfrm>
          <a:prstGeom prst="ellipse">
            <a:avLst/>
          </a:prstGeom>
          <a:gradFill flip="none" rotWithShape="1">
            <a:gsLst>
              <a:gs pos="0">
                <a:sysClr val="window" lastClr="FFFFFF"/>
              </a:gs>
              <a:gs pos="100000">
                <a:sysClr val="window" lastClr="FFFFFF">
                  <a:lumMod val="85000"/>
                </a:sysClr>
              </a:gs>
            </a:gsLst>
            <a:lin ang="18900000" scaled="1"/>
            <a:tileRect/>
          </a:gradFill>
          <a:ln w="28575" cap="flat" cmpd="sng" algn="ctr">
            <a:gradFill>
              <a:gsLst>
                <a:gs pos="0">
                  <a:sysClr val="window" lastClr="FFFFFF"/>
                </a:gs>
                <a:gs pos="100000">
                  <a:sysClr val="window" lastClr="FFFFFF">
                    <a:lumMod val="85000"/>
                  </a:sysClr>
                </a:gs>
              </a:gsLst>
              <a:lin ang="5400000" scaled="1"/>
            </a:gradFill>
            <a:prstDash val="solid"/>
            <a:miter lim="800000"/>
          </a:ln>
          <a:effectLst>
            <a:outerShdw blurRad="444500" dist="190500" dir="8100000" algn="tr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10143078" y="4708774"/>
            <a:ext cx="1470451" cy="1470451"/>
            <a:chOff x="9140512" y="4395599"/>
            <a:chExt cx="1470451" cy="1470451"/>
          </a:xfrm>
        </p:grpSpPr>
        <p:grpSp>
          <p:nvGrpSpPr>
            <p:cNvPr id="25" name="组合 24"/>
            <p:cNvGrpSpPr/>
            <p:nvPr/>
          </p:nvGrpSpPr>
          <p:grpSpPr>
            <a:xfrm>
              <a:off x="9140512" y="4395599"/>
              <a:ext cx="1470451" cy="1470451"/>
              <a:chOff x="9140512" y="4395599"/>
              <a:chExt cx="1470451" cy="1470451"/>
            </a:xfrm>
          </p:grpSpPr>
          <p:grpSp>
            <p:nvGrpSpPr>
              <p:cNvPr id="32" name="组合 31"/>
              <p:cNvGrpSpPr/>
              <p:nvPr/>
            </p:nvGrpSpPr>
            <p:grpSpPr>
              <a:xfrm>
                <a:off x="9140512" y="4395599"/>
                <a:ext cx="1470451" cy="1470451"/>
                <a:chOff x="9140512" y="4395599"/>
                <a:chExt cx="1470451" cy="1470451"/>
              </a:xfrm>
            </p:grpSpPr>
            <p:grpSp>
              <p:nvGrpSpPr>
                <p:cNvPr id="34" name="组合 33"/>
                <p:cNvGrpSpPr/>
                <p:nvPr/>
              </p:nvGrpSpPr>
              <p:grpSpPr>
                <a:xfrm flipH="1">
                  <a:off x="9140512" y="4395599"/>
                  <a:ext cx="1470451" cy="1470451"/>
                  <a:chOff x="2848131" y="1860029"/>
                  <a:chExt cx="3807502" cy="3807502"/>
                </a:xfrm>
              </p:grpSpPr>
              <p:sp>
                <p:nvSpPr>
                  <p:cNvPr id="38" name="椭圆 37"/>
                  <p:cNvSpPr/>
                  <p:nvPr/>
                </p:nvSpPr>
                <p:spPr>
                  <a:xfrm>
                    <a:off x="2848131" y="1860029"/>
                    <a:ext cx="3807502" cy="3807502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ysClr val="window" lastClr="FFFFFF"/>
                      </a:gs>
                      <a:gs pos="100000">
                        <a:srgbClr val="E0E0E0"/>
                      </a:gs>
                    </a:gsLst>
                    <a:lin ang="5400000" scaled="1"/>
                    <a:tileRect/>
                  </a:gradFill>
                  <a:ln w="12700" cap="flat" cmpd="sng" algn="ctr">
                    <a:noFill/>
                    <a:prstDash val="solid"/>
                    <a:miter lim="800000"/>
                  </a:ln>
                  <a:effectLst>
                    <a:outerShdw blurRad="444500" dist="190500" dir="8100000" algn="tr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rtlCol="0" anchor="ctr"/>
                  <a:lstStyle/>
                  <a:p>
                    <a:pPr marL="0" marR="0" lvl="0" indent="0" algn="ctr" defTabSz="6858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9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39" name="椭圆 38"/>
                  <p:cNvSpPr/>
                  <p:nvPr/>
                </p:nvSpPr>
                <p:spPr>
                  <a:xfrm>
                    <a:off x="2936814" y="1948725"/>
                    <a:ext cx="3630123" cy="3630123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ysClr val="window" lastClr="FFFFFF"/>
                      </a:gs>
                      <a:gs pos="100000">
                        <a:srgbClr val="DDDEDD"/>
                      </a:gs>
                    </a:gsLst>
                    <a:lin ang="18900000" scaled="1"/>
                    <a:tileRect/>
                  </a:gra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6858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9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</p:grpSp>
            <p:grpSp>
              <p:nvGrpSpPr>
                <p:cNvPr id="35" name="组合 34"/>
                <p:cNvGrpSpPr/>
                <p:nvPr/>
              </p:nvGrpSpPr>
              <p:grpSpPr>
                <a:xfrm>
                  <a:off x="9361177" y="4964388"/>
                  <a:ext cx="1061878" cy="368683"/>
                  <a:chOff x="3454194" y="2297765"/>
                  <a:chExt cx="5283612" cy="1834466"/>
                </a:xfrm>
                <a:noFill/>
              </p:grpSpPr>
              <p:sp>
                <p:nvSpPr>
                  <p:cNvPr id="36" name="椭圆 35"/>
                  <p:cNvSpPr/>
                  <p:nvPr/>
                </p:nvSpPr>
                <p:spPr>
                  <a:xfrm rot="900000">
                    <a:off x="3454194" y="2297765"/>
                    <a:ext cx="5283610" cy="1834464"/>
                  </a:xfrm>
                  <a:prstGeom prst="ellipse">
                    <a:avLst/>
                  </a:prstGeom>
                  <a:grpFill/>
                  <a:ln>
                    <a:solidFill>
                      <a:srgbClr val="3CB1EC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7" name="椭圆 36"/>
                  <p:cNvSpPr/>
                  <p:nvPr/>
                </p:nvSpPr>
                <p:spPr>
                  <a:xfrm rot="375874">
                    <a:off x="3454196" y="2297767"/>
                    <a:ext cx="5283610" cy="1834464"/>
                  </a:xfrm>
                  <a:prstGeom prst="ellipse">
                    <a:avLst/>
                  </a:prstGeom>
                  <a:grpFill/>
                  <a:ln>
                    <a:solidFill>
                      <a:srgbClr val="3CB1EC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</p:grpSp>
          <p:sp>
            <p:nvSpPr>
              <p:cNvPr id="33" name="加号 32"/>
              <p:cNvSpPr/>
              <p:nvPr/>
            </p:nvSpPr>
            <p:spPr>
              <a:xfrm>
                <a:off x="9470107" y="4726721"/>
                <a:ext cx="844018" cy="844018"/>
              </a:xfrm>
              <a:prstGeom prst="mathPlus">
                <a:avLst/>
              </a:prstGeom>
              <a:solidFill>
                <a:srgbClr val="3CB1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6" name="组合 25"/>
            <p:cNvGrpSpPr/>
            <p:nvPr/>
          </p:nvGrpSpPr>
          <p:grpSpPr>
            <a:xfrm>
              <a:off x="9489821" y="5292989"/>
              <a:ext cx="204307" cy="181613"/>
              <a:chOff x="4324132" y="2722273"/>
              <a:chExt cx="899848" cy="799898"/>
            </a:xfrm>
            <a:solidFill>
              <a:srgbClr val="3CB1EC"/>
            </a:solidFill>
          </p:grpSpPr>
          <p:sp>
            <p:nvSpPr>
              <p:cNvPr id="30" name="泪滴形 29"/>
              <p:cNvSpPr/>
              <p:nvPr/>
            </p:nvSpPr>
            <p:spPr>
              <a:xfrm rot="2700000">
                <a:off x="4324132" y="2722273"/>
                <a:ext cx="308475" cy="308475"/>
              </a:xfrm>
              <a:prstGeom prst="teardrop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泪滴形 30"/>
              <p:cNvSpPr/>
              <p:nvPr/>
            </p:nvSpPr>
            <p:spPr>
              <a:xfrm rot="18000000">
                <a:off x="4778098" y="3076289"/>
                <a:ext cx="445882" cy="445882"/>
              </a:xfrm>
              <a:prstGeom prst="teardrop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 rot="9900000">
              <a:off x="10089797" y="4813037"/>
              <a:ext cx="204307" cy="181613"/>
              <a:chOff x="4324132" y="2722273"/>
              <a:chExt cx="899848" cy="799898"/>
            </a:xfrm>
            <a:solidFill>
              <a:srgbClr val="3CB1EC"/>
            </a:solidFill>
          </p:grpSpPr>
          <p:sp>
            <p:nvSpPr>
              <p:cNvPr id="28" name="泪滴形 27"/>
              <p:cNvSpPr/>
              <p:nvPr/>
            </p:nvSpPr>
            <p:spPr>
              <a:xfrm rot="2700000">
                <a:off x="4324132" y="2722273"/>
                <a:ext cx="308475" cy="308475"/>
              </a:xfrm>
              <a:prstGeom prst="teardrop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泪滴形 28"/>
              <p:cNvSpPr/>
              <p:nvPr/>
            </p:nvSpPr>
            <p:spPr>
              <a:xfrm rot="18000000">
                <a:off x="4778098" y="3076289"/>
                <a:ext cx="445882" cy="445882"/>
              </a:xfrm>
              <a:prstGeom prst="teardrop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1085" y="6365763"/>
            <a:ext cx="2237047" cy="45716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矩形 157"/>
          <p:cNvSpPr/>
          <p:nvPr userDrawn="1"/>
        </p:nvSpPr>
        <p:spPr>
          <a:xfrm>
            <a:off x="0" y="0"/>
            <a:ext cx="12192000" cy="534572"/>
          </a:xfrm>
          <a:prstGeom prst="rect">
            <a:avLst/>
          </a:prstGeom>
          <a:solidFill>
            <a:srgbClr val="127F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0" name="矩形 159"/>
          <p:cNvSpPr/>
          <p:nvPr userDrawn="1"/>
        </p:nvSpPr>
        <p:spPr>
          <a:xfrm>
            <a:off x="0" y="6323428"/>
            <a:ext cx="12192000" cy="534572"/>
          </a:xfrm>
          <a:prstGeom prst="rect">
            <a:avLst/>
          </a:prstGeom>
          <a:solidFill>
            <a:srgbClr val="127F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0648" y="47173"/>
            <a:ext cx="2849075" cy="44022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流行病学（第</a:t>
            </a:r>
            <a:r>
              <a:rPr lang="en-US" altLang="zh-CN" dirty="0"/>
              <a:t>9</a:t>
            </a:r>
            <a:r>
              <a:rPr lang="zh-CN" altLang="en-US" dirty="0"/>
              <a:t>版）</a:t>
            </a:r>
          </a:p>
        </p:txBody>
      </p:sp>
      <p:sp>
        <p:nvSpPr>
          <p:cNvPr id="14" name="文本占位符 9"/>
          <p:cNvSpPr>
            <a:spLocks noGrp="1"/>
          </p:cNvSpPr>
          <p:nvPr>
            <p:ph type="body" sz="quarter" idx="16" hasCustomPrompt="1"/>
          </p:nvPr>
        </p:nvSpPr>
        <p:spPr>
          <a:xfrm>
            <a:off x="8581292" y="5748825"/>
            <a:ext cx="3253772" cy="372904"/>
          </a:xfrm>
          <a:ln>
            <a:solidFill>
              <a:srgbClr val="127FB8"/>
            </a:solidFill>
            <a:prstDash val="dash"/>
          </a:ln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请输入图题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1085" y="6365763"/>
            <a:ext cx="2237047" cy="457162"/>
          </a:xfrm>
          <a:prstGeom prst="rect">
            <a:avLst/>
          </a:prstGeom>
        </p:spPr>
      </p:pic>
      <p:pic>
        <p:nvPicPr>
          <p:cNvPr id="3" name="图片 2" descr="图片包含 大, 房间&#10;&#10;描述已自动生成">
            <a:extLst>
              <a:ext uri="{FF2B5EF4-FFF2-40B4-BE49-F238E27FC236}">
                <a16:creationId xmlns:a16="http://schemas.microsoft.com/office/drawing/2014/main" id="{75C0B2D9-DD42-9B41-BF40-40400486E48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338" y="-71603"/>
            <a:ext cx="1424261" cy="113331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矩形 157"/>
          <p:cNvSpPr/>
          <p:nvPr userDrawn="1"/>
        </p:nvSpPr>
        <p:spPr>
          <a:xfrm>
            <a:off x="0" y="0"/>
            <a:ext cx="12192000" cy="534572"/>
          </a:xfrm>
          <a:prstGeom prst="rect">
            <a:avLst/>
          </a:prstGeom>
          <a:solidFill>
            <a:srgbClr val="127F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60" name="矩形 159"/>
          <p:cNvSpPr/>
          <p:nvPr userDrawn="1"/>
        </p:nvSpPr>
        <p:spPr>
          <a:xfrm>
            <a:off x="0" y="6323428"/>
            <a:ext cx="12192000" cy="534572"/>
          </a:xfrm>
          <a:prstGeom prst="rect">
            <a:avLst/>
          </a:prstGeom>
          <a:solidFill>
            <a:srgbClr val="127F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10827064" y="20948"/>
            <a:ext cx="1008000" cy="1008000"/>
            <a:chOff x="10879818" y="68025"/>
            <a:chExt cx="1080000" cy="1080000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79818" y="68025"/>
              <a:ext cx="1070154" cy="1080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椭圆 6"/>
            <p:cNvSpPr/>
            <p:nvPr/>
          </p:nvSpPr>
          <p:spPr>
            <a:xfrm>
              <a:off x="10879818" y="68025"/>
              <a:ext cx="1080000" cy="1080000"/>
            </a:xfrm>
            <a:prstGeom prst="ellipse">
              <a:avLst/>
            </a:prstGeom>
            <a:noFill/>
            <a:ln>
              <a:solidFill>
                <a:srgbClr val="127F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0648" y="47173"/>
            <a:ext cx="2849075" cy="44022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流行病学（第</a:t>
            </a:r>
            <a:r>
              <a:rPr lang="en-US" altLang="zh-CN" dirty="0"/>
              <a:t>9</a:t>
            </a:r>
            <a:r>
              <a:rPr lang="zh-CN" altLang="en-US" dirty="0"/>
              <a:t>版）</a:t>
            </a: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1085" y="6365763"/>
            <a:ext cx="2237047" cy="45716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矩形 157"/>
          <p:cNvSpPr/>
          <p:nvPr userDrawn="1"/>
        </p:nvSpPr>
        <p:spPr>
          <a:xfrm>
            <a:off x="0" y="0"/>
            <a:ext cx="12192000" cy="534572"/>
          </a:xfrm>
          <a:prstGeom prst="rect">
            <a:avLst/>
          </a:prstGeom>
          <a:solidFill>
            <a:srgbClr val="127F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0" name="矩形 159"/>
          <p:cNvSpPr/>
          <p:nvPr userDrawn="1"/>
        </p:nvSpPr>
        <p:spPr>
          <a:xfrm>
            <a:off x="0" y="6323428"/>
            <a:ext cx="12192000" cy="534572"/>
          </a:xfrm>
          <a:prstGeom prst="rect">
            <a:avLst/>
          </a:prstGeom>
          <a:solidFill>
            <a:srgbClr val="127F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图片占位符 6"/>
          <p:cNvSpPr>
            <a:spLocks noGrp="1"/>
          </p:cNvSpPr>
          <p:nvPr>
            <p:ph type="pic" sz="quarter" idx="12"/>
          </p:nvPr>
        </p:nvSpPr>
        <p:spPr>
          <a:xfrm>
            <a:off x="8581292" y="1257351"/>
            <a:ext cx="3221501" cy="4343298"/>
          </a:xfrm>
        </p:spPr>
        <p:txBody>
          <a:bodyPr/>
          <a:lstStyle/>
          <a:p>
            <a:endParaRPr lang="zh-CN" altLang="en-US"/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10827064" y="20948"/>
            <a:ext cx="1008000" cy="1008000"/>
            <a:chOff x="10879818" y="68025"/>
            <a:chExt cx="1080000" cy="1080000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79818" y="68025"/>
              <a:ext cx="1070154" cy="1080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椭圆 11"/>
            <p:cNvSpPr/>
            <p:nvPr/>
          </p:nvSpPr>
          <p:spPr>
            <a:xfrm>
              <a:off x="10879818" y="68025"/>
              <a:ext cx="1080000" cy="1080000"/>
            </a:xfrm>
            <a:prstGeom prst="ellipse">
              <a:avLst/>
            </a:prstGeom>
            <a:noFill/>
            <a:ln>
              <a:solidFill>
                <a:srgbClr val="127F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0648" y="47173"/>
            <a:ext cx="2849075" cy="44022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流行病学（第</a:t>
            </a:r>
            <a:r>
              <a:rPr lang="en-US" altLang="zh-CN" dirty="0"/>
              <a:t>9</a:t>
            </a:r>
            <a:r>
              <a:rPr lang="zh-CN" altLang="en-US" dirty="0"/>
              <a:t>版）</a:t>
            </a:r>
          </a:p>
        </p:txBody>
      </p:sp>
      <p:sp>
        <p:nvSpPr>
          <p:cNvPr id="14" name="文本占位符 9"/>
          <p:cNvSpPr>
            <a:spLocks noGrp="1"/>
          </p:cNvSpPr>
          <p:nvPr>
            <p:ph type="body" sz="quarter" idx="16" hasCustomPrompt="1"/>
          </p:nvPr>
        </p:nvSpPr>
        <p:spPr>
          <a:xfrm>
            <a:off x="8581292" y="5748825"/>
            <a:ext cx="3253772" cy="372904"/>
          </a:xfrm>
          <a:ln>
            <a:solidFill>
              <a:srgbClr val="127FB8"/>
            </a:solidFill>
            <a:prstDash val="dash"/>
          </a:ln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请输入图题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1085" y="6365763"/>
            <a:ext cx="2237047" cy="45716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矩形 157"/>
          <p:cNvSpPr/>
          <p:nvPr userDrawn="1"/>
        </p:nvSpPr>
        <p:spPr>
          <a:xfrm>
            <a:off x="0" y="0"/>
            <a:ext cx="12192000" cy="534572"/>
          </a:xfrm>
          <a:prstGeom prst="rect">
            <a:avLst/>
          </a:prstGeom>
          <a:solidFill>
            <a:srgbClr val="127F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0" name="矩形 159"/>
          <p:cNvSpPr/>
          <p:nvPr userDrawn="1"/>
        </p:nvSpPr>
        <p:spPr>
          <a:xfrm>
            <a:off x="0" y="6323428"/>
            <a:ext cx="12192000" cy="534572"/>
          </a:xfrm>
          <a:prstGeom prst="rect">
            <a:avLst/>
          </a:prstGeom>
          <a:solidFill>
            <a:srgbClr val="127F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793569" y="2015331"/>
            <a:ext cx="2097087" cy="282733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8" name="图片占位符 6"/>
          <p:cNvSpPr>
            <a:spLocks noGrp="1"/>
          </p:cNvSpPr>
          <p:nvPr>
            <p:ph type="pic" sz="quarter" idx="11"/>
          </p:nvPr>
        </p:nvSpPr>
        <p:spPr>
          <a:xfrm>
            <a:off x="5061616" y="2015331"/>
            <a:ext cx="2097087" cy="282733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图片占位符 6"/>
          <p:cNvSpPr>
            <a:spLocks noGrp="1"/>
          </p:cNvSpPr>
          <p:nvPr>
            <p:ph type="pic" sz="quarter" idx="12"/>
          </p:nvPr>
        </p:nvSpPr>
        <p:spPr>
          <a:xfrm>
            <a:off x="8329662" y="2015331"/>
            <a:ext cx="2097087" cy="2827338"/>
          </a:xfrm>
        </p:spPr>
        <p:txBody>
          <a:bodyPr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10827064" y="20948"/>
            <a:ext cx="1008000" cy="1008000"/>
            <a:chOff x="10879818" y="68025"/>
            <a:chExt cx="1080000" cy="1080000"/>
          </a:xfrm>
        </p:grpSpPr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79818" y="68025"/>
              <a:ext cx="1070154" cy="1080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椭圆 14"/>
            <p:cNvSpPr/>
            <p:nvPr/>
          </p:nvSpPr>
          <p:spPr>
            <a:xfrm>
              <a:off x="10879818" y="68025"/>
              <a:ext cx="1080000" cy="1080000"/>
            </a:xfrm>
            <a:prstGeom prst="ellipse">
              <a:avLst/>
            </a:prstGeom>
            <a:noFill/>
            <a:ln>
              <a:solidFill>
                <a:srgbClr val="127F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6" name="文本占位符 9"/>
          <p:cNvSpPr>
            <a:spLocks noGrp="1"/>
          </p:cNvSpPr>
          <p:nvPr>
            <p:ph type="body" sz="quarter" idx="13" hasCustomPrompt="1"/>
          </p:nvPr>
        </p:nvSpPr>
        <p:spPr>
          <a:xfrm>
            <a:off x="210648" y="47173"/>
            <a:ext cx="2849075" cy="44022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流行病学（第</a:t>
            </a:r>
            <a:r>
              <a:rPr lang="en-US" altLang="zh-CN" dirty="0"/>
              <a:t>9</a:t>
            </a:r>
            <a:r>
              <a:rPr lang="zh-CN" altLang="en-US" dirty="0"/>
              <a:t>版）</a:t>
            </a:r>
          </a:p>
        </p:txBody>
      </p:sp>
      <p:sp>
        <p:nvSpPr>
          <p:cNvPr id="12" name="文本占位符 9"/>
          <p:cNvSpPr>
            <a:spLocks noGrp="1"/>
          </p:cNvSpPr>
          <p:nvPr>
            <p:ph type="body" sz="quarter" idx="14" hasCustomPrompt="1"/>
          </p:nvPr>
        </p:nvSpPr>
        <p:spPr>
          <a:xfrm>
            <a:off x="1793569" y="5023692"/>
            <a:ext cx="2090983" cy="372904"/>
          </a:xfrm>
          <a:ln>
            <a:solidFill>
              <a:srgbClr val="127FB8"/>
            </a:solidFill>
            <a:prstDash val="dash"/>
          </a:ln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请输入图题</a:t>
            </a:r>
          </a:p>
        </p:txBody>
      </p:sp>
      <p:sp>
        <p:nvSpPr>
          <p:cNvPr id="17" name="文本占位符 9"/>
          <p:cNvSpPr>
            <a:spLocks noGrp="1"/>
          </p:cNvSpPr>
          <p:nvPr>
            <p:ph type="body" sz="quarter" idx="15" hasCustomPrompt="1"/>
          </p:nvPr>
        </p:nvSpPr>
        <p:spPr>
          <a:xfrm>
            <a:off x="5067720" y="5035780"/>
            <a:ext cx="2090983" cy="372904"/>
          </a:xfrm>
          <a:ln>
            <a:solidFill>
              <a:srgbClr val="127FB8"/>
            </a:solidFill>
            <a:prstDash val="dash"/>
          </a:ln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请输入图题</a:t>
            </a:r>
          </a:p>
        </p:txBody>
      </p:sp>
      <p:sp>
        <p:nvSpPr>
          <p:cNvPr id="18" name="文本占位符 9"/>
          <p:cNvSpPr>
            <a:spLocks noGrp="1"/>
          </p:cNvSpPr>
          <p:nvPr>
            <p:ph type="body" sz="quarter" idx="16" hasCustomPrompt="1"/>
          </p:nvPr>
        </p:nvSpPr>
        <p:spPr>
          <a:xfrm>
            <a:off x="8329662" y="5035780"/>
            <a:ext cx="2090983" cy="372904"/>
          </a:xfrm>
          <a:ln>
            <a:solidFill>
              <a:srgbClr val="127FB8"/>
            </a:solidFill>
            <a:prstDash val="dash"/>
          </a:ln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请输入图题</a:t>
            </a:r>
          </a:p>
        </p:txBody>
      </p:sp>
      <p:pic>
        <p:nvPicPr>
          <p:cNvPr id="19" name="图片 1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1085" y="6365763"/>
            <a:ext cx="2237047" cy="45716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498767" y="5931526"/>
            <a:ext cx="88166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 userDrawn="1"/>
        </p:nvGrpSpPr>
        <p:grpSpPr>
          <a:xfrm>
            <a:off x="4345954" y="5594301"/>
            <a:ext cx="3500093" cy="674450"/>
            <a:chOff x="4409879" y="5594301"/>
            <a:chExt cx="3500093" cy="674450"/>
          </a:xfrm>
          <a:solidFill>
            <a:srgbClr val="FFFFFF"/>
          </a:solidFill>
        </p:grpSpPr>
        <p:sp>
          <p:nvSpPr>
            <p:cNvPr id="9" name="矩形 8"/>
            <p:cNvSpPr/>
            <p:nvPr/>
          </p:nvSpPr>
          <p:spPr>
            <a:xfrm>
              <a:off x="4409879" y="5594301"/>
              <a:ext cx="3500093" cy="6744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0" name="image5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73804" y="5594301"/>
              <a:ext cx="3372242" cy="674450"/>
            </a:xfrm>
            <a:prstGeom prst="rect">
              <a:avLst/>
            </a:prstGeom>
            <a:grpFill/>
            <a:ln w="12700">
              <a:miter lim="400000"/>
              <a:headEnd/>
              <a:tailEnd/>
            </a:ln>
          </p:spPr>
        </p:pic>
      </p:grpSp>
      <p:grpSp>
        <p:nvGrpSpPr>
          <p:cNvPr id="11" name="组合 10"/>
          <p:cNvGrpSpPr/>
          <p:nvPr userDrawn="1"/>
        </p:nvGrpSpPr>
        <p:grpSpPr>
          <a:xfrm flipH="1">
            <a:off x="0" y="0"/>
            <a:ext cx="2686637" cy="2983173"/>
            <a:chOff x="9505362" y="0"/>
            <a:chExt cx="2686637" cy="2983173"/>
          </a:xfrm>
        </p:grpSpPr>
        <p:sp>
          <p:nvSpPr>
            <p:cNvPr id="12" name="Freeform 215"/>
            <p:cNvSpPr/>
            <p:nvPr/>
          </p:nvSpPr>
          <p:spPr bwMode="auto">
            <a:xfrm>
              <a:off x="10398812" y="1494206"/>
              <a:ext cx="578752" cy="500863"/>
            </a:xfrm>
            <a:custGeom>
              <a:avLst/>
              <a:gdLst>
                <a:gd name="T0" fmla="*/ 416 w 1657"/>
                <a:gd name="T1" fmla="*/ 1434 h 1434"/>
                <a:gd name="T2" fmla="*/ 0 w 1657"/>
                <a:gd name="T3" fmla="*/ 718 h 1434"/>
                <a:gd name="T4" fmla="*/ 416 w 1657"/>
                <a:gd name="T5" fmla="*/ 0 h 1434"/>
                <a:gd name="T6" fmla="*/ 1244 w 1657"/>
                <a:gd name="T7" fmla="*/ 0 h 1434"/>
                <a:gd name="T8" fmla="*/ 1657 w 1657"/>
                <a:gd name="T9" fmla="*/ 718 h 1434"/>
                <a:gd name="T10" fmla="*/ 1244 w 1657"/>
                <a:gd name="T11" fmla="*/ 1434 h 1434"/>
                <a:gd name="T12" fmla="*/ 416 w 1657"/>
                <a:gd name="T13" fmla="*/ 1434 h 1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7" h="1434">
                  <a:moveTo>
                    <a:pt x="416" y="1434"/>
                  </a:moveTo>
                  <a:lnTo>
                    <a:pt x="0" y="718"/>
                  </a:lnTo>
                  <a:lnTo>
                    <a:pt x="416" y="0"/>
                  </a:lnTo>
                  <a:lnTo>
                    <a:pt x="1244" y="0"/>
                  </a:lnTo>
                  <a:lnTo>
                    <a:pt x="1657" y="718"/>
                  </a:lnTo>
                  <a:lnTo>
                    <a:pt x="1244" y="1434"/>
                  </a:lnTo>
                  <a:lnTo>
                    <a:pt x="416" y="1434"/>
                  </a:lnTo>
                  <a:close/>
                </a:path>
              </a:pathLst>
            </a:custGeom>
            <a:solidFill>
              <a:srgbClr val="127FB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Freeform 216"/>
            <p:cNvSpPr/>
            <p:nvPr/>
          </p:nvSpPr>
          <p:spPr bwMode="auto">
            <a:xfrm>
              <a:off x="10398812" y="1494206"/>
              <a:ext cx="578752" cy="500863"/>
            </a:xfrm>
            <a:custGeom>
              <a:avLst/>
              <a:gdLst>
                <a:gd name="T0" fmla="*/ 416 w 1657"/>
                <a:gd name="T1" fmla="*/ 1434 h 1434"/>
                <a:gd name="T2" fmla="*/ 0 w 1657"/>
                <a:gd name="T3" fmla="*/ 718 h 1434"/>
                <a:gd name="T4" fmla="*/ 416 w 1657"/>
                <a:gd name="T5" fmla="*/ 0 h 1434"/>
                <a:gd name="T6" fmla="*/ 1244 w 1657"/>
                <a:gd name="T7" fmla="*/ 0 h 1434"/>
                <a:gd name="T8" fmla="*/ 1657 w 1657"/>
                <a:gd name="T9" fmla="*/ 718 h 1434"/>
                <a:gd name="T10" fmla="*/ 1244 w 1657"/>
                <a:gd name="T11" fmla="*/ 1434 h 1434"/>
                <a:gd name="T12" fmla="*/ 416 w 1657"/>
                <a:gd name="T13" fmla="*/ 1434 h 1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7" h="1434">
                  <a:moveTo>
                    <a:pt x="416" y="1434"/>
                  </a:moveTo>
                  <a:lnTo>
                    <a:pt x="0" y="718"/>
                  </a:lnTo>
                  <a:lnTo>
                    <a:pt x="416" y="0"/>
                  </a:lnTo>
                  <a:lnTo>
                    <a:pt x="1244" y="0"/>
                  </a:lnTo>
                  <a:lnTo>
                    <a:pt x="1657" y="718"/>
                  </a:lnTo>
                  <a:lnTo>
                    <a:pt x="1244" y="1434"/>
                  </a:lnTo>
                  <a:lnTo>
                    <a:pt x="416" y="143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Freeform 217"/>
            <p:cNvSpPr/>
            <p:nvPr/>
          </p:nvSpPr>
          <p:spPr bwMode="auto">
            <a:xfrm>
              <a:off x="10398812" y="998233"/>
              <a:ext cx="578752" cy="501561"/>
            </a:xfrm>
            <a:custGeom>
              <a:avLst/>
              <a:gdLst>
                <a:gd name="T0" fmla="*/ 416 w 1657"/>
                <a:gd name="T1" fmla="*/ 1436 h 1436"/>
                <a:gd name="T2" fmla="*/ 0 w 1657"/>
                <a:gd name="T3" fmla="*/ 718 h 1436"/>
                <a:gd name="T4" fmla="*/ 416 w 1657"/>
                <a:gd name="T5" fmla="*/ 0 h 1436"/>
                <a:gd name="T6" fmla="*/ 1244 w 1657"/>
                <a:gd name="T7" fmla="*/ 0 h 1436"/>
                <a:gd name="T8" fmla="*/ 1657 w 1657"/>
                <a:gd name="T9" fmla="*/ 718 h 1436"/>
                <a:gd name="T10" fmla="*/ 1244 w 1657"/>
                <a:gd name="T11" fmla="*/ 1436 h 1436"/>
                <a:gd name="T12" fmla="*/ 416 w 1657"/>
                <a:gd name="T13" fmla="*/ 1436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7" h="1436">
                  <a:moveTo>
                    <a:pt x="416" y="1436"/>
                  </a:moveTo>
                  <a:lnTo>
                    <a:pt x="0" y="718"/>
                  </a:lnTo>
                  <a:lnTo>
                    <a:pt x="416" y="0"/>
                  </a:lnTo>
                  <a:lnTo>
                    <a:pt x="1244" y="0"/>
                  </a:lnTo>
                  <a:lnTo>
                    <a:pt x="1657" y="718"/>
                  </a:lnTo>
                  <a:lnTo>
                    <a:pt x="1244" y="1436"/>
                  </a:lnTo>
                  <a:lnTo>
                    <a:pt x="416" y="1436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Freeform 218"/>
            <p:cNvSpPr/>
            <p:nvPr/>
          </p:nvSpPr>
          <p:spPr bwMode="auto">
            <a:xfrm>
              <a:off x="10398812" y="494925"/>
              <a:ext cx="578752" cy="501561"/>
            </a:xfrm>
            <a:custGeom>
              <a:avLst/>
              <a:gdLst>
                <a:gd name="T0" fmla="*/ 416 w 1657"/>
                <a:gd name="T1" fmla="*/ 1436 h 1436"/>
                <a:gd name="T2" fmla="*/ 0 w 1657"/>
                <a:gd name="T3" fmla="*/ 718 h 1436"/>
                <a:gd name="T4" fmla="*/ 416 w 1657"/>
                <a:gd name="T5" fmla="*/ 0 h 1436"/>
                <a:gd name="T6" fmla="*/ 1244 w 1657"/>
                <a:gd name="T7" fmla="*/ 0 h 1436"/>
                <a:gd name="T8" fmla="*/ 1657 w 1657"/>
                <a:gd name="T9" fmla="*/ 718 h 1436"/>
                <a:gd name="T10" fmla="*/ 1244 w 1657"/>
                <a:gd name="T11" fmla="*/ 1436 h 1436"/>
                <a:gd name="T12" fmla="*/ 416 w 1657"/>
                <a:gd name="T13" fmla="*/ 1436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7" h="1436">
                  <a:moveTo>
                    <a:pt x="416" y="1436"/>
                  </a:moveTo>
                  <a:lnTo>
                    <a:pt x="0" y="718"/>
                  </a:lnTo>
                  <a:lnTo>
                    <a:pt x="416" y="0"/>
                  </a:lnTo>
                  <a:lnTo>
                    <a:pt x="1244" y="0"/>
                  </a:lnTo>
                  <a:lnTo>
                    <a:pt x="1657" y="718"/>
                  </a:lnTo>
                  <a:lnTo>
                    <a:pt x="1244" y="1436"/>
                  </a:lnTo>
                  <a:lnTo>
                    <a:pt x="416" y="1436"/>
                  </a:lnTo>
                  <a:close/>
                </a:path>
              </a:pathLst>
            </a:custGeom>
            <a:solidFill>
              <a:sysClr val="window" lastClr="FFFFFF">
                <a:lumMod val="85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Freeform 219"/>
            <p:cNvSpPr/>
            <p:nvPr/>
          </p:nvSpPr>
          <p:spPr bwMode="auto">
            <a:xfrm>
              <a:off x="10398812" y="494925"/>
              <a:ext cx="578752" cy="501561"/>
            </a:xfrm>
            <a:custGeom>
              <a:avLst/>
              <a:gdLst>
                <a:gd name="T0" fmla="*/ 416 w 1657"/>
                <a:gd name="T1" fmla="*/ 1436 h 1436"/>
                <a:gd name="T2" fmla="*/ 0 w 1657"/>
                <a:gd name="T3" fmla="*/ 718 h 1436"/>
                <a:gd name="T4" fmla="*/ 416 w 1657"/>
                <a:gd name="T5" fmla="*/ 0 h 1436"/>
                <a:gd name="T6" fmla="*/ 1244 w 1657"/>
                <a:gd name="T7" fmla="*/ 0 h 1436"/>
                <a:gd name="T8" fmla="*/ 1657 w 1657"/>
                <a:gd name="T9" fmla="*/ 718 h 1436"/>
                <a:gd name="T10" fmla="*/ 1244 w 1657"/>
                <a:gd name="T11" fmla="*/ 1436 h 1436"/>
                <a:gd name="T12" fmla="*/ 416 w 1657"/>
                <a:gd name="T13" fmla="*/ 1436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7" h="1436">
                  <a:moveTo>
                    <a:pt x="416" y="1436"/>
                  </a:moveTo>
                  <a:lnTo>
                    <a:pt x="0" y="718"/>
                  </a:lnTo>
                  <a:lnTo>
                    <a:pt x="416" y="0"/>
                  </a:lnTo>
                  <a:lnTo>
                    <a:pt x="1244" y="0"/>
                  </a:lnTo>
                  <a:lnTo>
                    <a:pt x="1657" y="718"/>
                  </a:lnTo>
                  <a:lnTo>
                    <a:pt x="1244" y="1436"/>
                  </a:lnTo>
                  <a:lnTo>
                    <a:pt x="416" y="143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Freeform 220"/>
            <p:cNvSpPr/>
            <p:nvPr/>
          </p:nvSpPr>
          <p:spPr bwMode="auto">
            <a:xfrm>
              <a:off x="10559130" y="0"/>
              <a:ext cx="1491062" cy="1082409"/>
            </a:xfrm>
            <a:custGeom>
              <a:avLst/>
              <a:gdLst>
                <a:gd name="T0" fmla="*/ 4269 w 4269"/>
                <a:gd name="T1" fmla="*/ 0 h 3099"/>
                <a:gd name="T2" fmla="*/ 395 w 4269"/>
                <a:gd name="T3" fmla="*/ 0 h 3099"/>
                <a:gd name="T4" fmla="*/ 0 w 4269"/>
                <a:gd name="T5" fmla="*/ 680 h 3099"/>
                <a:gd name="T6" fmla="*/ 427 w 4269"/>
                <a:gd name="T7" fmla="*/ 1417 h 3099"/>
                <a:gd name="T8" fmla="*/ 785 w 4269"/>
                <a:gd name="T9" fmla="*/ 1417 h 3099"/>
                <a:gd name="T10" fmla="*/ 1198 w 4269"/>
                <a:gd name="T11" fmla="*/ 2135 h 3099"/>
                <a:gd name="T12" fmla="*/ 1019 w 4269"/>
                <a:gd name="T13" fmla="*/ 2447 h 3099"/>
                <a:gd name="T14" fmla="*/ 1396 w 4269"/>
                <a:gd name="T15" fmla="*/ 3099 h 3099"/>
                <a:gd name="T16" fmla="*/ 3402 w 4269"/>
                <a:gd name="T17" fmla="*/ 3099 h 3099"/>
                <a:gd name="T18" fmla="*/ 2940 w 4269"/>
                <a:gd name="T19" fmla="*/ 2300 h 3099"/>
                <a:gd name="T20" fmla="*/ 4269 w 4269"/>
                <a:gd name="T21" fmla="*/ 0 h 30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269" h="3099">
                  <a:moveTo>
                    <a:pt x="4269" y="0"/>
                  </a:moveTo>
                  <a:lnTo>
                    <a:pt x="395" y="0"/>
                  </a:lnTo>
                  <a:lnTo>
                    <a:pt x="0" y="680"/>
                  </a:lnTo>
                  <a:lnTo>
                    <a:pt x="427" y="1417"/>
                  </a:lnTo>
                  <a:lnTo>
                    <a:pt x="785" y="1417"/>
                  </a:lnTo>
                  <a:lnTo>
                    <a:pt x="1198" y="2135"/>
                  </a:lnTo>
                  <a:lnTo>
                    <a:pt x="1019" y="2447"/>
                  </a:lnTo>
                  <a:lnTo>
                    <a:pt x="1396" y="3099"/>
                  </a:lnTo>
                  <a:lnTo>
                    <a:pt x="3402" y="3099"/>
                  </a:lnTo>
                  <a:lnTo>
                    <a:pt x="2940" y="2300"/>
                  </a:lnTo>
                  <a:lnTo>
                    <a:pt x="4269" y="0"/>
                  </a:lnTo>
                  <a:close/>
                </a:path>
              </a:pathLst>
            </a:custGeom>
            <a:solidFill>
              <a:srgbClr val="127FB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Freeform 221"/>
            <p:cNvSpPr/>
            <p:nvPr/>
          </p:nvSpPr>
          <p:spPr bwMode="auto">
            <a:xfrm>
              <a:off x="10559130" y="0"/>
              <a:ext cx="1491062" cy="1082409"/>
            </a:xfrm>
            <a:custGeom>
              <a:avLst/>
              <a:gdLst>
                <a:gd name="T0" fmla="*/ 4269 w 4269"/>
                <a:gd name="T1" fmla="*/ 0 h 3099"/>
                <a:gd name="T2" fmla="*/ 395 w 4269"/>
                <a:gd name="T3" fmla="*/ 0 h 3099"/>
                <a:gd name="T4" fmla="*/ 0 w 4269"/>
                <a:gd name="T5" fmla="*/ 680 h 3099"/>
                <a:gd name="T6" fmla="*/ 427 w 4269"/>
                <a:gd name="T7" fmla="*/ 1417 h 3099"/>
                <a:gd name="T8" fmla="*/ 785 w 4269"/>
                <a:gd name="T9" fmla="*/ 1417 h 3099"/>
                <a:gd name="T10" fmla="*/ 1198 w 4269"/>
                <a:gd name="T11" fmla="*/ 2135 h 3099"/>
                <a:gd name="T12" fmla="*/ 1019 w 4269"/>
                <a:gd name="T13" fmla="*/ 2447 h 3099"/>
                <a:gd name="T14" fmla="*/ 1396 w 4269"/>
                <a:gd name="T15" fmla="*/ 3099 h 3099"/>
                <a:gd name="T16" fmla="*/ 3402 w 4269"/>
                <a:gd name="T17" fmla="*/ 3099 h 3099"/>
                <a:gd name="T18" fmla="*/ 2940 w 4269"/>
                <a:gd name="T19" fmla="*/ 2300 h 3099"/>
                <a:gd name="T20" fmla="*/ 4269 w 4269"/>
                <a:gd name="T21" fmla="*/ 0 h 30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269" h="3099">
                  <a:moveTo>
                    <a:pt x="4269" y="0"/>
                  </a:moveTo>
                  <a:lnTo>
                    <a:pt x="395" y="0"/>
                  </a:lnTo>
                  <a:lnTo>
                    <a:pt x="0" y="680"/>
                  </a:lnTo>
                  <a:lnTo>
                    <a:pt x="427" y="1417"/>
                  </a:lnTo>
                  <a:lnTo>
                    <a:pt x="785" y="1417"/>
                  </a:lnTo>
                  <a:lnTo>
                    <a:pt x="1198" y="2135"/>
                  </a:lnTo>
                  <a:lnTo>
                    <a:pt x="1019" y="2447"/>
                  </a:lnTo>
                  <a:lnTo>
                    <a:pt x="1396" y="3099"/>
                  </a:lnTo>
                  <a:lnTo>
                    <a:pt x="3402" y="3099"/>
                  </a:lnTo>
                  <a:lnTo>
                    <a:pt x="2940" y="2300"/>
                  </a:lnTo>
                  <a:lnTo>
                    <a:pt x="426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Freeform 222"/>
            <p:cNvSpPr/>
            <p:nvPr/>
          </p:nvSpPr>
          <p:spPr bwMode="auto">
            <a:xfrm>
              <a:off x="10708272" y="494925"/>
              <a:ext cx="269292" cy="359755"/>
            </a:xfrm>
            <a:custGeom>
              <a:avLst/>
              <a:gdLst>
                <a:gd name="T0" fmla="*/ 358 w 771"/>
                <a:gd name="T1" fmla="*/ 0 h 1030"/>
                <a:gd name="T2" fmla="*/ 0 w 771"/>
                <a:gd name="T3" fmla="*/ 0 h 1030"/>
                <a:gd name="T4" fmla="*/ 592 w 771"/>
                <a:gd name="T5" fmla="*/ 1030 h 1030"/>
                <a:gd name="T6" fmla="*/ 771 w 771"/>
                <a:gd name="T7" fmla="*/ 718 h 1030"/>
                <a:gd name="T8" fmla="*/ 358 w 771"/>
                <a:gd name="T9" fmla="*/ 0 h 10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1" h="1030">
                  <a:moveTo>
                    <a:pt x="358" y="0"/>
                  </a:moveTo>
                  <a:lnTo>
                    <a:pt x="0" y="0"/>
                  </a:lnTo>
                  <a:lnTo>
                    <a:pt x="592" y="1030"/>
                  </a:lnTo>
                  <a:lnTo>
                    <a:pt x="771" y="718"/>
                  </a:lnTo>
                  <a:lnTo>
                    <a:pt x="358" y="0"/>
                  </a:lnTo>
                  <a:close/>
                </a:path>
              </a:pathLst>
            </a:custGeom>
            <a:solidFill>
              <a:sysClr val="window" lastClr="FFFFFF">
                <a:lumMod val="50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Freeform 223"/>
            <p:cNvSpPr/>
            <p:nvPr/>
          </p:nvSpPr>
          <p:spPr bwMode="auto">
            <a:xfrm>
              <a:off x="10708272" y="494925"/>
              <a:ext cx="269292" cy="359755"/>
            </a:xfrm>
            <a:custGeom>
              <a:avLst/>
              <a:gdLst>
                <a:gd name="T0" fmla="*/ 358 w 771"/>
                <a:gd name="T1" fmla="*/ 0 h 1030"/>
                <a:gd name="T2" fmla="*/ 0 w 771"/>
                <a:gd name="T3" fmla="*/ 0 h 1030"/>
                <a:gd name="T4" fmla="*/ 592 w 771"/>
                <a:gd name="T5" fmla="*/ 1030 h 1030"/>
                <a:gd name="T6" fmla="*/ 771 w 771"/>
                <a:gd name="T7" fmla="*/ 718 h 1030"/>
                <a:gd name="T8" fmla="*/ 358 w 771"/>
                <a:gd name="T9" fmla="*/ 0 h 10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1" h="1030">
                  <a:moveTo>
                    <a:pt x="358" y="0"/>
                  </a:moveTo>
                  <a:lnTo>
                    <a:pt x="0" y="0"/>
                  </a:lnTo>
                  <a:lnTo>
                    <a:pt x="592" y="1030"/>
                  </a:lnTo>
                  <a:lnTo>
                    <a:pt x="771" y="718"/>
                  </a:lnTo>
                  <a:lnTo>
                    <a:pt x="35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Freeform 224"/>
            <p:cNvSpPr/>
            <p:nvPr/>
          </p:nvSpPr>
          <p:spPr bwMode="auto">
            <a:xfrm>
              <a:off x="11747370" y="0"/>
              <a:ext cx="444629" cy="1645443"/>
            </a:xfrm>
            <a:custGeom>
              <a:avLst/>
              <a:gdLst>
                <a:gd name="T0" fmla="*/ 1273 w 1273"/>
                <a:gd name="T1" fmla="*/ 0 h 4711"/>
                <a:gd name="T2" fmla="*/ 867 w 1273"/>
                <a:gd name="T3" fmla="*/ 0 h 4711"/>
                <a:gd name="T4" fmla="*/ 1273 w 1273"/>
                <a:gd name="T5" fmla="*/ 0 h 4711"/>
                <a:gd name="T6" fmla="*/ 1273 w 1273"/>
                <a:gd name="T7" fmla="*/ 2247 h 4711"/>
                <a:gd name="T8" fmla="*/ 782 w 1273"/>
                <a:gd name="T9" fmla="*/ 3099 h 4711"/>
                <a:gd name="T10" fmla="*/ 0 w 1273"/>
                <a:gd name="T11" fmla="*/ 3099 h 4711"/>
                <a:gd name="T12" fmla="*/ 931 w 1273"/>
                <a:gd name="T13" fmla="*/ 4711 h 4711"/>
                <a:gd name="T14" fmla="*/ 1273 w 1273"/>
                <a:gd name="T15" fmla="*/ 4711 h 4711"/>
                <a:gd name="T16" fmla="*/ 1273 w 1273"/>
                <a:gd name="T17" fmla="*/ 0 h 47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73" h="4711">
                  <a:moveTo>
                    <a:pt x="1273" y="0"/>
                  </a:moveTo>
                  <a:lnTo>
                    <a:pt x="867" y="0"/>
                  </a:lnTo>
                  <a:lnTo>
                    <a:pt x="1273" y="0"/>
                  </a:lnTo>
                  <a:lnTo>
                    <a:pt x="1273" y="2247"/>
                  </a:lnTo>
                  <a:lnTo>
                    <a:pt x="782" y="3099"/>
                  </a:lnTo>
                  <a:lnTo>
                    <a:pt x="0" y="3099"/>
                  </a:lnTo>
                  <a:lnTo>
                    <a:pt x="931" y="4711"/>
                  </a:lnTo>
                  <a:lnTo>
                    <a:pt x="1273" y="4711"/>
                  </a:lnTo>
                  <a:lnTo>
                    <a:pt x="1273" y="0"/>
                  </a:lnTo>
                  <a:close/>
                </a:path>
              </a:pathLst>
            </a:custGeom>
            <a:solidFill>
              <a:srgbClr val="5B9BD5">
                <a:lumMod val="75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Freeform 225"/>
            <p:cNvSpPr/>
            <p:nvPr/>
          </p:nvSpPr>
          <p:spPr bwMode="auto">
            <a:xfrm>
              <a:off x="11747370" y="0"/>
              <a:ext cx="444629" cy="1645443"/>
            </a:xfrm>
            <a:custGeom>
              <a:avLst/>
              <a:gdLst>
                <a:gd name="T0" fmla="*/ 1273 w 1273"/>
                <a:gd name="T1" fmla="*/ 0 h 4711"/>
                <a:gd name="T2" fmla="*/ 867 w 1273"/>
                <a:gd name="T3" fmla="*/ 0 h 4711"/>
                <a:gd name="T4" fmla="*/ 1273 w 1273"/>
                <a:gd name="T5" fmla="*/ 0 h 4711"/>
                <a:gd name="T6" fmla="*/ 1273 w 1273"/>
                <a:gd name="T7" fmla="*/ 2247 h 4711"/>
                <a:gd name="T8" fmla="*/ 782 w 1273"/>
                <a:gd name="T9" fmla="*/ 3099 h 4711"/>
                <a:gd name="T10" fmla="*/ 0 w 1273"/>
                <a:gd name="T11" fmla="*/ 3099 h 4711"/>
                <a:gd name="T12" fmla="*/ 931 w 1273"/>
                <a:gd name="T13" fmla="*/ 4711 h 4711"/>
                <a:gd name="T14" fmla="*/ 1273 w 1273"/>
                <a:gd name="T15" fmla="*/ 4711 h 4711"/>
                <a:gd name="T16" fmla="*/ 1273 w 1273"/>
                <a:gd name="T17" fmla="*/ 0 h 47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73" h="4711">
                  <a:moveTo>
                    <a:pt x="1273" y="0"/>
                  </a:moveTo>
                  <a:lnTo>
                    <a:pt x="867" y="0"/>
                  </a:lnTo>
                  <a:lnTo>
                    <a:pt x="1273" y="0"/>
                  </a:lnTo>
                  <a:lnTo>
                    <a:pt x="1273" y="2247"/>
                  </a:lnTo>
                  <a:lnTo>
                    <a:pt x="782" y="3099"/>
                  </a:lnTo>
                  <a:lnTo>
                    <a:pt x="0" y="3099"/>
                  </a:lnTo>
                  <a:lnTo>
                    <a:pt x="931" y="4711"/>
                  </a:lnTo>
                  <a:lnTo>
                    <a:pt x="1273" y="4711"/>
                  </a:lnTo>
                  <a:lnTo>
                    <a:pt x="127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Freeform 226"/>
            <p:cNvSpPr/>
            <p:nvPr/>
          </p:nvSpPr>
          <p:spPr bwMode="auto">
            <a:xfrm>
              <a:off x="11586004" y="0"/>
              <a:ext cx="605995" cy="1082409"/>
            </a:xfrm>
            <a:custGeom>
              <a:avLst/>
              <a:gdLst>
                <a:gd name="T0" fmla="*/ 1735 w 1735"/>
                <a:gd name="T1" fmla="*/ 0 h 3099"/>
                <a:gd name="T2" fmla="*/ 1329 w 1735"/>
                <a:gd name="T3" fmla="*/ 0 h 3099"/>
                <a:gd name="T4" fmla="*/ 0 w 1735"/>
                <a:gd name="T5" fmla="*/ 2300 h 3099"/>
                <a:gd name="T6" fmla="*/ 462 w 1735"/>
                <a:gd name="T7" fmla="*/ 3099 h 3099"/>
                <a:gd name="T8" fmla="*/ 1244 w 1735"/>
                <a:gd name="T9" fmla="*/ 3099 h 3099"/>
                <a:gd name="T10" fmla="*/ 1735 w 1735"/>
                <a:gd name="T11" fmla="*/ 2247 h 3099"/>
                <a:gd name="T12" fmla="*/ 1735 w 1735"/>
                <a:gd name="T13" fmla="*/ 0 h 30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35" h="3099">
                  <a:moveTo>
                    <a:pt x="1735" y="0"/>
                  </a:moveTo>
                  <a:lnTo>
                    <a:pt x="1329" y="0"/>
                  </a:lnTo>
                  <a:lnTo>
                    <a:pt x="0" y="2300"/>
                  </a:lnTo>
                  <a:lnTo>
                    <a:pt x="462" y="3099"/>
                  </a:lnTo>
                  <a:lnTo>
                    <a:pt x="1244" y="3099"/>
                  </a:lnTo>
                  <a:lnTo>
                    <a:pt x="1735" y="2247"/>
                  </a:lnTo>
                  <a:lnTo>
                    <a:pt x="1735" y="0"/>
                  </a:lnTo>
                  <a:close/>
                </a:path>
              </a:pathLst>
            </a:custGeom>
            <a:solidFill>
              <a:srgbClr val="24436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Freeform 227"/>
            <p:cNvSpPr/>
            <p:nvPr/>
          </p:nvSpPr>
          <p:spPr bwMode="auto">
            <a:xfrm>
              <a:off x="11586004" y="0"/>
              <a:ext cx="605995" cy="1082409"/>
            </a:xfrm>
            <a:custGeom>
              <a:avLst/>
              <a:gdLst>
                <a:gd name="T0" fmla="*/ 1735 w 1735"/>
                <a:gd name="T1" fmla="*/ 0 h 3099"/>
                <a:gd name="T2" fmla="*/ 1329 w 1735"/>
                <a:gd name="T3" fmla="*/ 0 h 3099"/>
                <a:gd name="T4" fmla="*/ 0 w 1735"/>
                <a:gd name="T5" fmla="*/ 2300 h 3099"/>
                <a:gd name="T6" fmla="*/ 462 w 1735"/>
                <a:gd name="T7" fmla="*/ 3099 h 3099"/>
                <a:gd name="T8" fmla="*/ 1244 w 1735"/>
                <a:gd name="T9" fmla="*/ 3099 h 3099"/>
                <a:gd name="T10" fmla="*/ 1735 w 1735"/>
                <a:gd name="T11" fmla="*/ 2247 h 3099"/>
                <a:gd name="T12" fmla="*/ 1735 w 1735"/>
                <a:gd name="T13" fmla="*/ 0 h 30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35" h="3099">
                  <a:moveTo>
                    <a:pt x="1735" y="0"/>
                  </a:moveTo>
                  <a:lnTo>
                    <a:pt x="1329" y="0"/>
                  </a:lnTo>
                  <a:lnTo>
                    <a:pt x="0" y="2300"/>
                  </a:lnTo>
                  <a:lnTo>
                    <a:pt x="462" y="3099"/>
                  </a:lnTo>
                  <a:lnTo>
                    <a:pt x="1244" y="3099"/>
                  </a:lnTo>
                  <a:lnTo>
                    <a:pt x="1735" y="2247"/>
                  </a:lnTo>
                  <a:lnTo>
                    <a:pt x="173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Freeform 228"/>
            <p:cNvSpPr/>
            <p:nvPr/>
          </p:nvSpPr>
          <p:spPr bwMode="auto">
            <a:xfrm>
              <a:off x="9968503" y="0"/>
              <a:ext cx="578402" cy="250781"/>
            </a:xfrm>
            <a:custGeom>
              <a:avLst/>
              <a:gdLst>
                <a:gd name="T0" fmla="*/ 1656 w 1656"/>
                <a:gd name="T1" fmla="*/ 0 h 718"/>
                <a:gd name="T2" fmla="*/ 0 w 1656"/>
                <a:gd name="T3" fmla="*/ 0 h 718"/>
                <a:gd name="T4" fmla="*/ 413 w 1656"/>
                <a:gd name="T5" fmla="*/ 718 h 718"/>
                <a:gd name="T6" fmla="*/ 1243 w 1656"/>
                <a:gd name="T7" fmla="*/ 718 h 718"/>
                <a:gd name="T8" fmla="*/ 1656 w 1656"/>
                <a:gd name="T9" fmla="*/ 0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56" h="718">
                  <a:moveTo>
                    <a:pt x="1656" y="0"/>
                  </a:moveTo>
                  <a:lnTo>
                    <a:pt x="0" y="0"/>
                  </a:lnTo>
                  <a:lnTo>
                    <a:pt x="413" y="718"/>
                  </a:lnTo>
                  <a:lnTo>
                    <a:pt x="1243" y="718"/>
                  </a:lnTo>
                  <a:lnTo>
                    <a:pt x="1656" y="0"/>
                  </a:lnTo>
                  <a:close/>
                </a:path>
              </a:pathLst>
            </a:custGeom>
            <a:solidFill>
              <a:sysClr val="window" lastClr="FFFFFF">
                <a:lumMod val="75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Freeform 229"/>
            <p:cNvSpPr/>
            <p:nvPr/>
          </p:nvSpPr>
          <p:spPr bwMode="auto">
            <a:xfrm>
              <a:off x="9968503" y="0"/>
              <a:ext cx="578402" cy="250781"/>
            </a:xfrm>
            <a:custGeom>
              <a:avLst/>
              <a:gdLst>
                <a:gd name="T0" fmla="*/ 1656 w 1656"/>
                <a:gd name="T1" fmla="*/ 0 h 718"/>
                <a:gd name="T2" fmla="*/ 0 w 1656"/>
                <a:gd name="T3" fmla="*/ 0 h 718"/>
                <a:gd name="T4" fmla="*/ 413 w 1656"/>
                <a:gd name="T5" fmla="*/ 718 h 718"/>
                <a:gd name="T6" fmla="*/ 1243 w 1656"/>
                <a:gd name="T7" fmla="*/ 718 h 718"/>
                <a:gd name="T8" fmla="*/ 1656 w 1656"/>
                <a:gd name="T9" fmla="*/ 0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56" h="718">
                  <a:moveTo>
                    <a:pt x="1656" y="0"/>
                  </a:moveTo>
                  <a:lnTo>
                    <a:pt x="0" y="0"/>
                  </a:lnTo>
                  <a:lnTo>
                    <a:pt x="413" y="718"/>
                  </a:lnTo>
                  <a:lnTo>
                    <a:pt x="1243" y="718"/>
                  </a:lnTo>
                  <a:lnTo>
                    <a:pt x="165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Freeform 230"/>
            <p:cNvSpPr/>
            <p:nvPr/>
          </p:nvSpPr>
          <p:spPr bwMode="auto">
            <a:xfrm>
              <a:off x="9535051" y="1003123"/>
              <a:ext cx="578752" cy="500514"/>
            </a:xfrm>
            <a:custGeom>
              <a:avLst/>
              <a:gdLst>
                <a:gd name="T0" fmla="*/ 413 w 1657"/>
                <a:gd name="T1" fmla="*/ 1433 h 1433"/>
                <a:gd name="T2" fmla="*/ 0 w 1657"/>
                <a:gd name="T3" fmla="*/ 715 h 1433"/>
                <a:gd name="T4" fmla="*/ 413 w 1657"/>
                <a:gd name="T5" fmla="*/ 0 h 1433"/>
                <a:gd name="T6" fmla="*/ 1243 w 1657"/>
                <a:gd name="T7" fmla="*/ 0 h 1433"/>
                <a:gd name="T8" fmla="*/ 1657 w 1657"/>
                <a:gd name="T9" fmla="*/ 715 h 1433"/>
                <a:gd name="T10" fmla="*/ 1243 w 1657"/>
                <a:gd name="T11" fmla="*/ 1433 h 1433"/>
                <a:gd name="T12" fmla="*/ 413 w 1657"/>
                <a:gd name="T13" fmla="*/ 1433 h 1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7" h="1433">
                  <a:moveTo>
                    <a:pt x="413" y="1433"/>
                  </a:moveTo>
                  <a:lnTo>
                    <a:pt x="0" y="715"/>
                  </a:lnTo>
                  <a:lnTo>
                    <a:pt x="413" y="0"/>
                  </a:lnTo>
                  <a:lnTo>
                    <a:pt x="1243" y="0"/>
                  </a:lnTo>
                  <a:lnTo>
                    <a:pt x="1657" y="715"/>
                  </a:lnTo>
                  <a:lnTo>
                    <a:pt x="1243" y="1433"/>
                  </a:lnTo>
                  <a:lnTo>
                    <a:pt x="413" y="1433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Freeform 231"/>
            <p:cNvSpPr/>
            <p:nvPr/>
          </p:nvSpPr>
          <p:spPr bwMode="auto">
            <a:xfrm>
              <a:off x="10833312" y="1746035"/>
              <a:ext cx="578402" cy="501561"/>
            </a:xfrm>
            <a:custGeom>
              <a:avLst/>
              <a:gdLst>
                <a:gd name="T0" fmla="*/ 413 w 1656"/>
                <a:gd name="T1" fmla="*/ 1436 h 1436"/>
                <a:gd name="T2" fmla="*/ 0 w 1656"/>
                <a:gd name="T3" fmla="*/ 718 h 1436"/>
                <a:gd name="T4" fmla="*/ 413 w 1656"/>
                <a:gd name="T5" fmla="*/ 0 h 1436"/>
                <a:gd name="T6" fmla="*/ 1240 w 1656"/>
                <a:gd name="T7" fmla="*/ 0 h 1436"/>
                <a:gd name="T8" fmla="*/ 1656 w 1656"/>
                <a:gd name="T9" fmla="*/ 718 h 1436"/>
                <a:gd name="T10" fmla="*/ 1240 w 1656"/>
                <a:gd name="T11" fmla="*/ 1436 h 1436"/>
                <a:gd name="T12" fmla="*/ 413 w 1656"/>
                <a:gd name="T13" fmla="*/ 1436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6" h="1436">
                  <a:moveTo>
                    <a:pt x="413" y="1436"/>
                  </a:moveTo>
                  <a:lnTo>
                    <a:pt x="0" y="718"/>
                  </a:lnTo>
                  <a:lnTo>
                    <a:pt x="413" y="0"/>
                  </a:lnTo>
                  <a:lnTo>
                    <a:pt x="1240" y="0"/>
                  </a:lnTo>
                  <a:lnTo>
                    <a:pt x="1656" y="718"/>
                  </a:lnTo>
                  <a:lnTo>
                    <a:pt x="1240" y="1436"/>
                  </a:lnTo>
                  <a:lnTo>
                    <a:pt x="413" y="1436"/>
                  </a:lnTo>
                  <a:close/>
                </a:path>
              </a:pathLst>
            </a:custGeom>
            <a:solidFill>
              <a:sysClr val="window" lastClr="FFFFFF">
                <a:lumMod val="50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Freeform 232"/>
            <p:cNvSpPr/>
            <p:nvPr/>
          </p:nvSpPr>
          <p:spPr bwMode="auto">
            <a:xfrm>
              <a:off x="10833312" y="1746035"/>
              <a:ext cx="578402" cy="501561"/>
            </a:xfrm>
            <a:custGeom>
              <a:avLst/>
              <a:gdLst>
                <a:gd name="T0" fmla="*/ 413 w 1656"/>
                <a:gd name="T1" fmla="*/ 1436 h 1436"/>
                <a:gd name="T2" fmla="*/ 0 w 1656"/>
                <a:gd name="T3" fmla="*/ 718 h 1436"/>
                <a:gd name="T4" fmla="*/ 413 w 1656"/>
                <a:gd name="T5" fmla="*/ 0 h 1436"/>
                <a:gd name="T6" fmla="*/ 1240 w 1656"/>
                <a:gd name="T7" fmla="*/ 0 h 1436"/>
                <a:gd name="T8" fmla="*/ 1656 w 1656"/>
                <a:gd name="T9" fmla="*/ 718 h 1436"/>
                <a:gd name="T10" fmla="*/ 1240 w 1656"/>
                <a:gd name="T11" fmla="*/ 1436 h 1436"/>
                <a:gd name="T12" fmla="*/ 413 w 1656"/>
                <a:gd name="T13" fmla="*/ 1436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6" h="1436">
                  <a:moveTo>
                    <a:pt x="413" y="1436"/>
                  </a:moveTo>
                  <a:lnTo>
                    <a:pt x="0" y="718"/>
                  </a:lnTo>
                  <a:lnTo>
                    <a:pt x="413" y="0"/>
                  </a:lnTo>
                  <a:lnTo>
                    <a:pt x="1240" y="0"/>
                  </a:lnTo>
                  <a:lnTo>
                    <a:pt x="1656" y="718"/>
                  </a:lnTo>
                  <a:lnTo>
                    <a:pt x="1240" y="1436"/>
                  </a:lnTo>
                  <a:lnTo>
                    <a:pt x="413" y="143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Freeform 233"/>
            <p:cNvSpPr/>
            <p:nvPr/>
          </p:nvSpPr>
          <p:spPr bwMode="auto">
            <a:xfrm>
              <a:off x="11263622" y="1494206"/>
              <a:ext cx="577704" cy="500863"/>
            </a:xfrm>
            <a:custGeom>
              <a:avLst/>
              <a:gdLst>
                <a:gd name="T0" fmla="*/ 414 w 1654"/>
                <a:gd name="T1" fmla="*/ 1434 h 1434"/>
                <a:gd name="T2" fmla="*/ 0 w 1654"/>
                <a:gd name="T3" fmla="*/ 718 h 1434"/>
                <a:gd name="T4" fmla="*/ 414 w 1654"/>
                <a:gd name="T5" fmla="*/ 0 h 1434"/>
                <a:gd name="T6" fmla="*/ 1241 w 1654"/>
                <a:gd name="T7" fmla="*/ 0 h 1434"/>
                <a:gd name="T8" fmla="*/ 1654 w 1654"/>
                <a:gd name="T9" fmla="*/ 718 h 1434"/>
                <a:gd name="T10" fmla="*/ 1241 w 1654"/>
                <a:gd name="T11" fmla="*/ 1434 h 1434"/>
                <a:gd name="T12" fmla="*/ 414 w 1654"/>
                <a:gd name="T13" fmla="*/ 1434 h 1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4" h="1434">
                  <a:moveTo>
                    <a:pt x="414" y="1434"/>
                  </a:moveTo>
                  <a:lnTo>
                    <a:pt x="0" y="718"/>
                  </a:lnTo>
                  <a:lnTo>
                    <a:pt x="414" y="0"/>
                  </a:lnTo>
                  <a:lnTo>
                    <a:pt x="1241" y="0"/>
                  </a:lnTo>
                  <a:lnTo>
                    <a:pt x="1654" y="718"/>
                  </a:lnTo>
                  <a:lnTo>
                    <a:pt x="1241" y="1434"/>
                  </a:lnTo>
                  <a:lnTo>
                    <a:pt x="414" y="1434"/>
                  </a:lnTo>
                  <a:close/>
                </a:path>
              </a:pathLst>
            </a:custGeom>
            <a:solidFill>
              <a:srgbClr val="127FB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Freeform 234"/>
            <p:cNvSpPr/>
            <p:nvPr/>
          </p:nvSpPr>
          <p:spPr bwMode="auto">
            <a:xfrm>
              <a:off x="11263622" y="1494206"/>
              <a:ext cx="577704" cy="500863"/>
            </a:xfrm>
            <a:custGeom>
              <a:avLst/>
              <a:gdLst>
                <a:gd name="T0" fmla="*/ 414 w 1654"/>
                <a:gd name="T1" fmla="*/ 1434 h 1434"/>
                <a:gd name="T2" fmla="*/ 0 w 1654"/>
                <a:gd name="T3" fmla="*/ 718 h 1434"/>
                <a:gd name="T4" fmla="*/ 414 w 1654"/>
                <a:gd name="T5" fmla="*/ 0 h 1434"/>
                <a:gd name="T6" fmla="*/ 1241 w 1654"/>
                <a:gd name="T7" fmla="*/ 0 h 1434"/>
                <a:gd name="T8" fmla="*/ 1654 w 1654"/>
                <a:gd name="T9" fmla="*/ 718 h 1434"/>
                <a:gd name="T10" fmla="*/ 1241 w 1654"/>
                <a:gd name="T11" fmla="*/ 1434 h 1434"/>
                <a:gd name="T12" fmla="*/ 414 w 1654"/>
                <a:gd name="T13" fmla="*/ 1434 h 1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4" h="1434">
                  <a:moveTo>
                    <a:pt x="414" y="1434"/>
                  </a:moveTo>
                  <a:lnTo>
                    <a:pt x="0" y="718"/>
                  </a:lnTo>
                  <a:lnTo>
                    <a:pt x="414" y="0"/>
                  </a:lnTo>
                  <a:lnTo>
                    <a:pt x="1241" y="0"/>
                  </a:lnTo>
                  <a:lnTo>
                    <a:pt x="1654" y="718"/>
                  </a:lnTo>
                  <a:lnTo>
                    <a:pt x="1241" y="1434"/>
                  </a:lnTo>
                  <a:lnTo>
                    <a:pt x="414" y="143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Freeform 235"/>
            <p:cNvSpPr>
              <a:spLocks noEditPoints="1"/>
            </p:cNvSpPr>
            <p:nvPr/>
          </p:nvSpPr>
          <p:spPr bwMode="auto">
            <a:xfrm>
              <a:off x="11289817" y="1687356"/>
              <a:ext cx="538585" cy="34578"/>
            </a:xfrm>
            <a:custGeom>
              <a:avLst/>
              <a:gdLst>
                <a:gd name="T0" fmla="*/ 1526 w 1542"/>
                <a:gd name="T1" fmla="*/ 72 h 99"/>
                <a:gd name="T2" fmla="*/ 1526 w 1542"/>
                <a:gd name="T3" fmla="*/ 72 h 99"/>
                <a:gd name="T4" fmla="*/ 1542 w 1542"/>
                <a:gd name="T5" fmla="*/ 99 h 99"/>
                <a:gd name="T6" fmla="*/ 1526 w 1542"/>
                <a:gd name="T7" fmla="*/ 72 h 99"/>
                <a:gd name="T8" fmla="*/ 19 w 1542"/>
                <a:gd name="T9" fmla="*/ 0 h 99"/>
                <a:gd name="T10" fmla="*/ 0 w 1542"/>
                <a:gd name="T11" fmla="*/ 35 h 99"/>
                <a:gd name="T12" fmla="*/ 19 w 1542"/>
                <a:gd name="T13" fmla="*/ 0 h 99"/>
                <a:gd name="T14" fmla="*/ 19 w 1542"/>
                <a:gd name="T15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2" h="99">
                  <a:moveTo>
                    <a:pt x="1526" y="72"/>
                  </a:moveTo>
                  <a:lnTo>
                    <a:pt x="1526" y="72"/>
                  </a:lnTo>
                  <a:lnTo>
                    <a:pt x="1542" y="99"/>
                  </a:lnTo>
                  <a:lnTo>
                    <a:pt x="1526" y="72"/>
                  </a:lnTo>
                  <a:close/>
                  <a:moveTo>
                    <a:pt x="19" y="0"/>
                  </a:moveTo>
                  <a:lnTo>
                    <a:pt x="0" y="35"/>
                  </a:lnTo>
                  <a:lnTo>
                    <a:pt x="19" y="0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FFC4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Freeform 236"/>
            <p:cNvSpPr>
              <a:spLocks noEditPoints="1"/>
            </p:cNvSpPr>
            <p:nvPr/>
          </p:nvSpPr>
          <p:spPr bwMode="auto">
            <a:xfrm>
              <a:off x="11289817" y="1687356"/>
              <a:ext cx="538585" cy="34578"/>
            </a:xfrm>
            <a:custGeom>
              <a:avLst/>
              <a:gdLst>
                <a:gd name="T0" fmla="*/ 1526 w 1542"/>
                <a:gd name="T1" fmla="*/ 72 h 99"/>
                <a:gd name="T2" fmla="*/ 1526 w 1542"/>
                <a:gd name="T3" fmla="*/ 72 h 99"/>
                <a:gd name="T4" fmla="*/ 1542 w 1542"/>
                <a:gd name="T5" fmla="*/ 99 h 99"/>
                <a:gd name="T6" fmla="*/ 1526 w 1542"/>
                <a:gd name="T7" fmla="*/ 72 h 99"/>
                <a:gd name="T8" fmla="*/ 19 w 1542"/>
                <a:gd name="T9" fmla="*/ 0 h 99"/>
                <a:gd name="T10" fmla="*/ 0 w 1542"/>
                <a:gd name="T11" fmla="*/ 35 h 99"/>
                <a:gd name="T12" fmla="*/ 19 w 1542"/>
                <a:gd name="T13" fmla="*/ 0 h 99"/>
                <a:gd name="T14" fmla="*/ 19 w 1542"/>
                <a:gd name="T15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2" h="99">
                  <a:moveTo>
                    <a:pt x="1526" y="72"/>
                  </a:moveTo>
                  <a:lnTo>
                    <a:pt x="1526" y="72"/>
                  </a:lnTo>
                  <a:lnTo>
                    <a:pt x="1542" y="99"/>
                  </a:lnTo>
                  <a:lnTo>
                    <a:pt x="1526" y="72"/>
                  </a:lnTo>
                  <a:moveTo>
                    <a:pt x="19" y="0"/>
                  </a:moveTo>
                  <a:lnTo>
                    <a:pt x="0" y="35"/>
                  </a:lnTo>
                  <a:lnTo>
                    <a:pt x="19" y="0"/>
                  </a:lnTo>
                  <a:lnTo>
                    <a:pt x="1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Freeform 238"/>
            <p:cNvSpPr/>
            <p:nvPr/>
          </p:nvSpPr>
          <p:spPr bwMode="auto">
            <a:xfrm>
              <a:off x="11288769" y="1577334"/>
              <a:ext cx="541379" cy="286058"/>
            </a:xfrm>
            <a:custGeom>
              <a:avLst/>
              <a:gdLst>
                <a:gd name="T0" fmla="*/ 1054 w 1550"/>
                <a:gd name="T1" fmla="*/ 0 h 819"/>
                <a:gd name="T2" fmla="*/ 985 w 1550"/>
                <a:gd name="T3" fmla="*/ 475 h 819"/>
                <a:gd name="T4" fmla="*/ 755 w 1550"/>
                <a:gd name="T5" fmla="*/ 475 h 819"/>
                <a:gd name="T6" fmla="*/ 683 w 1550"/>
                <a:gd name="T7" fmla="*/ 243 h 819"/>
                <a:gd name="T8" fmla="*/ 593 w 1550"/>
                <a:gd name="T9" fmla="*/ 659 h 819"/>
                <a:gd name="T10" fmla="*/ 521 w 1550"/>
                <a:gd name="T11" fmla="*/ 0 h 819"/>
                <a:gd name="T12" fmla="*/ 451 w 1550"/>
                <a:gd name="T13" fmla="*/ 475 h 819"/>
                <a:gd name="T14" fmla="*/ 222 w 1550"/>
                <a:gd name="T15" fmla="*/ 475 h 819"/>
                <a:gd name="T16" fmla="*/ 152 w 1550"/>
                <a:gd name="T17" fmla="*/ 243 h 819"/>
                <a:gd name="T18" fmla="*/ 59 w 1550"/>
                <a:gd name="T19" fmla="*/ 659 h 819"/>
                <a:gd name="T20" fmla="*/ 22 w 1550"/>
                <a:gd name="T21" fmla="*/ 315 h 819"/>
                <a:gd name="T22" fmla="*/ 3 w 1550"/>
                <a:gd name="T23" fmla="*/ 350 h 819"/>
                <a:gd name="T24" fmla="*/ 0 w 1550"/>
                <a:gd name="T25" fmla="*/ 352 h 819"/>
                <a:gd name="T26" fmla="*/ 35 w 1550"/>
                <a:gd name="T27" fmla="*/ 665 h 819"/>
                <a:gd name="T28" fmla="*/ 62 w 1550"/>
                <a:gd name="T29" fmla="*/ 710 h 819"/>
                <a:gd name="T30" fmla="*/ 72 w 1550"/>
                <a:gd name="T31" fmla="*/ 729 h 819"/>
                <a:gd name="T32" fmla="*/ 155 w 1550"/>
                <a:gd name="T33" fmla="*/ 347 h 819"/>
                <a:gd name="T34" fmla="*/ 203 w 1550"/>
                <a:gd name="T35" fmla="*/ 499 h 819"/>
                <a:gd name="T36" fmla="*/ 473 w 1550"/>
                <a:gd name="T37" fmla="*/ 499 h 819"/>
                <a:gd name="T38" fmla="*/ 518 w 1550"/>
                <a:gd name="T39" fmla="*/ 205 h 819"/>
                <a:gd name="T40" fmla="*/ 585 w 1550"/>
                <a:gd name="T41" fmla="*/ 819 h 819"/>
                <a:gd name="T42" fmla="*/ 689 w 1550"/>
                <a:gd name="T43" fmla="*/ 347 h 819"/>
                <a:gd name="T44" fmla="*/ 737 w 1550"/>
                <a:gd name="T45" fmla="*/ 499 h 819"/>
                <a:gd name="T46" fmla="*/ 1006 w 1550"/>
                <a:gd name="T47" fmla="*/ 499 h 819"/>
                <a:gd name="T48" fmla="*/ 1051 w 1550"/>
                <a:gd name="T49" fmla="*/ 205 h 819"/>
                <a:gd name="T50" fmla="*/ 1118 w 1550"/>
                <a:gd name="T51" fmla="*/ 819 h 819"/>
                <a:gd name="T52" fmla="*/ 1222 w 1550"/>
                <a:gd name="T53" fmla="*/ 347 h 819"/>
                <a:gd name="T54" fmla="*/ 1270 w 1550"/>
                <a:gd name="T55" fmla="*/ 499 h 819"/>
                <a:gd name="T56" fmla="*/ 1540 w 1550"/>
                <a:gd name="T57" fmla="*/ 499 h 819"/>
                <a:gd name="T58" fmla="*/ 1550 w 1550"/>
                <a:gd name="T59" fmla="*/ 424 h 819"/>
                <a:gd name="T60" fmla="*/ 1545 w 1550"/>
                <a:gd name="T61" fmla="*/ 414 h 819"/>
                <a:gd name="T62" fmla="*/ 1529 w 1550"/>
                <a:gd name="T63" fmla="*/ 387 h 819"/>
                <a:gd name="T64" fmla="*/ 1518 w 1550"/>
                <a:gd name="T65" fmla="*/ 475 h 819"/>
                <a:gd name="T66" fmla="*/ 1289 w 1550"/>
                <a:gd name="T67" fmla="*/ 475 h 819"/>
                <a:gd name="T68" fmla="*/ 1217 w 1550"/>
                <a:gd name="T69" fmla="*/ 243 h 819"/>
                <a:gd name="T70" fmla="*/ 1126 w 1550"/>
                <a:gd name="T71" fmla="*/ 659 h 819"/>
                <a:gd name="T72" fmla="*/ 1054 w 1550"/>
                <a:gd name="T73" fmla="*/ 0 h 8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550" h="819">
                  <a:moveTo>
                    <a:pt x="1054" y="0"/>
                  </a:moveTo>
                  <a:lnTo>
                    <a:pt x="985" y="475"/>
                  </a:lnTo>
                  <a:lnTo>
                    <a:pt x="755" y="475"/>
                  </a:lnTo>
                  <a:lnTo>
                    <a:pt x="683" y="243"/>
                  </a:lnTo>
                  <a:lnTo>
                    <a:pt x="593" y="659"/>
                  </a:lnTo>
                  <a:lnTo>
                    <a:pt x="521" y="0"/>
                  </a:lnTo>
                  <a:lnTo>
                    <a:pt x="451" y="475"/>
                  </a:lnTo>
                  <a:lnTo>
                    <a:pt x="222" y="475"/>
                  </a:lnTo>
                  <a:lnTo>
                    <a:pt x="152" y="243"/>
                  </a:lnTo>
                  <a:lnTo>
                    <a:pt x="59" y="659"/>
                  </a:lnTo>
                  <a:lnTo>
                    <a:pt x="22" y="315"/>
                  </a:lnTo>
                  <a:lnTo>
                    <a:pt x="3" y="350"/>
                  </a:lnTo>
                  <a:lnTo>
                    <a:pt x="0" y="352"/>
                  </a:lnTo>
                  <a:lnTo>
                    <a:pt x="35" y="665"/>
                  </a:lnTo>
                  <a:lnTo>
                    <a:pt x="62" y="710"/>
                  </a:lnTo>
                  <a:lnTo>
                    <a:pt x="72" y="729"/>
                  </a:lnTo>
                  <a:lnTo>
                    <a:pt x="155" y="347"/>
                  </a:lnTo>
                  <a:lnTo>
                    <a:pt x="203" y="499"/>
                  </a:lnTo>
                  <a:lnTo>
                    <a:pt x="473" y="499"/>
                  </a:lnTo>
                  <a:lnTo>
                    <a:pt x="518" y="205"/>
                  </a:lnTo>
                  <a:lnTo>
                    <a:pt x="585" y="819"/>
                  </a:lnTo>
                  <a:lnTo>
                    <a:pt x="689" y="347"/>
                  </a:lnTo>
                  <a:lnTo>
                    <a:pt x="737" y="499"/>
                  </a:lnTo>
                  <a:lnTo>
                    <a:pt x="1006" y="499"/>
                  </a:lnTo>
                  <a:lnTo>
                    <a:pt x="1051" y="205"/>
                  </a:lnTo>
                  <a:lnTo>
                    <a:pt x="1118" y="819"/>
                  </a:lnTo>
                  <a:lnTo>
                    <a:pt x="1222" y="347"/>
                  </a:lnTo>
                  <a:lnTo>
                    <a:pt x="1270" y="499"/>
                  </a:lnTo>
                  <a:lnTo>
                    <a:pt x="1540" y="499"/>
                  </a:lnTo>
                  <a:lnTo>
                    <a:pt x="1550" y="424"/>
                  </a:lnTo>
                  <a:lnTo>
                    <a:pt x="1545" y="414"/>
                  </a:lnTo>
                  <a:lnTo>
                    <a:pt x="1529" y="387"/>
                  </a:lnTo>
                  <a:lnTo>
                    <a:pt x="1518" y="475"/>
                  </a:lnTo>
                  <a:lnTo>
                    <a:pt x="1289" y="475"/>
                  </a:lnTo>
                  <a:lnTo>
                    <a:pt x="1217" y="243"/>
                  </a:lnTo>
                  <a:lnTo>
                    <a:pt x="1126" y="659"/>
                  </a:lnTo>
                  <a:lnTo>
                    <a:pt x="105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Freeform 239"/>
            <p:cNvSpPr>
              <a:spLocks noEditPoints="1"/>
            </p:cNvSpPr>
            <p:nvPr/>
          </p:nvSpPr>
          <p:spPr bwMode="auto">
            <a:xfrm>
              <a:off x="10905962" y="1619247"/>
              <a:ext cx="54836" cy="207820"/>
            </a:xfrm>
            <a:custGeom>
              <a:avLst/>
              <a:gdLst>
                <a:gd name="T0" fmla="*/ 125 w 157"/>
                <a:gd name="T1" fmla="*/ 499 h 595"/>
                <a:gd name="T2" fmla="*/ 69 w 157"/>
                <a:gd name="T3" fmla="*/ 595 h 595"/>
                <a:gd name="T4" fmla="*/ 69 w 157"/>
                <a:gd name="T5" fmla="*/ 595 h 595"/>
                <a:gd name="T6" fmla="*/ 125 w 157"/>
                <a:gd name="T7" fmla="*/ 499 h 595"/>
                <a:gd name="T8" fmla="*/ 149 w 157"/>
                <a:gd name="T9" fmla="*/ 262 h 595"/>
                <a:gd name="T10" fmla="*/ 149 w 157"/>
                <a:gd name="T11" fmla="*/ 262 h 595"/>
                <a:gd name="T12" fmla="*/ 157 w 157"/>
                <a:gd name="T13" fmla="*/ 275 h 595"/>
                <a:gd name="T14" fmla="*/ 149 w 157"/>
                <a:gd name="T15" fmla="*/ 262 h 595"/>
                <a:gd name="T16" fmla="*/ 0 w 157"/>
                <a:gd name="T17" fmla="*/ 0 h 595"/>
                <a:gd name="T18" fmla="*/ 0 w 157"/>
                <a:gd name="T19" fmla="*/ 0 h 595"/>
                <a:gd name="T20" fmla="*/ 18 w 157"/>
                <a:gd name="T21" fmla="*/ 35 h 595"/>
                <a:gd name="T22" fmla="*/ 0 w 157"/>
                <a:gd name="T23" fmla="*/ 0 h 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7" h="595">
                  <a:moveTo>
                    <a:pt x="125" y="499"/>
                  </a:moveTo>
                  <a:lnTo>
                    <a:pt x="69" y="595"/>
                  </a:lnTo>
                  <a:lnTo>
                    <a:pt x="69" y="595"/>
                  </a:lnTo>
                  <a:lnTo>
                    <a:pt x="125" y="499"/>
                  </a:lnTo>
                  <a:close/>
                  <a:moveTo>
                    <a:pt x="149" y="262"/>
                  </a:moveTo>
                  <a:lnTo>
                    <a:pt x="149" y="262"/>
                  </a:lnTo>
                  <a:lnTo>
                    <a:pt x="157" y="275"/>
                  </a:lnTo>
                  <a:lnTo>
                    <a:pt x="149" y="26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18" y="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4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Freeform 240"/>
            <p:cNvSpPr>
              <a:spLocks noEditPoints="1"/>
            </p:cNvSpPr>
            <p:nvPr/>
          </p:nvSpPr>
          <p:spPr bwMode="auto">
            <a:xfrm>
              <a:off x="10905962" y="1619247"/>
              <a:ext cx="54836" cy="207820"/>
            </a:xfrm>
            <a:custGeom>
              <a:avLst/>
              <a:gdLst>
                <a:gd name="T0" fmla="*/ 125 w 157"/>
                <a:gd name="T1" fmla="*/ 499 h 595"/>
                <a:gd name="T2" fmla="*/ 69 w 157"/>
                <a:gd name="T3" fmla="*/ 595 h 595"/>
                <a:gd name="T4" fmla="*/ 69 w 157"/>
                <a:gd name="T5" fmla="*/ 595 h 595"/>
                <a:gd name="T6" fmla="*/ 125 w 157"/>
                <a:gd name="T7" fmla="*/ 499 h 595"/>
                <a:gd name="T8" fmla="*/ 149 w 157"/>
                <a:gd name="T9" fmla="*/ 262 h 595"/>
                <a:gd name="T10" fmla="*/ 149 w 157"/>
                <a:gd name="T11" fmla="*/ 262 h 595"/>
                <a:gd name="T12" fmla="*/ 157 w 157"/>
                <a:gd name="T13" fmla="*/ 275 h 595"/>
                <a:gd name="T14" fmla="*/ 149 w 157"/>
                <a:gd name="T15" fmla="*/ 262 h 595"/>
                <a:gd name="T16" fmla="*/ 0 w 157"/>
                <a:gd name="T17" fmla="*/ 0 h 595"/>
                <a:gd name="T18" fmla="*/ 0 w 157"/>
                <a:gd name="T19" fmla="*/ 0 h 595"/>
                <a:gd name="T20" fmla="*/ 18 w 157"/>
                <a:gd name="T21" fmla="*/ 35 h 595"/>
                <a:gd name="T22" fmla="*/ 0 w 157"/>
                <a:gd name="T23" fmla="*/ 0 h 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7" h="595">
                  <a:moveTo>
                    <a:pt x="125" y="499"/>
                  </a:moveTo>
                  <a:lnTo>
                    <a:pt x="69" y="595"/>
                  </a:lnTo>
                  <a:lnTo>
                    <a:pt x="69" y="595"/>
                  </a:lnTo>
                  <a:lnTo>
                    <a:pt x="125" y="499"/>
                  </a:lnTo>
                  <a:moveTo>
                    <a:pt x="149" y="262"/>
                  </a:moveTo>
                  <a:lnTo>
                    <a:pt x="149" y="262"/>
                  </a:lnTo>
                  <a:lnTo>
                    <a:pt x="157" y="275"/>
                  </a:lnTo>
                  <a:lnTo>
                    <a:pt x="149" y="26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18" y="35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Freeform 242"/>
            <p:cNvSpPr/>
            <p:nvPr/>
          </p:nvSpPr>
          <p:spPr bwMode="auto">
            <a:xfrm>
              <a:off x="10400908" y="1577334"/>
              <a:ext cx="563733" cy="286058"/>
            </a:xfrm>
            <a:custGeom>
              <a:avLst/>
              <a:gdLst>
                <a:gd name="T0" fmla="*/ 928 w 1614"/>
                <a:gd name="T1" fmla="*/ 0 h 819"/>
                <a:gd name="T2" fmla="*/ 859 w 1614"/>
                <a:gd name="T3" fmla="*/ 475 h 819"/>
                <a:gd name="T4" fmla="*/ 629 w 1614"/>
                <a:gd name="T5" fmla="*/ 475 h 819"/>
                <a:gd name="T6" fmla="*/ 560 w 1614"/>
                <a:gd name="T7" fmla="*/ 243 h 819"/>
                <a:gd name="T8" fmla="*/ 469 w 1614"/>
                <a:gd name="T9" fmla="*/ 659 h 819"/>
                <a:gd name="T10" fmla="*/ 394 w 1614"/>
                <a:gd name="T11" fmla="*/ 0 h 819"/>
                <a:gd name="T12" fmla="*/ 325 w 1614"/>
                <a:gd name="T13" fmla="*/ 475 h 819"/>
                <a:gd name="T14" fmla="*/ 0 w 1614"/>
                <a:gd name="T15" fmla="*/ 475 h 819"/>
                <a:gd name="T16" fmla="*/ 0 w 1614"/>
                <a:gd name="T17" fmla="*/ 488 h 819"/>
                <a:gd name="T18" fmla="*/ 8 w 1614"/>
                <a:gd name="T19" fmla="*/ 499 h 819"/>
                <a:gd name="T20" fmla="*/ 349 w 1614"/>
                <a:gd name="T21" fmla="*/ 499 h 819"/>
                <a:gd name="T22" fmla="*/ 392 w 1614"/>
                <a:gd name="T23" fmla="*/ 205 h 819"/>
                <a:gd name="T24" fmla="*/ 458 w 1614"/>
                <a:gd name="T25" fmla="*/ 819 h 819"/>
                <a:gd name="T26" fmla="*/ 563 w 1614"/>
                <a:gd name="T27" fmla="*/ 347 h 819"/>
                <a:gd name="T28" fmla="*/ 611 w 1614"/>
                <a:gd name="T29" fmla="*/ 499 h 819"/>
                <a:gd name="T30" fmla="*/ 883 w 1614"/>
                <a:gd name="T31" fmla="*/ 499 h 819"/>
                <a:gd name="T32" fmla="*/ 925 w 1614"/>
                <a:gd name="T33" fmla="*/ 205 h 819"/>
                <a:gd name="T34" fmla="*/ 992 w 1614"/>
                <a:gd name="T35" fmla="*/ 819 h 819"/>
                <a:gd name="T36" fmla="*/ 1096 w 1614"/>
                <a:gd name="T37" fmla="*/ 347 h 819"/>
                <a:gd name="T38" fmla="*/ 1144 w 1614"/>
                <a:gd name="T39" fmla="*/ 499 h 819"/>
                <a:gd name="T40" fmla="*/ 1416 w 1614"/>
                <a:gd name="T41" fmla="*/ 499 h 819"/>
                <a:gd name="T42" fmla="*/ 1459 w 1614"/>
                <a:gd name="T43" fmla="*/ 205 h 819"/>
                <a:gd name="T44" fmla="*/ 1515 w 1614"/>
                <a:gd name="T45" fmla="*/ 715 h 819"/>
                <a:gd name="T46" fmla="*/ 1571 w 1614"/>
                <a:gd name="T47" fmla="*/ 619 h 819"/>
                <a:gd name="T48" fmla="*/ 1614 w 1614"/>
                <a:gd name="T49" fmla="*/ 416 h 819"/>
                <a:gd name="T50" fmla="*/ 1603 w 1614"/>
                <a:gd name="T51" fmla="*/ 395 h 819"/>
                <a:gd name="T52" fmla="*/ 1595 w 1614"/>
                <a:gd name="T53" fmla="*/ 382 h 819"/>
                <a:gd name="T54" fmla="*/ 1536 w 1614"/>
                <a:gd name="T55" fmla="*/ 659 h 819"/>
                <a:gd name="T56" fmla="*/ 1483 w 1614"/>
                <a:gd name="T57" fmla="*/ 187 h 819"/>
                <a:gd name="T58" fmla="*/ 1464 w 1614"/>
                <a:gd name="T59" fmla="*/ 155 h 819"/>
                <a:gd name="T60" fmla="*/ 1446 w 1614"/>
                <a:gd name="T61" fmla="*/ 120 h 819"/>
                <a:gd name="T62" fmla="*/ 1392 w 1614"/>
                <a:gd name="T63" fmla="*/ 475 h 819"/>
                <a:gd name="T64" fmla="*/ 1163 w 1614"/>
                <a:gd name="T65" fmla="*/ 475 h 819"/>
                <a:gd name="T66" fmla="*/ 1094 w 1614"/>
                <a:gd name="T67" fmla="*/ 243 h 819"/>
                <a:gd name="T68" fmla="*/ 1003 w 1614"/>
                <a:gd name="T69" fmla="*/ 659 h 819"/>
                <a:gd name="T70" fmla="*/ 928 w 1614"/>
                <a:gd name="T71" fmla="*/ 0 h 8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14" h="819">
                  <a:moveTo>
                    <a:pt x="928" y="0"/>
                  </a:moveTo>
                  <a:lnTo>
                    <a:pt x="859" y="475"/>
                  </a:lnTo>
                  <a:lnTo>
                    <a:pt x="629" y="475"/>
                  </a:lnTo>
                  <a:lnTo>
                    <a:pt x="560" y="243"/>
                  </a:lnTo>
                  <a:lnTo>
                    <a:pt x="469" y="659"/>
                  </a:lnTo>
                  <a:lnTo>
                    <a:pt x="394" y="0"/>
                  </a:lnTo>
                  <a:lnTo>
                    <a:pt x="325" y="475"/>
                  </a:lnTo>
                  <a:lnTo>
                    <a:pt x="0" y="475"/>
                  </a:lnTo>
                  <a:lnTo>
                    <a:pt x="0" y="488"/>
                  </a:lnTo>
                  <a:lnTo>
                    <a:pt x="8" y="499"/>
                  </a:lnTo>
                  <a:lnTo>
                    <a:pt x="349" y="499"/>
                  </a:lnTo>
                  <a:lnTo>
                    <a:pt x="392" y="205"/>
                  </a:lnTo>
                  <a:lnTo>
                    <a:pt x="458" y="819"/>
                  </a:lnTo>
                  <a:lnTo>
                    <a:pt x="563" y="347"/>
                  </a:lnTo>
                  <a:lnTo>
                    <a:pt x="611" y="499"/>
                  </a:lnTo>
                  <a:lnTo>
                    <a:pt x="883" y="499"/>
                  </a:lnTo>
                  <a:lnTo>
                    <a:pt x="925" y="205"/>
                  </a:lnTo>
                  <a:lnTo>
                    <a:pt x="992" y="819"/>
                  </a:lnTo>
                  <a:lnTo>
                    <a:pt x="1096" y="347"/>
                  </a:lnTo>
                  <a:lnTo>
                    <a:pt x="1144" y="499"/>
                  </a:lnTo>
                  <a:lnTo>
                    <a:pt x="1416" y="499"/>
                  </a:lnTo>
                  <a:lnTo>
                    <a:pt x="1459" y="205"/>
                  </a:lnTo>
                  <a:lnTo>
                    <a:pt x="1515" y="715"/>
                  </a:lnTo>
                  <a:lnTo>
                    <a:pt x="1571" y="619"/>
                  </a:lnTo>
                  <a:lnTo>
                    <a:pt x="1614" y="416"/>
                  </a:lnTo>
                  <a:lnTo>
                    <a:pt x="1603" y="395"/>
                  </a:lnTo>
                  <a:lnTo>
                    <a:pt x="1595" y="382"/>
                  </a:lnTo>
                  <a:lnTo>
                    <a:pt x="1536" y="659"/>
                  </a:lnTo>
                  <a:lnTo>
                    <a:pt x="1483" y="187"/>
                  </a:lnTo>
                  <a:lnTo>
                    <a:pt x="1464" y="155"/>
                  </a:lnTo>
                  <a:lnTo>
                    <a:pt x="1446" y="120"/>
                  </a:lnTo>
                  <a:lnTo>
                    <a:pt x="1392" y="475"/>
                  </a:lnTo>
                  <a:lnTo>
                    <a:pt x="1163" y="475"/>
                  </a:lnTo>
                  <a:lnTo>
                    <a:pt x="1094" y="243"/>
                  </a:lnTo>
                  <a:lnTo>
                    <a:pt x="1003" y="659"/>
                  </a:lnTo>
                  <a:lnTo>
                    <a:pt x="92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Freeform 243"/>
            <p:cNvSpPr/>
            <p:nvPr/>
          </p:nvSpPr>
          <p:spPr bwMode="auto">
            <a:xfrm>
              <a:off x="9968503" y="1248315"/>
              <a:ext cx="578402" cy="500514"/>
            </a:xfrm>
            <a:custGeom>
              <a:avLst/>
              <a:gdLst>
                <a:gd name="T0" fmla="*/ 413 w 1656"/>
                <a:gd name="T1" fmla="*/ 1433 h 1433"/>
                <a:gd name="T2" fmla="*/ 0 w 1656"/>
                <a:gd name="T3" fmla="*/ 718 h 1433"/>
                <a:gd name="T4" fmla="*/ 413 w 1656"/>
                <a:gd name="T5" fmla="*/ 0 h 1433"/>
                <a:gd name="T6" fmla="*/ 1240 w 1656"/>
                <a:gd name="T7" fmla="*/ 0 h 1433"/>
                <a:gd name="T8" fmla="*/ 1656 w 1656"/>
                <a:gd name="T9" fmla="*/ 718 h 1433"/>
                <a:gd name="T10" fmla="*/ 1240 w 1656"/>
                <a:gd name="T11" fmla="*/ 1433 h 1433"/>
                <a:gd name="T12" fmla="*/ 413 w 1656"/>
                <a:gd name="T13" fmla="*/ 1433 h 1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6" h="1433">
                  <a:moveTo>
                    <a:pt x="413" y="1433"/>
                  </a:moveTo>
                  <a:lnTo>
                    <a:pt x="0" y="718"/>
                  </a:lnTo>
                  <a:lnTo>
                    <a:pt x="413" y="0"/>
                  </a:lnTo>
                  <a:lnTo>
                    <a:pt x="1240" y="0"/>
                  </a:lnTo>
                  <a:lnTo>
                    <a:pt x="1656" y="718"/>
                  </a:lnTo>
                  <a:lnTo>
                    <a:pt x="1240" y="1433"/>
                  </a:lnTo>
                  <a:lnTo>
                    <a:pt x="413" y="1433"/>
                  </a:lnTo>
                  <a:close/>
                </a:path>
              </a:pathLst>
            </a:custGeom>
            <a:solidFill>
              <a:srgbClr val="24436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Freeform 244"/>
            <p:cNvSpPr/>
            <p:nvPr/>
          </p:nvSpPr>
          <p:spPr bwMode="auto">
            <a:xfrm>
              <a:off x="10116596" y="1357290"/>
              <a:ext cx="281517" cy="282565"/>
            </a:xfrm>
            <a:custGeom>
              <a:avLst/>
              <a:gdLst>
                <a:gd name="T0" fmla="*/ 806 w 806"/>
                <a:gd name="T1" fmla="*/ 555 h 809"/>
                <a:gd name="T2" fmla="*/ 555 w 806"/>
                <a:gd name="T3" fmla="*/ 555 h 809"/>
                <a:gd name="T4" fmla="*/ 555 w 806"/>
                <a:gd name="T5" fmla="*/ 809 h 809"/>
                <a:gd name="T6" fmla="*/ 251 w 806"/>
                <a:gd name="T7" fmla="*/ 809 h 809"/>
                <a:gd name="T8" fmla="*/ 251 w 806"/>
                <a:gd name="T9" fmla="*/ 555 h 809"/>
                <a:gd name="T10" fmla="*/ 0 w 806"/>
                <a:gd name="T11" fmla="*/ 555 h 809"/>
                <a:gd name="T12" fmla="*/ 0 w 806"/>
                <a:gd name="T13" fmla="*/ 254 h 809"/>
                <a:gd name="T14" fmla="*/ 251 w 806"/>
                <a:gd name="T15" fmla="*/ 254 h 809"/>
                <a:gd name="T16" fmla="*/ 251 w 806"/>
                <a:gd name="T17" fmla="*/ 0 h 809"/>
                <a:gd name="T18" fmla="*/ 555 w 806"/>
                <a:gd name="T19" fmla="*/ 0 h 809"/>
                <a:gd name="T20" fmla="*/ 555 w 806"/>
                <a:gd name="T21" fmla="*/ 254 h 809"/>
                <a:gd name="T22" fmla="*/ 806 w 806"/>
                <a:gd name="T23" fmla="*/ 254 h 809"/>
                <a:gd name="T24" fmla="*/ 806 w 806"/>
                <a:gd name="T25" fmla="*/ 555 h 8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06" h="809">
                  <a:moveTo>
                    <a:pt x="806" y="555"/>
                  </a:moveTo>
                  <a:lnTo>
                    <a:pt x="555" y="555"/>
                  </a:lnTo>
                  <a:lnTo>
                    <a:pt x="555" y="809"/>
                  </a:lnTo>
                  <a:lnTo>
                    <a:pt x="251" y="809"/>
                  </a:lnTo>
                  <a:lnTo>
                    <a:pt x="251" y="555"/>
                  </a:lnTo>
                  <a:lnTo>
                    <a:pt x="0" y="555"/>
                  </a:lnTo>
                  <a:lnTo>
                    <a:pt x="0" y="254"/>
                  </a:lnTo>
                  <a:lnTo>
                    <a:pt x="251" y="254"/>
                  </a:lnTo>
                  <a:lnTo>
                    <a:pt x="251" y="0"/>
                  </a:lnTo>
                  <a:lnTo>
                    <a:pt x="555" y="0"/>
                  </a:lnTo>
                  <a:lnTo>
                    <a:pt x="555" y="254"/>
                  </a:lnTo>
                  <a:lnTo>
                    <a:pt x="806" y="254"/>
                  </a:lnTo>
                  <a:lnTo>
                    <a:pt x="806" y="555"/>
                  </a:lnTo>
                  <a:close/>
                </a:path>
              </a:pathLst>
            </a:custGeom>
            <a:solidFill>
              <a:srgbClr val="FFFB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Freeform 245"/>
            <p:cNvSpPr/>
            <p:nvPr/>
          </p:nvSpPr>
          <p:spPr bwMode="auto">
            <a:xfrm>
              <a:off x="10394272" y="1492460"/>
              <a:ext cx="588881" cy="510992"/>
            </a:xfrm>
            <a:custGeom>
              <a:avLst/>
              <a:gdLst>
                <a:gd name="T0" fmla="*/ 1259 w 1686"/>
                <a:gd name="T1" fmla="*/ 1463 h 1463"/>
                <a:gd name="T2" fmla="*/ 424 w 1686"/>
                <a:gd name="T3" fmla="*/ 1463 h 1463"/>
                <a:gd name="T4" fmla="*/ 0 w 1686"/>
                <a:gd name="T5" fmla="*/ 731 h 1463"/>
                <a:gd name="T6" fmla="*/ 424 w 1686"/>
                <a:gd name="T7" fmla="*/ 0 h 1463"/>
                <a:gd name="T8" fmla="*/ 1267 w 1686"/>
                <a:gd name="T9" fmla="*/ 0 h 1463"/>
                <a:gd name="T10" fmla="*/ 1686 w 1686"/>
                <a:gd name="T11" fmla="*/ 723 h 1463"/>
                <a:gd name="T12" fmla="*/ 1657 w 1686"/>
                <a:gd name="T13" fmla="*/ 739 h 1463"/>
                <a:gd name="T14" fmla="*/ 1249 w 1686"/>
                <a:gd name="T15" fmla="*/ 32 h 1463"/>
                <a:gd name="T16" fmla="*/ 443 w 1686"/>
                <a:gd name="T17" fmla="*/ 32 h 1463"/>
                <a:gd name="T18" fmla="*/ 37 w 1686"/>
                <a:gd name="T19" fmla="*/ 731 h 1463"/>
                <a:gd name="T20" fmla="*/ 443 w 1686"/>
                <a:gd name="T21" fmla="*/ 1431 h 1463"/>
                <a:gd name="T22" fmla="*/ 1259 w 1686"/>
                <a:gd name="T23" fmla="*/ 1431 h 1463"/>
                <a:gd name="T24" fmla="*/ 1259 w 1686"/>
                <a:gd name="T25" fmla="*/ 1463 h 1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86" h="1463">
                  <a:moveTo>
                    <a:pt x="1259" y="1463"/>
                  </a:moveTo>
                  <a:lnTo>
                    <a:pt x="424" y="1463"/>
                  </a:lnTo>
                  <a:lnTo>
                    <a:pt x="0" y="731"/>
                  </a:lnTo>
                  <a:lnTo>
                    <a:pt x="424" y="0"/>
                  </a:lnTo>
                  <a:lnTo>
                    <a:pt x="1267" y="0"/>
                  </a:lnTo>
                  <a:lnTo>
                    <a:pt x="1686" y="723"/>
                  </a:lnTo>
                  <a:lnTo>
                    <a:pt x="1657" y="739"/>
                  </a:lnTo>
                  <a:lnTo>
                    <a:pt x="1249" y="32"/>
                  </a:lnTo>
                  <a:lnTo>
                    <a:pt x="443" y="32"/>
                  </a:lnTo>
                  <a:lnTo>
                    <a:pt x="37" y="731"/>
                  </a:lnTo>
                  <a:lnTo>
                    <a:pt x="443" y="1431"/>
                  </a:lnTo>
                  <a:lnTo>
                    <a:pt x="1259" y="1431"/>
                  </a:lnTo>
                  <a:lnTo>
                    <a:pt x="1259" y="1463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Oval 246"/>
            <p:cNvSpPr>
              <a:spLocks noChangeArrowheads="1"/>
            </p:cNvSpPr>
            <p:nvPr/>
          </p:nvSpPr>
          <p:spPr bwMode="auto">
            <a:xfrm>
              <a:off x="10370172" y="1718092"/>
              <a:ext cx="62171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Oval 247"/>
            <p:cNvSpPr>
              <a:spLocks noChangeArrowheads="1"/>
            </p:cNvSpPr>
            <p:nvPr/>
          </p:nvSpPr>
          <p:spPr bwMode="auto">
            <a:xfrm>
              <a:off x="10946827" y="1718092"/>
              <a:ext cx="62521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Oval 248"/>
            <p:cNvSpPr>
              <a:spLocks noChangeArrowheads="1"/>
            </p:cNvSpPr>
            <p:nvPr/>
          </p:nvSpPr>
          <p:spPr bwMode="auto">
            <a:xfrm>
              <a:off x="10514423" y="1467312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Oval 249"/>
            <p:cNvSpPr>
              <a:spLocks noChangeArrowheads="1"/>
            </p:cNvSpPr>
            <p:nvPr/>
          </p:nvSpPr>
          <p:spPr bwMode="auto">
            <a:xfrm>
              <a:off x="10514423" y="1966079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Oval 250"/>
            <p:cNvSpPr>
              <a:spLocks noChangeArrowheads="1"/>
            </p:cNvSpPr>
            <p:nvPr/>
          </p:nvSpPr>
          <p:spPr bwMode="auto">
            <a:xfrm>
              <a:off x="10802576" y="1467312"/>
              <a:ext cx="61473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Oval 251"/>
            <p:cNvSpPr>
              <a:spLocks noChangeArrowheads="1"/>
            </p:cNvSpPr>
            <p:nvPr/>
          </p:nvSpPr>
          <p:spPr bwMode="auto">
            <a:xfrm>
              <a:off x="10802576" y="1966079"/>
              <a:ext cx="61473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Freeform 252"/>
            <p:cNvSpPr/>
            <p:nvPr/>
          </p:nvSpPr>
          <p:spPr bwMode="auto">
            <a:xfrm>
              <a:off x="10828422" y="743960"/>
              <a:ext cx="587134" cy="258116"/>
            </a:xfrm>
            <a:custGeom>
              <a:avLst/>
              <a:gdLst>
                <a:gd name="T0" fmla="*/ 1652 w 1681"/>
                <a:gd name="T1" fmla="*/ 739 h 739"/>
                <a:gd name="T2" fmla="*/ 1244 w 1681"/>
                <a:gd name="T3" fmla="*/ 29 h 739"/>
                <a:gd name="T4" fmla="*/ 438 w 1681"/>
                <a:gd name="T5" fmla="*/ 29 h 739"/>
                <a:gd name="T6" fmla="*/ 27 w 1681"/>
                <a:gd name="T7" fmla="*/ 739 h 739"/>
                <a:gd name="T8" fmla="*/ 0 w 1681"/>
                <a:gd name="T9" fmla="*/ 723 h 739"/>
                <a:gd name="T10" fmla="*/ 419 w 1681"/>
                <a:gd name="T11" fmla="*/ 0 h 739"/>
                <a:gd name="T12" fmla="*/ 1262 w 1681"/>
                <a:gd name="T13" fmla="*/ 0 h 739"/>
                <a:gd name="T14" fmla="*/ 1681 w 1681"/>
                <a:gd name="T15" fmla="*/ 723 h 739"/>
                <a:gd name="T16" fmla="*/ 1652 w 1681"/>
                <a:gd name="T17" fmla="*/ 739 h 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81" h="739">
                  <a:moveTo>
                    <a:pt x="1652" y="739"/>
                  </a:moveTo>
                  <a:lnTo>
                    <a:pt x="1244" y="29"/>
                  </a:lnTo>
                  <a:lnTo>
                    <a:pt x="438" y="29"/>
                  </a:lnTo>
                  <a:lnTo>
                    <a:pt x="27" y="739"/>
                  </a:lnTo>
                  <a:lnTo>
                    <a:pt x="0" y="723"/>
                  </a:lnTo>
                  <a:lnTo>
                    <a:pt x="419" y="0"/>
                  </a:lnTo>
                  <a:lnTo>
                    <a:pt x="1262" y="0"/>
                  </a:lnTo>
                  <a:lnTo>
                    <a:pt x="1681" y="723"/>
                  </a:lnTo>
                  <a:lnTo>
                    <a:pt x="1652" y="739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Oval 253"/>
            <p:cNvSpPr>
              <a:spLocks noChangeArrowheads="1"/>
            </p:cNvSpPr>
            <p:nvPr/>
          </p:nvSpPr>
          <p:spPr bwMode="auto">
            <a:xfrm>
              <a:off x="10802576" y="968544"/>
              <a:ext cx="6217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Oval 254"/>
            <p:cNvSpPr>
              <a:spLocks noChangeArrowheads="1"/>
            </p:cNvSpPr>
            <p:nvPr/>
          </p:nvSpPr>
          <p:spPr bwMode="auto">
            <a:xfrm>
              <a:off x="11379232" y="968544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Oval 255"/>
            <p:cNvSpPr>
              <a:spLocks noChangeArrowheads="1"/>
            </p:cNvSpPr>
            <p:nvPr/>
          </p:nvSpPr>
          <p:spPr bwMode="auto">
            <a:xfrm>
              <a:off x="10946827" y="718811"/>
              <a:ext cx="62521" cy="6217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Oval 256"/>
            <p:cNvSpPr>
              <a:spLocks noChangeArrowheads="1"/>
            </p:cNvSpPr>
            <p:nvPr/>
          </p:nvSpPr>
          <p:spPr bwMode="auto">
            <a:xfrm>
              <a:off x="10946827" y="1217579"/>
              <a:ext cx="62521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Oval 257"/>
            <p:cNvSpPr>
              <a:spLocks noChangeArrowheads="1"/>
            </p:cNvSpPr>
            <p:nvPr/>
          </p:nvSpPr>
          <p:spPr bwMode="auto">
            <a:xfrm>
              <a:off x="11234981" y="718811"/>
              <a:ext cx="61473" cy="6217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Oval 258"/>
            <p:cNvSpPr>
              <a:spLocks noChangeArrowheads="1"/>
            </p:cNvSpPr>
            <p:nvPr/>
          </p:nvSpPr>
          <p:spPr bwMode="auto">
            <a:xfrm>
              <a:off x="11234981" y="1217579"/>
              <a:ext cx="61473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Freeform 259"/>
            <p:cNvSpPr/>
            <p:nvPr/>
          </p:nvSpPr>
          <p:spPr bwMode="auto">
            <a:xfrm>
              <a:off x="11260827" y="495973"/>
              <a:ext cx="153682" cy="255321"/>
            </a:xfrm>
            <a:custGeom>
              <a:avLst/>
              <a:gdLst>
                <a:gd name="T0" fmla="*/ 27 w 440"/>
                <a:gd name="T1" fmla="*/ 731 h 731"/>
                <a:gd name="T2" fmla="*/ 0 w 440"/>
                <a:gd name="T3" fmla="*/ 715 h 731"/>
                <a:gd name="T4" fmla="*/ 414 w 440"/>
                <a:gd name="T5" fmla="*/ 0 h 731"/>
                <a:gd name="T6" fmla="*/ 440 w 440"/>
                <a:gd name="T7" fmla="*/ 16 h 731"/>
                <a:gd name="T8" fmla="*/ 27 w 440"/>
                <a:gd name="T9" fmla="*/ 731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0" h="731">
                  <a:moveTo>
                    <a:pt x="27" y="731"/>
                  </a:moveTo>
                  <a:lnTo>
                    <a:pt x="0" y="715"/>
                  </a:lnTo>
                  <a:lnTo>
                    <a:pt x="414" y="0"/>
                  </a:lnTo>
                  <a:lnTo>
                    <a:pt x="440" y="16"/>
                  </a:lnTo>
                  <a:lnTo>
                    <a:pt x="27" y="731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Oval 260"/>
            <p:cNvSpPr>
              <a:spLocks noChangeArrowheads="1"/>
            </p:cNvSpPr>
            <p:nvPr/>
          </p:nvSpPr>
          <p:spPr bwMode="auto">
            <a:xfrm>
              <a:off x="11379232" y="468031"/>
              <a:ext cx="62521" cy="6217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Freeform 261"/>
            <p:cNvSpPr/>
            <p:nvPr/>
          </p:nvSpPr>
          <p:spPr bwMode="auto">
            <a:xfrm>
              <a:off x="9532257" y="1497000"/>
              <a:ext cx="153682" cy="255670"/>
            </a:xfrm>
            <a:custGeom>
              <a:avLst/>
              <a:gdLst>
                <a:gd name="T0" fmla="*/ 27 w 440"/>
                <a:gd name="T1" fmla="*/ 732 h 732"/>
                <a:gd name="T2" fmla="*/ 0 w 440"/>
                <a:gd name="T3" fmla="*/ 716 h 732"/>
                <a:gd name="T4" fmla="*/ 411 w 440"/>
                <a:gd name="T5" fmla="*/ 0 h 732"/>
                <a:gd name="T6" fmla="*/ 440 w 440"/>
                <a:gd name="T7" fmla="*/ 16 h 732"/>
                <a:gd name="T8" fmla="*/ 27 w 440"/>
                <a:gd name="T9" fmla="*/ 732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0" h="732">
                  <a:moveTo>
                    <a:pt x="27" y="732"/>
                  </a:moveTo>
                  <a:lnTo>
                    <a:pt x="0" y="716"/>
                  </a:lnTo>
                  <a:lnTo>
                    <a:pt x="411" y="0"/>
                  </a:lnTo>
                  <a:lnTo>
                    <a:pt x="440" y="16"/>
                  </a:lnTo>
                  <a:lnTo>
                    <a:pt x="27" y="732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Oval 262"/>
            <p:cNvSpPr>
              <a:spLocks noChangeArrowheads="1"/>
            </p:cNvSpPr>
            <p:nvPr/>
          </p:nvSpPr>
          <p:spPr bwMode="auto">
            <a:xfrm>
              <a:off x="9505362" y="1719839"/>
              <a:ext cx="6217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8" name="Oval 263"/>
            <p:cNvSpPr>
              <a:spLocks noChangeArrowheads="1"/>
            </p:cNvSpPr>
            <p:nvPr/>
          </p:nvSpPr>
          <p:spPr bwMode="auto">
            <a:xfrm>
              <a:off x="9650661" y="1470106"/>
              <a:ext cx="61473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Freeform 264"/>
            <p:cNvSpPr/>
            <p:nvPr/>
          </p:nvSpPr>
          <p:spPr bwMode="auto">
            <a:xfrm>
              <a:off x="11693232" y="1244473"/>
              <a:ext cx="153682" cy="255321"/>
            </a:xfrm>
            <a:custGeom>
              <a:avLst/>
              <a:gdLst>
                <a:gd name="T0" fmla="*/ 27 w 440"/>
                <a:gd name="T1" fmla="*/ 731 h 731"/>
                <a:gd name="T2" fmla="*/ 0 w 440"/>
                <a:gd name="T3" fmla="*/ 715 h 731"/>
                <a:gd name="T4" fmla="*/ 411 w 440"/>
                <a:gd name="T5" fmla="*/ 0 h 731"/>
                <a:gd name="T6" fmla="*/ 440 w 440"/>
                <a:gd name="T7" fmla="*/ 16 h 731"/>
                <a:gd name="T8" fmla="*/ 27 w 440"/>
                <a:gd name="T9" fmla="*/ 731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0" h="731">
                  <a:moveTo>
                    <a:pt x="27" y="731"/>
                  </a:moveTo>
                  <a:lnTo>
                    <a:pt x="0" y="715"/>
                  </a:lnTo>
                  <a:lnTo>
                    <a:pt x="411" y="0"/>
                  </a:lnTo>
                  <a:lnTo>
                    <a:pt x="440" y="16"/>
                  </a:lnTo>
                  <a:lnTo>
                    <a:pt x="27" y="731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Oval 265"/>
            <p:cNvSpPr>
              <a:spLocks noChangeArrowheads="1"/>
            </p:cNvSpPr>
            <p:nvPr/>
          </p:nvSpPr>
          <p:spPr bwMode="auto">
            <a:xfrm>
              <a:off x="11666338" y="1467312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" name="Oval 266"/>
            <p:cNvSpPr>
              <a:spLocks noChangeArrowheads="1"/>
            </p:cNvSpPr>
            <p:nvPr/>
          </p:nvSpPr>
          <p:spPr bwMode="auto">
            <a:xfrm>
              <a:off x="11811636" y="1217579"/>
              <a:ext cx="61473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2" name="Freeform 267"/>
            <p:cNvSpPr/>
            <p:nvPr/>
          </p:nvSpPr>
          <p:spPr bwMode="auto">
            <a:xfrm>
              <a:off x="10397066" y="495973"/>
              <a:ext cx="153682" cy="255321"/>
            </a:xfrm>
            <a:custGeom>
              <a:avLst/>
              <a:gdLst>
                <a:gd name="T0" fmla="*/ 27 w 440"/>
                <a:gd name="T1" fmla="*/ 731 h 731"/>
                <a:gd name="T2" fmla="*/ 0 w 440"/>
                <a:gd name="T3" fmla="*/ 715 h 731"/>
                <a:gd name="T4" fmla="*/ 411 w 440"/>
                <a:gd name="T5" fmla="*/ 0 h 731"/>
                <a:gd name="T6" fmla="*/ 440 w 440"/>
                <a:gd name="T7" fmla="*/ 16 h 731"/>
                <a:gd name="T8" fmla="*/ 27 w 440"/>
                <a:gd name="T9" fmla="*/ 731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0" h="731">
                  <a:moveTo>
                    <a:pt x="27" y="731"/>
                  </a:moveTo>
                  <a:lnTo>
                    <a:pt x="0" y="715"/>
                  </a:lnTo>
                  <a:lnTo>
                    <a:pt x="411" y="0"/>
                  </a:lnTo>
                  <a:lnTo>
                    <a:pt x="440" y="16"/>
                  </a:lnTo>
                  <a:lnTo>
                    <a:pt x="27" y="731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" name="Oval 268"/>
            <p:cNvSpPr>
              <a:spLocks noChangeArrowheads="1"/>
            </p:cNvSpPr>
            <p:nvPr/>
          </p:nvSpPr>
          <p:spPr bwMode="auto">
            <a:xfrm>
              <a:off x="10370172" y="718811"/>
              <a:ext cx="62171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Oval 269"/>
            <p:cNvSpPr>
              <a:spLocks noChangeArrowheads="1"/>
            </p:cNvSpPr>
            <p:nvPr/>
          </p:nvSpPr>
          <p:spPr bwMode="auto">
            <a:xfrm>
              <a:off x="10515470" y="468031"/>
              <a:ext cx="61473" cy="6217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5" name="Freeform 270"/>
            <p:cNvSpPr/>
            <p:nvPr/>
          </p:nvSpPr>
          <p:spPr bwMode="auto">
            <a:xfrm>
              <a:off x="10397066" y="245192"/>
              <a:ext cx="153682" cy="255321"/>
            </a:xfrm>
            <a:custGeom>
              <a:avLst/>
              <a:gdLst>
                <a:gd name="T0" fmla="*/ 413 w 440"/>
                <a:gd name="T1" fmla="*/ 731 h 731"/>
                <a:gd name="T2" fmla="*/ 0 w 440"/>
                <a:gd name="T3" fmla="*/ 16 h 731"/>
                <a:gd name="T4" fmla="*/ 27 w 440"/>
                <a:gd name="T5" fmla="*/ 0 h 731"/>
                <a:gd name="T6" fmla="*/ 440 w 440"/>
                <a:gd name="T7" fmla="*/ 715 h 731"/>
                <a:gd name="T8" fmla="*/ 413 w 440"/>
                <a:gd name="T9" fmla="*/ 731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0" h="731">
                  <a:moveTo>
                    <a:pt x="413" y="731"/>
                  </a:moveTo>
                  <a:lnTo>
                    <a:pt x="0" y="16"/>
                  </a:lnTo>
                  <a:lnTo>
                    <a:pt x="27" y="0"/>
                  </a:lnTo>
                  <a:lnTo>
                    <a:pt x="440" y="715"/>
                  </a:lnTo>
                  <a:lnTo>
                    <a:pt x="413" y="731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Oval 271"/>
            <p:cNvSpPr>
              <a:spLocks noChangeArrowheads="1"/>
            </p:cNvSpPr>
            <p:nvPr/>
          </p:nvSpPr>
          <p:spPr bwMode="auto">
            <a:xfrm>
              <a:off x="10370172" y="217949"/>
              <a:ext cx="62171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Freeform 272"/>
            <p:cNvSpPr/>
            <p:nvPr/>
          </p:nvSpPr>
          <p:spPr bwMode="auto">
            <a:xfrm>
              <a:off x="9532257" y="748500"/>
              <a:ext cx="153682" cy="255321"/>
            </a:xfrm>
            <a:custGeom>
              <a:avLst/>
              <a:gdLst>
                <a:gd name="T0" fmla="*/ 413 w 440"/>
                <a:gd name="T1" fmla="*/ 731 h 731"/>
                <a:gd name="T2" fmla="*/ 0 w 440"/>
                <a:gd name="T3" fmla="*/ 16 h 731"/>
                <a:gd name="T4" fmla="*/ 27 w 440"/>
                <a:gd name="T5" fmla="*/ 0 h 731"/>
                <a:gd name="T6" fmla="*/ 440 w 440"/>
                <a:gd name="T7" fmla="*/ 715 h 731"/>
                <a:gd name="T8" fmla="*/ 413 w 440"/>
                <a:gd name="T9" fmla="*/ 731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0" h="731">
                  <a:moveTo>
                    <a:pt x="413" y="731"/>
                  </a:moveTo>
                  <a:lnTo>
                    <a:pt x="0" y="16"/>
                  </a:lnTo>
                  <a:lnTo>
                    <a:pt x="27" y="0"/>
                  </a:lnTo>
                  <a:lnTo>
                    <a:pt x="440" y="715"/>
                  </a:lnTo>
                  <a:lnTo>
                    <a:pt x="413" y="731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Oval 273"/>
            <p:cNvSpPr>
              <a:spLocks noChangeArrowheads="1"/>
            </p:cNvSpPr>
            <p:nvPr/>
          </p:nvSpPr>
          <p:spPr bwMode="auto">
            <a:xfrm>
              <a:off x="9650661" y="971339"/>
              <a:ext cx="61473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Oval 274"/>
            <p:cNvSpPr>
              <a:spLocks noChangeArrowheads="1"/>
            </p:cNvSpPr>
            <p:nvPr/>
          </p:nvSpPr>
          <p:spPr bwMode="auto">
            <a:xfrm>
              <a:off x="9505362" y="720558"/>
              <a:ext cx="6217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Freeform 275"/>
            <p:cNvSpPr/>
            <p:nvPr/>
          </p:nvSpPr>
          <p:spPr bwMode="auto">
            <a:xfrm>
              <a:off x="9962915" y="1244473"/>
              <a:ext cx="438692" cy="510992"/>
            </a:xfrm>
            <a:custGeom>
              <a:avLst/>
              <a:gdLst>
                <a:gd name="T0" fmla="*/ 1256 w 1256"/>
                <a:gd name="T1" fmla="*/ 1463 h 1463"/>
                <a:gd name="T2" fmla="*/ 421 w 1256"/>
                <a:gd name="T3" fmla="*/ 1463 h 1463"/>
                <a:gd name="T4" fmla="*/ 0 w 1256"/>
                <a:gd name="T5" fmla="*/ 731 h 1463"/>
                <a:gd name="T6" fmla="*/ 421 w 1256"/>
                <a:gd name="T7" fmla="*/ 0 h 1463"/>
                <a:gd name="T8" fmla="*/ 1256 w 1256"/>
                <a:gd name="T9" fmla="*/ 0 h 1463"/>
                <a:gd name="T10" fmla="*/ 1256 w 1256"/>
                <a:gd name="T11" fmla="*/ 32 h 1463"/>
                <a:gd name="T12" fmla="*/ 440 w 1256"/>
                <a:gd name="T13" fmla="*/ 32 h 1463"/>
                <a:gd name="T14" fmla="*/ 37 w 1256"/>
                <a:gd name="T15" fmla="*/ 731 h 1463"/>
                <a:gd name="T16" fmla="*/ 440 w 1256"/>
                <a:gd name="T17" fmla="*/ 1431 h 1463"/>
                <a:gd name="T18" fmla="*/ 1256 w 1256"/>
                <a:gd name="T19" fmla="*/ 1431 h 1463"/>
                <a:gd name="T20" fmla="*/ 1256 w 1256"/>
                <a:gd name="T21" fmla="*/ 1463 h 1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56" h="1463">
                  <a:moveTo>
                    <a:pt x="1256" y="1463"/>
                  </a:moveTo>
                  <a:lnTo>
                    <a:pt x="421" y="1463"/>
                  </a:lnTo>
                  <a:lnTo>
                    <a:pt x="0" y="731"/>
                  </a:lnTo>
                  <a:lnTo>
                    <a:pt x="421" y="0"/>
                  </a:lnTo>
                  <a:lnTo>
                    <a:pt x="1256" y="0"/>
                  </a:lnTo>
                  <a:lnTo>
                    <a:pt x="1256" y="32"/>
                  </a:lnTo>
                  <a:lnTo>
                    <a:pt x="440" y="32"/>
                  </a:lnTo>
                  <a:lnTo>
                    <a:pt x="37" y="731"/>
                  </a:lnTo>
                  <a:lnTo>
                    <a:pt x="440" y="1431"/>
                  </a:lnTo>
                  <a:lnTo>
                    <a:pt x="1256" y="1431"/>
                  </a:lnTo>
                  <a:lnTo>
                    <a:pt x="1256" y="1463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1" name="Oval 276"/>
            <p:cNvSpPr>
              <a:spLocks noChangeArrowheads="1"/>
            </p:cNvSpPr>
            <p:nvPr/>
          </p:nvSpPr>
          <p:spPr bwMode="auto">
            <a:xfrm>
              <a:off x="9937767" y="1470106"/>
              <a:ext cx="62171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" name="Oval 277"/>
            <p:cNvSpPr>
              <a:spLocks noChangeArrowheads="1"/>
            </p:cNvSpPr>
            <p:nvPr/>
          </p:nvSpPr>
          <p:spPr bwMode="auto">
            <a:xfrm>
              <a:off x="10083066" y="1219325"/>
              <a:ext cx="61473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" name="Oval 278"/>
            <p:cNvSpPr>
              <a:spLocks noChangeArrowheads="1"/>
            </p:cNvSpPr>
            <p:nvPr/>
          </p:nvSpPr>
          <p:spPr bwMode="auto">
            <a:xfrm>
              <a:off x="10083066" y="1718092"/>
              <a:ext cx="61473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Oval 279"/>
            <p:cNvSpPr>
              <a:spLocks noChangeArrowheads="1"/>
            </p:cNvSpPr>
            <p:nvPr/>
          </p:nvSpPr>
          <p:spPr bwMode="auto">
            <a:xfrm>
              <a:off x="10370172" y="1219325"/>
              <a:ext cx="6217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" name="Freeform 280"/>
            <p:cNvSpPr/>
            <p:nvPr/>
          </p:nvSpPr>
          <p:spPr bwMode="auto">
            <a:xfrm>
              <a:off x="10395319" y="993693"/>
              <a:ext cx="587833" cy="508198"/>
            </a:xfrm>
            <a:custGeom>
              <a:avLst/>
              <a:gdLst>
                <a:gd name="T0" fmla="*/ 416 w 1683"/>
                <a:gd name="T1" fmla="*/ 1455 h 1455"/>
                <a:gd name="T2" fmla="*/ 0 w 1683"/>
                <a:gd name="T3" fmla="*/ 731 h 1455"/>
                <a:gd name="T4" fmla="*/ 421 w 1683"/>
                <a:gd name="T5" fmla="*/ 0 h 1455"/>
                <a:gd name="T6" fmla="*/ 1264 w 1683"/>
                <a:gd name="T7" fmla="*/ 0 h 1455"/>
                <a:gd name="T8" fmla="*/ 1683 w 1683"/>
                <a:gd name="T9" fmla="*/ 723 h 1455"/>
                <a:gd name="T10" fmla="*/ 1654 w 1683"/>
                <a:gd name="T11" fmla="*/ 739 h 1455"/>
                <a:gd name="T12" fmla="*/ 1246 w 1683"/>
                <a:gd name="T13" fmla="*/ 32 h 1455"/>
                <a:gd name="T14" fmla="*/ 440 w 1683"/>
                <a:gd name="T15" fmla="*/ 32 h 1455"/>
                <a:gd name="T16" fmla="*/ 34 w 1683"/>
                <a:gd name="T17" fmla="*/ 731 h 1455"/>
                <a:gd name="T18" fmla="*/ 442 w 1683"/>
                <a:gd name="T19" fmla="*/ 1439 h 1455"/>
                <a:gd name="T20" fmla="*/ 416 w 1683"/>
                <a:gd name="T21" fmla="*/ 1455 h 14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683" h="1455">
                  <a:moveTo>
                    <a:pt x="416" y="1455"/>
                  </a:moveTo>
                  <a:lnTo>
                    <a:pt x="0" y="731"/>
                  </a:lnTo>
                  <a:lnTo>
                    <a:pt x="421" y="0"/>
                  </a:lnTo>
                  <a:lnTo>
                    <a:pt x="1264" y="0"/>
                  </a:lnTo>
                  <a:lnTo>
                    <a:pt x="1683" y="723"/>
                  </a:lnTo>
                  <a:lnTo>
                    <a:pt x="1654" y="739"/>
                  </a:lnTo>
                  <a:lnTo>
                    <a:pt x="1246" y="32"/>
                  </a:lnTo>
                  <a:lnTo>
                    <a:pt x="440" y="32"/>
                  </a:lnTo>
                  <a:lnTo>
                    <a:pt x="34" y="731"/>
                  </a:lnTo>
                  <a:lnTo>
                    <a:pt x="442" y="1439"/>
                  </a:lnTo>
                  <a:lnTo>
                    <a:pt x="416" y="1455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Oval 281"/>
            <p:cNvSpPr>
              <a:spLocks noChangeArrowheads="1"/>
            </p:cNvSpPr>
            <p:nvPr/>
          </p:nvSpPr>
          <p:spPr bwMode="auto">
            <a:xfrm>
              <a:off x="10514423" y="968544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7" name="Freeform 282"/>
            <p:cNvSpPr/>
            <p:nvPr/>
          </p:nvSpPr>
          <p:spPr bwMode="auto">
            <a:xfrm>
              <a:off x="9964661" y="742912"/>
              <a:ext cx="436945" cy="258116"/>
            </a:xfrm>
            <a:custGeom>
              <a:avLst/>
              <a:gdLst>
                <a:gd name="T0" fmla="*/ 27 w 1251"/>
                <a:gd name="T1" fmla="*/ 739 h 739"/>
                <a:gd name="T2" fmla="*/ 0 w 1251"/>
                <a:gd name="T3" fmla="*/ 723 h 739"/>
                <a:gd name="T4" fmla="*/ 416 w 1251"/>
                <a:gd name="T5" fmla="*/ 0 h 739"/>
                <a:gd name="T6" fmla="*/ 1251 w 1251"/>
                <a:gd name="T7" fmla="*/ 0 h 739"/>
                <a:gd name="T8" fmla="*/ 1251 w 1251"/>
                <a:gd name="T9" fmla="*/ 32 h 739"/>
                <a:gd name="T10" fmla="*/ 435 w 1251"/>
                <a:gd name="T11" fmla="*/ 32 h 739"/>
                <a:gd name="T12" fmla="*/ 27 w 1251"/>
                <a:gd name="T13" fmla="*/ 739 h 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51" h="739">
                  <a:moveTo>
                    <a:pt x="27" y="739"/>
                  </a:moveTo>
                  <a:lnTo>
                    <a:pt x="0" y="723"/>
                  </a:lnTo>
                  <a:lnTo>
                    <a:pt x="416" y="0"/>
                  </a:lnTo>
                  <a:lnTo>
                    <a:pt x="1251" y="0"/>
                  </a:lnTo>
                  <a:lnTo>
                    <a:pt x="1251" y="32"/>
                  </a:lnTo>
                  <a:lnTo>
                    <a:pt x="435" y="32"/>
                  </a:lnTo>
                  <a:lnTo>
                    <a:pt x="27" y="739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" name="Oval 283"/>
            <p:cNvSpPr>
              <a:spLocks noChangeArrowheads="1"/>
            </p:cNvSpPr>
            <p:nvPr/>
          </p:nvSpPr>
          <p:spPr bwMode="auto">
            <a:xfrm>
              <a:off x="10083066" y="718811"/>
              <a:ext cx="61473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" name="Freeform 284"/>
            <p:cNvSpPr/>
            <p:nvPr/>
          </p:nvSpPr>
          <p:spPr bwMode="auto">
            <a:xfrm>
              <a:off x="11259081" y="1492460"/>
              <a:ext cx="587833" cy="510992"/>
            </a:xfrm>
            <a:custGeom>
              <a:avLst/>
              <a:gdLst>
                <a:gd name="T0" fmla="*/ 1257 w 1683"/>
                <a:gd name="T1" fmla="*/ 1463 h 1463"/>
                <a:gd name="T2" fmla="*/ 421 w 1683"/>
                <a:gd name="T3" fmla="*/ 1463 h 1463"/>
                <a:gd name="T4" fmla="*/ 0 w 1683"/>
                <a:gd name="T5" fmla="*/ 731 h 1463"/>
                <a:gd name="T6" fmla="*/ 421 w 1683"/>
                <a:gd name="T7" fmla="*/ 0 h 1463"/>
                <a:gd name="T8" fmla="*/ 1267 w 1683"/>
                <a:gd name="T9" fmla="*/ 0 h 1463"/>
                <a:gd name="T10" fmla="*/ 1683 w 1683"/>
                <a:gd name="T11" fmla="*/ 723 h 1463"/>
                <a:gd name="T12" fmla="*/ 1657 w 1683"/>
                <a:gd name="T13" fmla="*/ 739 h 1463"/>
                <a:gd name="T14" fmla="*/ 1249 w 1683"/>
                <a:gd name="T15" fmla="*/ 32 h 1463"/>
                <a:gd name="T16" fmla="*/ 440 w 1683"/>
                <a:gd name="T17" fmla="*/ 32 h 1463"/>
                <a:gd name="T18" fmla="*/ 37 w 1683"/>
                <a:gd name="T19" fmla="*/ 731 h 1463"/>
                <a:gd name="T20" fmla="*/ 440 w 1683"/>
                <a:gd name="T21" fmla="*/ 1431 h 1463"/>
                <a:gd name="T22" fmla="*/ 1257 w 1683"/>
                <a:gd name="T23" fmla="*/ 1431 h 1463"/>
                <a:gd name="T24" fmla="*/ 1257 w 1683"/>
                <a:gd name="T25" fmla="*/ 1463 h 1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83" h="1463">
                  <a:moveTo>
                    <a:pt x="1257" y="1463"/>
                  </a:moveTo>
                  <a:lnTo>
                    <a:pt x="421" y="1463"/>
                  </a:lnTo>
                  <a:lnTo>
                    <a:pt x="0" y="731"/>
                  </a:lnTo>
                  <a:lnTo>
                    <a:pt x="421" y="0"/>
                  </a:lnTo>
                  <a:lnTo>
                    <a:pt x="1267" y="0"/>
                  </a:lnTo>
                  <a:lnTo>
                    <a:pt x="1683" y="723"/>
                  </a:lnTo>
                  <a:lnTo>
                    <a:pt x="1657" y="739"/>
                  </a:lnTo>
                  <a:lnTo>
                    <a:pt x="1249" y="32"/>
                  </a:lnTo>
                  <a:lnTo>
                    <a:pt x="440" y="32"/>
                  </a:lnTo>
                  <a:lnTo>
                    <a:pt x="37" y="731"/>
                  </a:lnTo>
                  <a:lnTo>
                    <a:pt x="440" y="1431"/>
                  </a:lnTo>
                  <a:lnTo>
                    <a:pt x="1257" y="1431"/>
                  </a:lnTo>
                  <a:lnTo>
                    <a:pt x="1257" y="1463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0" name="Oval 285"/>
            <p:cNvSpPr>
              <a:spLocks noChangeArrowheads="1"/>
            </p:cNvSpPr>
            <p:nvPr/>
          </p:nvSpPr>
          <p:spPr bwMode="auto">
            <a:xfrm>
              <a:off x="11234981" y="1718092"/>
              <a:ext cx="61473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1" name="Oval 286"/>
            <p:cNvSpPr>
              <a:spLocks noChangeArrowheads="1"/>
            </p:cNvSpPr>
            <p:nvPr/>
          </p:nvSpPr>
          <p:spPr bwMode="auto">
            <a:xfrm>
              <a:off x="11811636" y="1718092"/>
              <a:ext cx="61473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2" name="Oval 287"/>
            <p:cNvSpPr>
              <a:spLocks noChangeArrowheads="1"/>
            </p:cNvSpPr>
            <p:nvPr/>
          </p:nvSpPr>
          <p:spPr bwMode="auto">
            <a:xfrm>
              <a:off x="11379232" y="1467312"/>
              <a:ext cx="61473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3" name="Oval 288"/>
            <p:cNvSpPr>
              <a:spLocks noChangeArrowheads="1"/>
            </p:cNvSpPr>
            <p:nvPr/>
          </p:nvSpPr>
          <p:spPr bwMode="auto">
            <a:xfrm>
              <a:off x="11379232" y="1966079"/>
              <a:ext cx="61473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4" name="Oval 289"/>
            <p:cNvSpPr>
              <a:spLocks noChangeArrowheads="1"/>
            </p:cNvSpPr>
            <p:nvPr/>
          </p:nvSpPr>
          <p:spPr bwMode="auto">
            <a:xfrm>
              <a:off x="11666338" y="1966079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5" name="Freeform 290"/>
            <p:cNvSpPr/>
            <p:nvPr/>
          </p:nvSpPr>
          <p:spPr bwMode="auto">
            <a:xfrm>
              <a:off x="9532257" y="995439"/>
              <a:ext cx="586087" cy="258465"/>
            </a:xfrm>
            <a:custGeom>
              <a:avLst/>
              <a:gdLst>
                <a:gd name="T0" fmla="*/ 27 w 1678"/>
                <a:gd name="T1" fmla="*/ 740 h 740"/>
                <a:gd name="T2" fmla="*/ 0 w 1678"/>
                <a:gd name="T3" fmla="*/ 724 h 740"/>
                <a:gd name="T4" fmla="*/ 416 w 1678"/>
                <a:gd name="T5" fmla="*/ 0 h 740"/>
                <a:gd name="T6" fmla="*/ 1262 w 1678"/>
                <a:gd name="T7" fmla="*/ 0 h 740"/>
                <a:gd name="T8" fmla="*/ 1678 w 1678"/>
                <a:gd name="T9" fmla="*/ 724 h 740"/>
                <a:gd name="T10" fmla="*/ 1651 w 1678"/>
                <a:gd name="T11" fmla="*/ 740 h 740"/>
                <a:gd name="T12" fmla="*/ 1243 w 1678"/>
                <a:gd name="T13" fmla="*/ 32 h 740"/>
                <a:gd name="T14" fmla="*/ 435 w 1678"/>
                <a:gd name="T15" fmla="*/ 32 h 740"/>
                <a:gd name="T16" fmla="*/ 27 w 1678"/>
                <a:gd name="T17" fmla="*/ 740 h 7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8" h="740">
                  <a:moveTo>
                    <a:pt x="27" y="740"/>
                  </a:moveTo>
                  <a:lnTo>
                    <a:pt x="0" y="724"/>
                  </a:lnTo>
                  <a:lnTo>
                    <a:pt x="416" y="0"/>
                  </a:lnTo>
                  <a:lnTo>
                    <a:pt x="1262" y="0"/>
                  </a:lnTo>
                  <a:lnTo>
                    <a:pt x="1678" y="724"/>
                  </a:lnTo>
                  <a:lnTo>
                    <a:pt x="1651" y="740"/>
                  </a:lnTo>
                  <a:lnTo>
                    <a:pt x="1243" y="32"/>
                  </a:lnTo>
                  <a:lnTo>
                    <a:pt x="435" y="32"/>
                  </a:lnTo>
                  <a:lnTo>
                    <a:pt x="27" y="740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6" name="Rectangle 291"/>
            <p:cNvSpPr>
              <a:spLocks noChangeArrowheads="1"/>
            </p:cNvSpPr>
            <p:nvPr/>
          </p:nvSpPr>
          <p:spPr bwMode="auto">
            <a:xfrm>
              <a:off x="9681398" y="1496302"/>
              <a:ext cx="287804" cy="11177"/>
            </a:xfrm>
            <a:prstGeom prst="rect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7" name="Oval 292"/>
            <p:cNvSpPr>
              <a:spLocks noChangeArrowheads="1"/>
            </p:cNvSpPr>
            <p:nvPr/>
          </p:nvSpPr>
          <p:spPr bwMode="auto">
            <a:xfrm>
              <a:off x="9506060" y="1221072"/>
              <a:ext cx="61473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8" name="Oval 293"/>
            <p:cNvSpPr>
              <a:spLocks noChangeArrowheads="1"/>
            </p:cNvSpPr>
            <p:nvPr/>
          </p:nvSpPr>
          <p:spPr bwMode="auto">
            <a:xfrm>
              <a:off x="9937767" y="971339"/>
              <a:ext cx="62171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9" name="Freeform 294"/>
            <p:cNvSpPr/>
            <p:nvPr/>
          </p:nvSpPr>
          <p:spPr bwMode="auto">
            <a:xfrm>
              <a:off x="10828422" y="1241679"/>
              <a:ext cx="587134" cy="258116"/>
            </a:xfrm>
            <a:custGeom>
              <a:avLst/>
              <a:gdLst>
                <a:gd name="T0" fmla="*/ 1652 w 1681"/>
                <a:gd name="T1" fmla="*/ 739 h 739"/>
                <a:gd name="T2" fmla="*/ 1244 w 1681"/>
                <a:gd name="T3" fmla="*/ 32 h 739"/>
                <a:gd name="T4" fmla="*/ 435 w 1681"/>
                <a:gd name="T5" fmla="*/ 32 h 739"/>
                <a:gd name="T6" fmla="*/ 27 w 1681"/>
                <a:gd name="T7" fmla="*/ 739 h 739"/>
                <a:gd name="T8" fmla="*/ 0 w 1681"/>
                <a:gd name="T9" fmla="*/ 723 h 739"/>
                <a:gd name="T10" fmla="*/ 416 w 1681"/>
                <a:gd name="T11" fmla="*/ 0 h 739"/>
                <a:gd name="T12" fmla="*/ 1262 w 1681"/>
                <a:gd name="T13" fmla="*/ 0 h 739"/>
                <a:gd name="T14" fmla="*/ 1681 w 1681"/>
                <a:gd name="T15" fmla="*/ 723 h 739"/>
                <a:gd name="T16" fmla="*/ 1652 w 1681"/>
                <a:gd name="T17" fmla="*/ 739 h 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81" h="739">
                  <a:moveTo>
                    <a:pt x="1652" y="739"/>
                  </a:moveTo>
                  <a:lnTo>
                    <a:pt x="1244" y="32"/>
                  </a:lnTo>
                  <a:lnTo>
                    <a:pt x="435" y="32"/>
                  </a:lnTo>
                  <a:lnTo>
                    <a:pt x="27" y="739"/>
                  </a:lnTo>
                  <a:lnTo>
                    <a:pt x="0" y="723"/>
                  </a:lnTo>
                  <a:lnTo>
                    <a:pt x="416" y="0"/>
                  </a:lnTo>
                  <a:lnTo>
                    <a:pt x="1262" y="0"/>
                  </a:lnTo>
                  <a:lnTo>
                    <a:pt x="1681" y="723"/>
                  </a:lnTo>
                  <a:lnTo>
                    <a:pt x="1652" y="739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0" name="Freeform 295"/>
            <p:cNvSpPr/>
            <p:nvPr/>
          </p:nvSpPr>
          <p:spPr bwMode="auto">
            <a:xfrm>
              <a:off x="10826676" y="2240960"/>
              <a:ext cx="587833" cy="508198"/>
            </a:xfrm>
            <a:custGeom>
              <a:avLst/>
              <a:gdLst>
                <a:gd name="T0" fmla="*/ 419 w 1683"/>
                <a:gd name="T1" fmla="*/ 1455 h 1455"/>
                <a:gd name="T2" fmla="*/ 0 w 1683"/>
                <a:gd name="T3" fmla="*/ 732 h 1455"/>
                <a:gd name="T4" fmla="*/ 421 w 1683"/>
                <a:gd name="T5" fmla="*/ 0 h 1455"/>
                <a:gd name="T6" fmla="*/ 1267 w 1683"/>
                <a:gd name="T7" fmla="*/ 0 h 1455"/>
                <a:gd name="T8" fmla="*/ 1683 w 1683"/>
                <a:gd name="T9" fmla="*/ 724 h 1455"/>
                <a:gd name="T10" fmla="*/ 1657 w 1683"/>
                <a:gd name="T11" fmla="*/ 740 h 1455"/>
                <a:gd name="T12" fmla="*/ 1249 w 1683"/>
                <a:gd name="T13" fmla="*/ 32 h 1455"/>
                <a:gd name="T14" fmla="*/ 440 w 1683"/>
                <a:gd name="T15" fmla="*/ 32 h 1455"/>
                <a:gd name="T16" fmla="*/ 37 w 1683"/>
                <a:gd name="T17" fmla="*/ 732 h 1455"/>
                <a:gd name="T18" fmla="*/ 445 w 1683"/>
                <a:gd name="T19" fmla="*/ 1439 h 1455"/>
                <a:gd name="T20" fmla="*/ 419 w 1683"/>
                <a:gd name="T21" fmla="*/ 1455 h 14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683" h="1455">
                  <a:moveTo>
                    <a:pt x="419" y="1455"/>
                  </a:moveTo>
                  <a:lnTo>
                    <a:pt x="0" y="732"/>
                  </a:lnTo>
                  <a:lnTo>
                    <a:pt x="421" y="0"/>
                  </a:lnTo>
                  <a:lnTo>
                    <a:pt x="1267" y="0"/>
                  </a:lnTo>
                  <a:lnTo>
                    <a:pt x="1683" y="724"/>
                  </a:lnTo>
                  <a:lnTo>
                    <a:pt x="1657" y="740"/>
                  </a:lnTo>
                  <a:lnTo>
                    <a:pt x="1249" y="32"/>
                  </a:lnTo>
                  <a:lnTo>
                    <a:pt x="440" y="32"/>
                  </a:lnTo>
                  <a:lnTo>
                    <a:pt x="37" y="732"/>
                  </a:lnTo>
                  <a:lnTo>
                    <a:pt x="445" y="1439"/>
                  </a:lnTo>
                  <a:lnTo>
                    <a:pt x="419" y="1455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1" name="Oval 296"/>
            <p:cNvSpPr>
              <a:spLocks noChangeArrowheads="1"/>
            </p:cNvSpPr>
            <p:nvPr/>
          </p:nvSpPr>
          <p:spPr bwMode="auto">
            <a:xfrm>
              <a:off x="10802576" y="2466592"/>
              <a:ext cx="61473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2" name="Oval 297"/>
            <p:cNvSpPr>
              <a:spLocks noChangeArrowheads="1"/>
            </p:cNvSpPr>
            <p:nvPr/>
          </p:nvSpPr>
          <p:spPr bwMode="auto">
            <a:xfrm>
              <a:off x="11379232" y="2466592"/>
              <a:ext cx="61473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3" name="Oval 298"/>
            <p:cNvSpPr>
              <a:spLocks noChangeArrowheads="1"/>
            </p:cNvSpPr>
            <p:nvPr/>
          </p:nvSpPr>
          <p:spPr bwMode="auto">
            <a:xfrm>
              <a:off x="10946827" y="2215812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4" name="Oval 299"/>
            <p:cNvSpPr>
              <a:spLocks noChangeArrowheads="1"/>
            </p:cNvSpPr>
            <p:nvPr/>
          </p:nvSpPr>
          <p:spPr bwMode="auto">
            <a:xfrm>
              <a:off x="10946827" y="2714579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5" name="Oval 300"/>
            <p:cNvSpPr>
              <a:spLocks noChangeArrowheads="1"/>
            </p:cNvSpPr>
            <p:nvPr/>
          </p:nvSpPr>
          <p:spPr bwMode="auto">
            <a:xfrm>
              <a:off x="11233933" y="2215812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6" name="Freeform 301"/>
            <p:cNvSpPr/>
            <p:nvPr/>
          </p:nvSpPr>
          <p:spPr bwMode="auto">
            <a:xfrm>
              <a:off x="11260827" y="1995069"/>
              <a:ext cx="154730" cy="256369"/>
            </a:xfrm>
            <a:custGeom>
              <a:avLst/>
              <a:gdLst>
                <a:gd name="T0" fmla="*/ 30 w 443"/>
                <a:gd name="T1" fmla="*/ 734 h 734"/>
                <a:gd name="T2" fmla="*/ 0 w 443"/>
                <a:gd name="T3" fmla="*/ 718 h 734"/>
                <a:gd name="T4" fmla="*/ 414 w 443"/>
                <a:gd name="T5" fmla="*/ 0 h 734"/>
                <a:gd name="T6" fmla="*/ 443 w 443"/>
                <a:gd name="T7" fmla="*/ 16 h 734"/>
                <a:gd name="T8" fmla="*/ 30 w 443"/>
                <a:gd name="T9" fmla="*/ 734 h 7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3" h="734">
                  <a:moveTo>
                    <a:pt x="30" y="734"/>
                  </a:moveTo>
                  <a:lnTo>
                    <a:pt x="0" y="718"/>
                  </a:lnTo>
                  <a:lnTo>
                    <a:pt x="414" y="0"/>
                  </a:lnTo>
                  <a:lnTo>
                    <a:pt x="443" y="16"/>
                  </a:lnTo>
                  <a:lnTo>
                    <a:pt x="30" y="734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7" name="Freeform 302"/>
            <p:cNvSpPr/>
            <p:nvPr/>
          </p:nvSpPr>
          <p:spPr bwMode="auto">
            <a:xfrm>
              <a:off x="10826676" y="1742193"/>
              <a:ext cx="439740" cy="509246"/>
            </a:xfrm>
            <a:custGeom>
              <a:avLst/>
              <a:gdLst>
                <a:gd name="T0" fmla="*/ 419 w 1259"/>
                <a:gd name="T1" fmla="*/ 1458 h 1458"/>
                <a:gd name="T2" fmla="*/ 0 w 1259"/>
                <a:gd name="T3" fmla="*/ 732 h 1458"/>
                <a:gd name="T4" fmla="*/ 421 w 1259"/>
                <a:gd name="T5" fmla="*/ 0 h 1458"/>
                <a:gd name="T6" fmla="*/ 1259 w 1259"/>
                <a:gd name="T7" fmla="*/ 0 h 1458"/>
                <a:gd name="T8" fmla="*/ 1259 w 1259"/>
                <a:gd name="T9" fmla="*/ 32 h 1458"/>
                <a:gd name="T10" fmla="*/ 440 w 1259"/>
                <a:gd name="T11" fmla="*/ 32 h 1458"/>
                <a:gd name="T12" fmla="*/ 37 w 1259"/>
                <a:gd name="T13" fmla="*/ 732 h 1458"/>
                <a:gd name="T14" fmla="*/ 445 w 1259"/>
                <a:gd name="T15" fmla="*/ 1442 h 1458"/>
                <a:gd name="T16" fmla="*/ 419 w 1259"/>
                <a:gd name="T17" fmla="*/ 1458 h 14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9" h="1458">
                  <a:moveTo>
                    <a:pt x="419" y="1458"/>
                  </a:moveTo>
                  <a:lnTo>
                    <a:pt x="0" y="732"/>
                  </a:lnTo>
                  <a:lnTo>
                    <a:pt x="421" y="0"/>
                  </a:lnTo>
                  <a:lnTo>
                    <a:pt x="1259" y="0"/>
                  </a:lnTo>
                  <a:lnTo>
                    <a:pt x="1259" y="32"/>
                  </a:lnTo>
                  <a:lnTo>
                    <a:pt x="440" y="32"/>
                  </a:lnTo>
                  <a:lnTo>
                    <a:pt x="37" y="732"/>
                  </a:lnTo>
                  <a:lnTo>
                    <a:pt x="445" y="1442"/>
                  </a:lnTo>
                  <a:lnTo>
                    <a:pt x="419" y="1458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8" name="Freeform 304"/>
            <p:cNvSpPr/>
            <p:nvPr/>
          </p:nvSpPr>
          <p:spPr bwMode="auto">
            <a:xfrm>
              <a:off x="11236727" y="2015327"/>
              <a:ext cx="955272" cy="967846"/>
            </a:xfrm>
            <a:custGeom>
              <a:avLst/>
              <a:gdLst>
                <a:gd name="T0" fmla="*/ 2735 w 2735"/>
                <a:gd name="T1" fmla="*/ 0 h 2771"/>
                <a:gd name="T2" fmla="*/ 1598 w 2735"/>
                <a:gd name="T3" fmla="*/ 0 h 2771"/>
                <a:gd name="T4" fmla="*/ 0 w 2735"/>
                <a:gd name="T5" fmla="*/ 2771 h 2771"/>
                <a:gd name="T6" fmla="*/ 2735 w 2735"/>
                <a:gd name="T7" fmla="*/ 2771 h 2771"/>
                <a:gd name="T8" fmla="*/ 2735 w 2735"/>
                <a:gd name="T9" fmla="*/ 0 h 27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35" h="2771">
                  <a:moveTo>
                    <a:pt x="2735" y="0"/>
                  </a:moveTo>
                  <a:lnTo>
                    <a:pt x="1598" y="0"/>
                  </a:lnTo>
                  <a:lnTo>
                    <a:pt x="0" y="2771"/>
                  </a:lnTo>
                  <a:lnTo>
                    <a:pt x="2735" y="2771"/>
                  </a:lnTo>
                  <a:lnTo>
                    <a:pt x="273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9" name="组合 98"/>
          <p:cNvGrpSpPr/>
          <p:nvPr userDrawn="1"/>
        </p:nvGrpSpPr>
        <p:grpSpPr>
          <a:xfrm flipV="1">
            <a:off x="9505363" y="3874827"/>
            <a:ext cx="2686637" cy="2983173"/>
            <a:chOff x="9505362" y="0"/>
            <a:chExt cx="2686637" cy="2983173"/>
          </a:xfrm>
        </p:grpSpPr>
        <p:sp>
          <p:nvSpPr>
            <p:cNvPr id="100" name="Freeform 215"/>
            <p:cNvSpPr/>
            <p:nvPr/>
          </p:nvSpPr>
          <p:spPr bwMode="auto">
            <a:xfrm>
              <a:off x="10398812" y="1494206"/>
              <a:ext cx="578752" cy="500863"/>
            </a:xfrm>
            <a:custGeom>
              <a:avLst/>
              <a:gdLst>
                <a:gd name="T0" fmla="*/ 416 w 1657"/>
                <a:gd name="T1" fmla="*/ 1434 h 1434"/>
                <a:gd name="T2" fmla="*/ 0 w 1657"/>
                <a:gd name="T3" fmla="*/ 718 h 1434"/>
                <a:gd name="T4" fmla="*/ 416 w 1657"/>
                <a:gd name="T5" fmla="*/ 0 h 1434"/>
                <a:gd name="T6" fmla="*/ 1244 w 1657"/>
                <a:gd name="T7" fmla="*/ 0 h 1434"/>
                <a:gd name="T8" fmla="*/ 1657 w 1657"/>
                <a:gd name="T9" fmla="*/ 718 h 1434"/>
                <a:gd name="T10" fmla="*/ 1244 w 1657"/>
                <a:gd name="T11" fmla="*/ 1434 h 1434"/>
                <a:gd name="T12" fmla="*/ 416 w 1657"/>
                <a:gd name="T13" fmla="*/ 1434 h 1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7" h="1434">
                  <a:moveTo>
                    <a:pt x="416" y="1434"/>
                  </a:moveTo>
                  <a:lnTo>
                    <a:pt x="0" y="718"/>
                  </a:lnTo>
                  <a:lnTo>
                    <a:pt x="416" y="0"/>
                  </a:lnTo>
                  <a:lnTo>
                    <a:pt x="1244" y="0"/>
                  </a:lnTo>
                  <a:lnTo>
                    <a:pt x="1657" y="718"/>
                  </a:lnTo>
                  <a:lnTo>
                    <a:pt x="1244" y="1434"/>
                  </a:lnTo>
                  <a:lnTo>
                    <a:pt x="416" y="1434"/>
                  </a:lnTo>
                  <a:close/>
                </a:path>
              </a:pathLst>
            </a:custGeom>
            <a:solidFill>
              <a:srgbClr val="127FB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" name="Freeform 216"/>
            <p:cNvSpPr/>
            <p:nvPr/>
          </p:nvSpPr>
          <p:spPr bwMode="auto">
            <a:xfrm>
              <a:off x="10398812" y="1494206"/>
              <a:ext cx="578752" cy="500863"/>
            </a:xfrm>
            <a:custGeom>
              <a:avLst/>
              <a:gdLst>
                <a:gd name="T0" fmla="*/ 416 w 1657"/>
                <a:gd name="T1" fmla="*/ 1434 h 1434"/>
                <a:gd name="T2" fmla="*/ 0 w 1657"/>
                <a:gd name="T3" fmla="*/ 718 h 1434"/>
                <a:gd name="T4" fmla="*/ 416 w 1657"/>
                <a:gd name="T5" fmla="*/ 0 h 1434"/>
                <a:gd name="T6" fmla="*/ 1244 w 1657"/>
                <a:gd name="T7" fmla="*/ 0 h 1434"/>
                <a:gd name="T8" fmla="*/ 1657 w 1657"/>
                <a:gd name="T9" fmla="*/ 718 h 1434"/>
                <a:gd name="T10" fmla="*/ 1244 w 1657"/>
                <a:gd name="T11" fmla="*/ 1434 h 1434"/>
                <a:gd name="T12" fmla="*/ 416 w 1657"/>
                <a:gd name="T13" fmla="*/ 1434 h 1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7" h="1434">
                  <a:moveTo>
                    <a:pt x="416" y="1434"/>
                  </a:moveTo>
                  <a:lnTo>
                    <a:pt x="0" y="718"/>
                  </a:lnTo>
                  <a:lnTo>
                    <a:pt x="416" y="0"/>
                  </a:lnTo>
                  <a:lnTo>
                    <a:pt x="1244" y="0"/>
                  </a:lnTo>
                  <a:lnTo>
                    <a:pt x="1657" y="718"/>
                  </a:lnTo>
                  <a:lnTo>
                    <a:pt x="1244" y="1434"/>
                  </a:lnTo>
                  <a:lnTo>
                    <a:pt x="416" y="143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" name="Freeform 217"/>
            <p:cNvSpPr/>
            <p:nvPr/>
          </p:nvSpPr>
          <p:spPr bwMode="auto">
            <a:xfrm>
              <a:off x="10398812" y="998233"/>
              <a:ext cx="578752" cy="501561"/>
            </a:xfrm>
            <a:custGeom>
              <a:avLst/>
              <a:gdLst>
                <a:gd name="T0" fmla="*/ 416 w 1657"/>
                <a:gd name="T1" fmla="*/ 1436 h 1436"/>
                <a:gd name="T2" fmla="*/ 0 w 1657"/>
                <a:gd name="T3" fmla="*/ 718 h 1436"/>
                <a:gd name="T4" fmla="*/ 416 w 1657"/>
                <a:gd name="T5" fmla="*/ 0 h 1436"/>
                <a:gd name="T6" fmla="*/ 1244 w 1657"/>
                <a:gd name="T7" fmla="*/ 0 h 1436"/>
                <a:gd name="T8" fmla="*/ 1657 w 1657"/>
                <a:gd name="T9" fmla="*/ 718 h 1436"/>
                <a:gd name="T10" fmla="*/ 1244 w 1657"/>
                <a:gd name="T11" fmla="*/ 1436 h 1436"/>
                <a:gd name="T12" fmla="*/ 416 w 1657"/>
                <a:gd name="T13" fmla="*/ 1436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7" h="1436">
                  <a:moveTo>
                    <a:pt x="416" y="1436"/>
                  </a:moveTo>
                  <a:lnTo>
                    <a:pt x="0" y="718"/>
                  </a:lnTo>
                  <a:lnTo>
                    <a:pt x="416" y="0"/>
                  </a:lnTo>
                  <a:lnTo>
                    <a:pt x="1244" y="0"/>
                  </a:lnTo>
                  <a:lnTo>
                    <a:pt x="1657" y="718"/>
                  </a:lnTo>
                  <a:lnTo>
                    <a:pt x="1244" y="1436"/>
                  </a:lnTo>
                  <a:lnTo>
                    <a:pt x="416" y="1436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" name="Freeform 218"/>
            <p:cNvSpPr/>
            <p:nvPr/>
          </p:nvSpPr>
          <p:spPr bwMode="auto">
            <a:xfrm>
              <a:off x="10398812" y="494925"/>
              <a:ext cx="578752" cy="501561"/>
            </a:xfrm>
            <a:custGeom>
              <a:avLst/>
              <a:gdLst>
                <a:gd name="T0" fmla="*/ 416 w 1657"/>
                <a:gd name="T1" fmla="*/ 1436 h 1436"/>
                <a:gd name="T2" fmla="*/ 0 w 1657"/>
                <a:gd name="T3" fmla="*/ 718 h 1436"/>
                <a:gd name="T4" fmla="*/ 416 w 1657"/>
                <a:gd name="T5" fmla="*/ 0 h 1436"/>
                <a:gd name="T6" fmla="*/ 1244 w 1657"/>
                <a:gd name="T7" fmla="*/ 0 h 1436"/>
                <a:gd name="T8" fmla="*/ 1657 w 1657"/>
                <a:gd name="T9" fmla="*/ 718 h 1436"/>
                <a:gd name="T10" fmla="*/ 1244 w 1657"/>
                <a:gd name="T11" fmla="*/ 1436 h 1436"/>
                <a:gd name="T12" fmla="*/ 416 w 1657"/>
                <a:gd name="T13" fmla="*/ 1436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7" h="1436">
                  <a:moveTo>
                    <a:pt x="416" y="1436"/>
                  </a:moveTo>
                  <a:lnTo>
                    <a:pt x="0" y="718"/>
                  </a:lnTo>
                  <a:lnTo>
                    <a:pt x="416" y="0"/>
                  </a:lnTo>
                  <a:lnTo>
                    <a:pt x="1244" y="0"/>
                  </a:lnTo>
                  <a:lnTo>
                    <a:pt x="1657" y="718"/>
                  </a:lnTo>
                  <a:lnTo>
                    <a:pt x="1244" y="1436"/>
                  </a:lnTo>
                  <a:lnTo>
                    <a:pt x="416" y="1436"/>
                  </a:lnTo>
                  <a:close/>
                </a:path>
              </a:pathLst>
            </a:custGeom>
            <a:solidFill>
              <a:sysClr val="window" lastClr="FFFFFF">
                <a:lumMod val="85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" name="Freeform 219"/>
            <p:cNvSpPr/>
            <p:nvPr/>
          </p:nvSpPr>
          <p:spPr bwMode="auto">
            <a:xfrm>
              <a:off x="10398812" y="494925"/>
              <a:ext cx="578752" cy="501561"/>
            </a:xfrm>
            <a:custGeom>
              <a:avLst/>
              <a:gdLst>
                <a:gd name="T0" fmla="*/ 416 w 1657"/>
                <a:gd name="T1" fmla="*/ 1436 h 1436"/>
                <a:gd name="T2" fmla="*/ 0 w 1657"/>
                <a:gd name="T3" fmla="*/ 718 h 1436"/>
                <a:gd name="T4" fmla="*/ 416 w 1657"/>
                <a:gd name="T5" fmla="*/ 0 h 1436"/>
                <a:gd name="T6" fmla="*/ 1244 w 1657"/>
                <a:gd name="T7" fmla="*/ 0 h 1436"/>
                <a:gd name="T8" fmla="*/ 1657 w 1657"/>
                <a:gd name="T9" fmla="*/ 718 h 1436"/>
                <a:gd name="T10" fmla="*/ 1244 w 1657"/>
                <a:gd name="T11" fmla="*/ 1436 h 1436"/>
                <a:gd name="T12" fmla="*/ 416 w 1657"/>
                <a:gd name="T13" fmla="*/ 1436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7" h="1436">
                  <a:moveTo>
                    <a:pt x="416" y="1436"/>
                  </a:moveTo>
                  <a:lnTo>
                    <a:pt x="0" y="718"/>
                  </a:lnTo>
                  <a:lnTo>
                    <a:pt x="416" y="0"/>
                  </a:lnTo>
                  <a:lnTo>
                    <a:pt x="1244" y="0"/>
                  </a:lnTo>
                  <a:lnTo>
                    <a:pt x="1657" y="718"/>
                  </a:lnTo>
                  <a:lnTo>
                    <a:pt x="1244" y="1436"/>
                  </a:lnTo>
                  <a:lnTo>
                    <a:pt x="416" y="143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" name="Freeform 220"/>
            <p:cNvSpPr/>
            <p:nvPr/>
          </p:nvSpPr>
          <p:spPr bwMode="auto">
            <a:xfrm>
              <a:off x="10559130" y="0"/>
              <a:ext cx="1491062" cy="1082409"/>
            </a:xfrm>
            <a:custGeom>
              <a:avLst/>
              <a:gdLst>
                <a:gd name="T0" fmla="*/ 4269 w 4269"/>
                <a:gd name="T1" fmla="*/ 0 h 3099"/>
                <a:gd name="T2" fmla="*/ 395 w 4269"/>
                <a:gd name="T3" fmla="*/ 0 h 3099"/>
                <a:gd name="T4" fmla="*/ 0 w 4269"/>
                <a:gd name="T5" fmla="*/ 680 h 3099"/>
                <a:gd name="T6" fmla="*/ 427 w 4269"/>
                <a:gd name="T7" fmla="*/ 1417 h 3099"/>
                <a:gd name="T8" fmla="*/ 785 w 4269"/>
                <a:gd name="T9" fmla="*/ 1417 h 3099"/>
                <a:gd name="T10" fmla="*/ 1198 w 4269"/>
                <a:gd name="T11" fmla="*/ 2135 h 3099"/>
                <a:gd name="T12" fmla="*/ 1019 w 4269"/>
                <a:gd name="T13" fmla="*/ 2447 h 3099"/>
                <a:gd name="T14" fmla="*/ 1396 w 4269"/>
                <a:gd name="T15" fmla="*/ 3099 h 3099"/>
                <a:gd name="T16" fmla="*/ 3402 w 4269"/>
                <a:gd name="T17" fmla="*/ 3099 h 3099"/>
                <a:gd name="T18" fmla="*/ 2940 w 4269"/>
                <a:gd name="T19" fmla="*/ 2300 h 3099"/>
                <a:gd name="T20" fmla="*/ 4269 w 4269"/>
                <a:gd name="T21" fmla="*/ 0 h 30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269" h="3099">
                  <a:moveTo>
                    <a:pt x="4269" y="0"/>
                  </a:moveTo>
                  <a:lnTo>
                    <a:pt x="395" y="0"/>
                  </a:lnTo>
                  <a:lnTo>
                    <a:pt x="0" y="680"/>
                  </a:lnTo>
                  <a:lnTo>
                    <a:pt x="427" y="1417"/>
                  </a:lnTo>
                  <a:lnTo>
                    <a:pt x="785" y="1417"/>
                  </a:lnTo>
                  <a:lnTo>
                    <a:pt x="1198" y="2135"/>
                  </a:lnTo>
                  <a:lnTo>
                    <a:pt x="1019" y="2447"/>
                  </a:lnTo>
                  <a:lnTo>
                    <a:pt x="1396" y="3099"/>
                  </a:lnTo>
                  <a:lnTo>
                    <a:pt x="3402" y="3099"/>
                  </a:lnTo>
                  <a:lnTo>
                    <a:pt x="2940" y="2300"/>
                  </a:lnTo>
                  <a:lnTo>
                    <a:pt x="4269" y="0"/>
                  </a:lnTo>
                  <a:close/>
                </a:path>
              </a:pathLst>
            </a:custGeom>
            <a:solidFill>
              <a:srgbClr val="127FB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" name="Freeform 221"/>
            <p:cNvSpPr/>
            <p:nvPr/>
          </p:nvSpPr>
          <p:spPr bwMode="auto">
            <a:xfrm>
              <a:off x="10559130" y="0"/>
              <a:ext cx="1491062" cy="1082409"/>
            </a:xfrm>
            <a:custGeom>
              <a:avLst/>
              <a:gdLst>
                <a:gd name="T0" fmla="*/ 4269 w 4269"/>
                <a:gd name="T1" fmla="*/ 0 h 3099"/>
                <a:gd name="T2" fmla="*/ 395 w 4269"/>
                <a:gd name="T3" fmla="*/ 0 h 3099"/>
                <a:gd name="T4" fmla="*/ 0 w 4269"/>
                <a:gd name="T5" fmla="*/ 680 h 3099"/>
                <a:gd name="T6" fmla="*/ 427 w 4269"/>
                <a:gd name="T7" fmla="*/ 1417 h 3099"/>
                <a:gd name="T8" fmla="*/ 785 w 4269"/>
                <a:gd name="T9" fmla="*/ 1417 h 3099"/>
                <a:gd name="T10" fmla="*/ 1198 w 4269"/>
                <a:gd name="T11" fmla="*/ 2135 h 3099"/>
                <a:gd name="T12" fmla="*/ 1019 w 4269"/>
                <a:gd name="T13" fmla="*/ 2447 h 3099"/>
                <a:gd name="T14" fmla="*/ 1396 w 4269"/>
                <a:gd name="T15" fmla="*/ 3099 h 3099"/>
                <a:gd name="T16" fmla="*/ 3402 w 4269"/>
                <a:gd name="T17" fmla="*/ 3099 h 3099"/>
                <a:gd name="T18" fmla="*/ 2940 w 4269"/>
                <a:gd name="T19" fmla="*/ 2300 h 3099"/>
                <a:gd name="T20" fmla="*/ 4269 w 4269"/>
                <a:gd name="T21" fmla="*/ 0 h 30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269" h="3099">
                  <a:moveTo>
                    <a:pt x="4269" y="0"/>
                  </a:moveTo>
                  <a:lnTo>
                    <a:pt x="395" y="0"/>
                  </a:lnTo>
                  <a:lnTo>
                    <a:pt x="0" y="680"/>
                  </a:lnTo>
                  <a:lnTo>
                    <a:pt x="427" y="1417"/>
                  </a:lnTo>
                  <a:lnTo>
                    <a:pt x="785" y="1417"/>
                  </a:lnTo>
                  <a:lnTo>
                    <a:pt x="1198" y="2135"/>
                  </a:lnTo>
                  <a:lnTo>
                    <a:pt x="1019" y="2447"/>
                  </a:lnTo>
                  <a:lnTo>
                    <a:pt x="1396" y="3099"/>
                  </a:lnTo>
                  <a:lnTo>
                    <a:pt x="3402" y="3099"/>
                  </a:lnTo>
                  <a:lnTo>
                    <a:pt x="2940" y="2300"/>
                  </a:lnTo>
                  <a:lnTo>
                    <a:pt x="426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" name="Freeform 222"/>
            <p:cNvSpPr/>
            <p:nvPr/>
          </p:nvSpPr>
          <p:spPr bwMode="auto">
            <a:xfrm>
              <a:off x="10708272" y="494925"/>
              <a:ext cx="269292" cy="359755"/>
            </a:xfrm>
            <a:custGeom>
              <a:avLst/>
              <a:gdLst>
                <a:gd name="T0" fmla="*/ 358 w 771"/>
                <a:gd name="T1" fmla="*/ 0 h 1030"/>
                <a:gd name="T2" fmla="*/ 0 w 771"/>
                <a:gd name="T3" fmla="*/ 0 h 1030"/>
                <a:gd name="T4" fmla="*/ 592 w 771"/>
                <a:gd name="T5" fmla="*/ 1030 h 1030"/>
                <a:gd name="T6" fmla="*/ 771 w 771"/>
                <a:gd name="T7" fmla="*/ 718 h 1030"/>
                <a:gd name="T8" fmla="*/ 358 w 771"/>
                <a:gd name="T9" fmla="*/ 0 h 10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1" h="1030">
                  <a:moveTo>
                    <a:pt x="358" y="0"/>
                  </a:moveTo>
                  <a:lnTo>
                    <a:pt x="0" y="0"/>
                  </a:lnTo>
                  <a:lnTo>
                    <a:pt x="592" y="1030"/>
                  </a:lnTo>
                  <a:lnTo>
                    <a:pt x="771" y="718"/>
                  </a:lnTo>
                  <a:lnTo>
                    <a:pt x="358" y="0"/>
                  </a:lnTo>
                  <a:close/>
                </a:path>
              </a:pathLst>
            </a:custGeom>
            <a:solidFill>
              <a:sysClr val="window" lastClr="FFFFFF">
                <a:lumMod val="50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" name="Freeform 223"/>
            <p:cNvSpPr/>
            <p:nvPr/>
          </p:nvSpPr>
          <p:spPr bwMode="auto">
            <a:xfrm>
              <a:off x="10708272" y="494925"/>
              <a:ext cx="269292" cy="359755"/>
            </a:xfrm>
            <a:custGeom>
              <a:avLst/>
              <a:gdLst>
                <a:gd name="T0" fmla="*/ 358 w 771"/>
                <a:gd name="T1" fmla="*/ 0 h 1030"/>
                <a:gd name="T2" fmla="*/ 0 w 771"/>
                <a:gd name="T3" fmla="*/ 0 h 1030"/>
                <a:gd name="T4" fmla="*/ 592 w 771"/>
                <a:gd name="T5" fmla="*/ 1030 h 1030"/>
                <a:gd name="T6" fmla="*/ 771 w 771"/>
                <a:gd name="T7" fmla="*/ 718 h 1030"/>
                <a:gd name="T8" fmla="*/ 358 w 771"/>
                <a:gd name="T9" fmla="*/ 0 h 10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1" h="1030">
                  <a:moveTo>
                    <a:pt x="358" y="0"/>
                  </a:moveTo>
                  <a:lnTo>
                    <a:pt x="0" y="0"/>
                  </a:lnTo>
                  <a:lnTo>
                    <a:pt x="592" y="1030"/>
                  </a:lnTo>
                  <a:lnTo>
                    <a:pt x="771" y="718"/>
                  </a:lnTo>
                  <a:lnTo>
                    <a:pt x="35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9" name="Freeform 224"/>
            <p:cNvSpPr/>
            <p:nvPr/>
          </p:nvSpPr>
          <p:spPr bwMode="auto">
            <a:xfrm>
              <a:off x="11747370" y="0"/>
              <a:ext cx="444629" cy="1645443"/>
            </a:xfrm>
            <a:custGeom>
              <a:avLst/>
              <a:gdLst>
                <a:gd name="T0" fmla="*/ 1273 w 1273"/>
                <a:gd name="T1" fmla="*/ 0 h 4711"/>
                <a:gd name="T2" fmla="*/ 867 w 1273"/>
                <a:gd name="T3" fmla="*/ 0 h 4711"/>
                <a:gd name="T4" fmla="*/ 1273 w 1273"/>
                <a:gd name="T5" fmla="*/ 0 h 4711"/>
                <a:gd name="T6" fmla="*/ 1273 w 1273"/>
                <a:gd name="T7" fmla="*/ 2247 h 4711"/>
                <a:gd name="T8" fmla="*/ 782 w 1273"/>
                <a:gd name="T9" fmla="*/ 3099 h 4711"/>
                <a:gd name="T10" fmla="*/ 0 w 1273"/>
                <a:gd name="T11" fmla="*/ 3099 h 4711"/>
                <a:gd name="T12" fmla="*/ 931 w 1273"/>
                <a:gd name="T13" fmla="*/ 4711 h 4711"/>
                <a:gd name="T14" fmla="*/ 1273 w 1273"/>
                <a:gd name="T15" fmla="*/ 4711 h 4711"/>
                <a:gd name="T16" fmla="*/ 1273 w 1273"/>
                <a:gd name="T17" fmla="*/ 0 h 47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73" h="4711">
                  <a:moveTo>
                    <a:pt x="1273" y="0"/>
                  </a:moveTo>
                  <a:lnTo>
                    <a:pt x="867" y="0"/>
                  </a:lnTo>
                  <a:lnTo>
                    <a:pt x="1273" y="0"/>
                  </a:lnTo>
                  <a:lnTo>
                    <a:pt x="1273" y="2247"/>
                  </a:lnTo>
                  <a:lnTo>
                    <a:pt x="782" y="3099"/>
                  </a:lnTo>
                  <a:lnTo>
                    <a:pt x="0" y="3099"/>
                  </a:lnTo>
                  <a:lnTo>
                    <a:pt x="931" y="4711"/>
                  </a:lnTo>
                  <a:lnTo>
                    <a:pt x="1273" y="4711"/>
                  </a:lnTo>
                  <a:lnTo>
                    <a:pt x="1273" y="0"/>
                  </a:lnTo>
                  <a:close/>
                </a:path>
              </a:pathLst>
            </a:custGeom>
            <a:solidFill>
              <a:srgbClr val="5B9BD5">
                <a:lumMod val="75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0" name="Freeform 225"/>
            <p:cNvSpPr/>
            <p:nvPr/>
          </p:nvSpPr>
          <p:spPr bwMode="auto">
            <a:xfrm>
              <a:off x="11747370" y="0"/>
              <a:ext cx="444629" cy="1645443"/>
            </a:xfrm>
            <a:custGeom>
              <a:avLst/>
              <a:gdLst>
                <a:gd name="T0" fmla="*/ 1273 w 1273"/>
                <a:gd name="T1" fmla="*/ 0 h 4711"/>
                <a:gd name="T2" fmla="*/ 867 w 1273"/>
                <a:gd name="T3" fmla="*/ 0 h 4711"/>
                <a:gd name="T4" fmla="*/ 1273 w 1273"/>
                <a:gd name="T5" fmla="*/ 0 h 4711"/>
                <a:gd name="T6" fmla="*/ 1273 w 1273"/>
                <a:gd name="T7" fmla="*/ 2247 h 4711"/>
                <a:gd name="T8" fmla="*/ 782 w 1273"/>
                <a:gd name="T9" fmla="*/ 3099 h 4711"/>
                <a:gd name="T10" fmla="*/ 0 w 1273"/>
                <a:gd name="T11" fmla="*/ 3099 h 4711"/>
                <a:gd name="T12" fmla="*/ 931 w 1273"/>
                <a:gd name="T13" fmla="*/ 4711 h 4711"/>
                <a:gd name="T14" fmla="*/ 1273 w 1273"/>
                <a:gd name="T15" fmla="*/ 4711 h 4711"/>
                <a:gd name="T16" fmla="*/ 1273 w 1273"/>
                <a:gd name="T17" fmla="*/ 0 h 47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73" h="4711">
                  <a:moveTo>
                    <a:pt x="1273" y="0"/>
                  </a:moveTo>
                  <a:lnTo>
                    <a:pt x="867" y="0"/>
                  </a:lnTo>
                  <a:lnTo>
                    <a:pt x="1273" y="0"/>
                  </a:lnTo>
                  <a:lnTo>
                    <a:pt x="1273" y="2247"/>
                  </a:lnTo>
                  <a:lnTo>
                    <a:pt x="782" y="3099"/>
                  </a:lnTo>
                  <a:lnTo>
                    <a:pt x="0" y="3099"/>
                  </a:lnTo>
                  <a:lnTo>
                    <a:pt x="931" y="4711"/>
                  </a:lnTo>
                  <a:lnTo>
                    <a:pt x="1273" y="4711"/>
                  </a:lnTo>
                  <a:lnTo>
                    <a:pt x="127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" name="Freeform 226"/>
            <p:cNvSpPr/>
            <p:nvPr/>
          </p:nvSpPr>
          <p:spPr bwMode="auto">
            <a:xfrm>
              <a:off x="11586004" y="0"/>
              <a:ext cx="605995" cy="1082409"/>
            </a:xfrm>
            <a:custGeom>
              <a:avLst/>
              <a:gdLst>
                <a:gd name="T0" fmla="*/ 1735 w 1735"/>
                <a:gd name="T1" fmla="*/ 0 h 3099"/>
                <a:gd name="T2" fmla="*/ 1329 w 1735"/>
                <a:gd name="T3" fmla="*/ 0 h 3099"/>
                <a:gd name="T4" fmla="*/ 0 w 1735"/>
                <a:gd name="T5" fmla="*/ 2300 h 3099"/>
                <a:gd name="T6" fmla="*/ 462 w 1735"/>
                <a:gd name="T7" fmla="*/ 3099 h 3099"/>
                <a:gd name="T8" fmla="*/ 1244 w 1735"/>
                <a:gd name="T9" fmla="*/ 3099 h 3099"/>
                <a:gd name="T10" fmla="*/ 1735 w 1735"/>
                <a:gd name="T11" fmla="*/ 2247 h 3099"/>
                <a:gd name="T12" fmla="*/ 1735 w 1735"/>
                <a:gd name="T13" fmla="*/ 0 h 30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35" h="3099">
                  <a:moveTo>
                    <a:pt x="1735" y="0"/>
                  </a:moveTo>
                  <a:lnTo>
                    <a:pt x="1329" y="0"/>
                  </a:lnTo>
                  <a:lnTo>
                    <a:pt x="0" y="2300"/>
                  </a:lnTo>
                  <a:lnTo>
                    <a:pt x="462" y="3099"/>
                  </a:lnTo>
                  <a:lnTo>
                    <a:pt x="1244" y="3099"/>
                  </a:lnTo>
                  <a:lnTo>
                    <a:pt x="1735" y="2247"/>
                  </a:lnTo>
                  <a:lnTo>
                    <a:pt x="1735" y="0"/>
                  </a:lnTo>
                  <a:close/>
                </a:path>
              </a:pathLst>
            </a:custGeom>
            <a:solidFill>
              <a:srgbClr val="24436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" name="Freeform 227"/>
            <p:cNvSpPr/>
            <p:nvPr/>
          </p:nvSpPr>
          <p:spPr bwMode="auto">
            <a:xfrm>
              <a:off x="11586004" y="0"/>
              <a:ext cx="605995" cy="1082409"/>
            </a:xfrm>
            <a:custGeom>
              <a:avLst/>
              <a:gdLst>
                <a:gd name="T0" fmla="*/ 1735 w 1735"/>
                <a:gd name="T1" fmla="*/ 0 h 3099"/>
                <a:gd name="T2" fmla="*/ 1329 w 1735"/>
                <a:gd name="T3" fmla="*/ 0 h 3099"/>
                <a:gd name="T4" fmla="*/ 0 w 1735"/>
                <a:gd name="T5" fmla="*/ 2300 h 3099"/>
                <a:gd name="T6" fmla="*/ 462 w 1735"/>
                <a:gd name="T7" fmla="*/ 3099 h 3099"/>
                <a:gd name="T8" fmla="*/ 1244 w 1735"/>
                <a:gd name="T9" fmla="*/ 3099 h 3099"/>
                <a:gd name="T10" fmla="*/ 1735 w 1735"/>
                <a:gd name="T11" fmla="*/ 2247 h 3099"/>
                <a:gd name="T12" fmla="*/ 1735 w 1735"/>
                <a:gd name="T13" fmla="*/ 0 h 30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35" h="3099">
                  <a:moveTo>
                    <a:pt x="1735" y="0"/>
                  </a:moveTo>
                  <a:lnTo>
                    <a:pt x="1329" y="0"/>
                  </a:lnTo>
                  <a:lnTo>
                    <a:pt x="0" y="2300"/>
                  </a:lnTo>
                  <a:lnTo>
                    <a:pt x="462" y="3099"/>
                  </a:lnTo>
                  <a:lnTo>
                    <a:pt x="1244" y="3099"/>
                  </a:lnTo>
                  <a:lnTo>
                    <a:pt x="1735" y="2247"/>
                  </a:lnTo>
                  <a:lnTo>
                    <a:pt x="173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" name="Freeform 228"/>
            <p:cNvSpPr/>
            <p:nvPr/>
          </p:nvSpPr>
          <p:spPr bwMode="auto">
            <a:xfrm>
              <a:off x="9968503" y="0"/>
              <a:ext cx="578402" cy="250781"/>
            </a:xfrm>
            <a:custGeom>
              <a:avLst/>
              <a:gdLst>
                <a:gd name="T0" fmla="*/ 1656 w 1656"/>
                <a:gd name="T1" fmla="*/ 0 h 718"/>
                <a:gd name="T2" fmla="*/ 0 w 1656"/>
                <a:gd name="T3" fmla="*/ 0 h 718"/>
                <a:gd name="T4" fmla="*/ 413 w 1656"/>
                <a:gd name="T5" fmla="*/ 718 h 718"/>
                <a:gd name="T6" fmla="*/ 1243 w 1656"/>
                <a:gd name="T7" fmla="*/ 718 h 718"/>
                <a:gd name="T8" fmla="*/ 1656 w 1656"/>
                <a:gd name="T9" fmla="*/ 0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56" h="718">
                  <a:moveTo>
                    <a:pt x="1656" y="0"/>
                  </a:moveTo>
                  <a:lnTo>
                    <a:pt x="0" y="0"/>
                  </a:lnTo>
                  <a:lnTo>
                    <a:pt x="413" y="718"/>
                  </a:lnTo>
                  <a:lnTo>
                    <a:pt x="1243" y="718"/>
                  </a:lnTo>
                  <a:lnTo>
                    <a:pt x="1656" y="0"/>
                  </a:lnTo>
                  <a:close/>
                </a:path>
              </a:pathLst>
            </a:custGeom>
            <a:solidFill>
              <a:sysClr val="window" lastClr="FFFFFF">
                <a:lumMod val="75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" name="Freeform 229"/>
            <p:cNvSpPr/>
            <p:nvPr/>
          </p:nvSpPr>
          <p:spPr bwMode="auto">
            <a:xfrm>
              <a:off x="9968503" y="0"/>
              <a:ext cx="578402" cy="250781"/>
            </a:xfrm>
            <a:custGeom>
              <a:avLst/>
              <a:gdLst>
                <a:gd name="T0" fmla="*/ 1656 w 1656"/>
                <a:gd name="T1" fmla="*/ 0 h 718"/>
                <a:gd name="T2" fmla="*/ 0 w 1656"/>
                <a:gd name="T3" fmla="*/ 0 h 718"/>
                <a:gd name="T4" fmla="*/ 413 w 1656"/>
                <a:gd name="T5" fmla="*/ 718 h 718"/>
                <a:gd name="T6" fmla="*/ 1243 w 1656"/>
                <a:gd name="T7" fmla="*/ 718 h 718"/>
                <a:gd name="T8" fmla="*/ 1656 w 1656"/>
                <a:gd name="T9" fmla="*/ 0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56" h="718">
                  <a:moveTo>
                    <a:pt x="1656" y="0"/>
                  </a:moveTo>
                  <a:lnTo>
                    <a:pt x="0" y="0"/>
                  </a:lnTo>
                  <a:lnTo>
                    <a:pt x="413" y="718"/>
                  </a:lnTo>
                  <a:lnTo>
                    <a:pt x="1243" y="718"/>
                  </a:lnTo>
                  <a:lnTo>
                    <a:pt x="165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" name="Freeform 230"/>
            <p:cNvSpPr/>
            <p:nvPr/>
          </p:nvSpPr>
          <p:spPr bwMode="auto">
            <a:xfrm>
              <a:off x="9535051" y="1003123"/>
              <a:ext cx="578752" cy="500514"/>
            </a:xfrm>
            <a:custGeom>
              <a:avLst/>
              <a:gdLst>
                <a:gd name="T0" fmla="*/ 413 w 1657"/>
                <a:gd name="T1" fmla="*/ 1433 h 1433"/>
                <a:gd name="T2" fmla="*/ 0 w 1657"/>
                <a:gd name="T3" fmla="*/ 715 h 1433"/>
                <a:gd name="T4" fmla="*/ 413 w 1657"/>
                <a:gd name="T5" fmla="*/ 0 h 1433"/>
                <a:gd name="T6" fmla="*/ 1243 w 1657"/>
                <a:gd name="T7" fmla="*/ 0 h 1433"/>
                <a:gd name="T8" fmla="*/ 1657 w 1657"/>
                <a:gd name="T9" fmla="*/ 715 h 1433"/>
                <a:gd name="T10" fmla="*/ 1243 w 1657"/>
                <a:gd name="T11" fmla="*/ 1433 h 1433"/>
                <a:gd name="T12" fmla="*/ 413 w 1657"/>
                <a:gd name="T13" fmla="*/ 1433 h 1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7" h="1433">
                  <a:moveTo>
                    <a:pt x="413" y="1433"/>
                  </a:moveTo>
                  <a:lnTo>
                    <a:pt x="0" y="715"/>
                  </a:lnTo>
                  <a:lnTo>
                    <a:pt x="413" y="0"/>
                  </a:lnTo>
                  <a:lnTo>
                    <a:pt x="1243" y="0"/>
                  </a:lnTo>
                  <a:lnTo>
                    <a:pt x="1657" y="715"/>
                  </a:lnTo>
                  <a:lnTo>
                    <a:pt x="1243" y="1433"/>
                  </a:lnTo>
                  <a:lnTo>
                    <a:pt x="413" y="1433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" name="Freeform 231"/>
            <p:cNvSpPr/>
            <p:nvPr/>
          </p:nvSpPr>
          <p:spPr bwMode="auto">
            <a:xfrm>
              <a:off x="10833312" y="1746035"/>
              <a:ext cx="578402" cy="501561"/>
            </a:xfrm>
            <a:custGeom>
              <a:avLst/>
              <a:gdLst>
                <a:gd name="T0" fmla="*/ 413 w 1656"/>
                <a:gd name="T1" fmla="*/ 1436 h 1436"/>
                <a:gd name="T2" fmla="*/ 0 w 1656"/>
                <a:gd name="T3" fmla="*/ 718 h 1436"/>
                <a:gd name="T4" fmla="*/ 413 w 1656"/>
                <a:gd name="T5" fmla="*/ 0 h 1436"/>
                <a:gd name="T6" fmla="*/ 1240 w 1656"/>
                <a:gd name="T7" fmla="*/ 0 h 1436"/>
                <a:gd name="T8" fmla="*/ 1656 w 1656"/>
                <a:gd name="T9" fmla="*/ 718 h 1436"/>
                <a:gd name="T10" fmla="*/ 1240 w 1656"/>
                <a:gd name="T11" fmla="*/ 1436 h 1436"/>
                <a:gd name="T12" fmla="*/ 413 w 1656"/>
                <a:gd name="T13" fmla="*/ 1436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6" h="1436">
                  <a:moveTo>
                    <a:pt x="413" y="1436"/>
                  </a:moveTo>
                  <a:lnTo>
                    <a:pt x="0" y="718"/>
                  </a:lnTo>
                  <a:lnTo>
                    <a:pt x="413" y="0"/>
                  </a:lnTo>
                  <a:lnTo>
                    <a:pt x="1240" y="0"/>
                  </a:lnTo>
                  <a:lnTo>
                    <a:pt x="1656" y="718"/>
                  </a:lnTo>
                  <a:lnTo>
                    <a:pt x="1240" y="1436"/>
                  </a:lnTo>
                  <a:lnTo>
                    <a:pt x="413" y="1436"/>
                  </a:lnTo>
                  <a:close/>
                </a:path>
              </a:pathLst>
            </a:custGeom>
            <a:solidFill>
              <a:sysClr val="window" lastClr="FFFFFF">
                <a:lumMod val="50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" name="Freeform 232"/>
            <p:cNvSpPr/>
            <p:nvPr/>
          </p:nvSpPr>
          <p:spPr bwMode="auto">
            <a:xfrm>
              <a:off x="10833312" y="1746035"/>
              <a:ext cx="578402" cy="501561"/>
            </a:xfrm>
            <a:custGeom>
              <a:avLst/>
              <a:gdLst>
                <a:gd name="T0" fmla="*/ 413 w 1656"/>
                <a:gd name="T1" fmla="*/ 1436 h 1436"/>
                <a:gd name="T2" fmla="*/ 0 w 1656"/>
                <a:gd name="T3" fmla="*/ 718 h 1436"/>
                <a:gd name="T4" fmla="*/ 413 w 1656"/>
                <a:gd name="T5" fmla="*/ 0 h 1436"/>
                <a:gd name="T6" fmla="*/ 1240 w 1656"/>
                <a:gd name="T7" fmla="*/ 0 h 1436"/>
                <a:gd name="T8" fmla="*/ 1656 w 1656"/>
                <a:gd name="T9" fmla="*/ 718 h 1436"/>
                <a:gd name="T10" fmla="*/ 1240 w 1656"/>
                <a:gd name="T11" fmla="*/ 1436 h 1436"/>
                <a:gd name="T12" fmla="*/ 413 w 1656"/>
                <a:gd name="T13" fmla="*/ 1436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6" h="1436">
                  <a:moveTo>
                    <a:pt x="413" y="1436"/>
                  </a:moveTo>
                  <a:lnTo>
                    <a:pt x="0" y="718"/>
                  </a:lnTo>
                  <a:lnTo>
                    <a:pt x="413" y="0"/>
                  </a:lnTo>
                  <a:lnTo>
                    <a:pt x="1240" y="0"/>
                  </a:lnTo>
                  <a:lnTo>
                    <a:pt x="1656" y="718"/>
                  </a:lnTo>
                  <a:lnTo>
                    <a:pt x="1240" y="1436"/>
                  </a:lnTo>
                  <a:lnTo>
                    <a:pt x="413" y="143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" name="Freeform 233"/>
            <p:cNvSpPr/>
            <p:nvPr/>
          </p:nvSpPr>
          <p:spPr bwMode="auto">
            <a:xfrm>
              <a:off x="11263622" y="1494206"/>
              <a:ext cx="577704" cy="500863"/>
            </a:xfrm>
            <a:custGeom>
              <a:avLst/>
              <a:gdLst>
                <a:gd name="T0" fmla="*/ 414 w 1654"/>
                <a:gd name="T1" fmla="*/ 1434 h 1434"/>
                <a:gd name="T2" fmla="*/ 0 w 1654"/>
                <a:gd name="T3" fmla="*/ 718 h 1434"/>
                <a:gd name="T4" fmla="*/ 414 w 1654"/>
                <a:gd name="T5" fmla="*/ 0 h 1434"/>
                <a:gd name="T6" fmla="*/ 1241 w 1654"/>
                <a:gd name="T7" fmla="*/ 0 h 1434"/>
                <a:gd name="T8" fmla="*/ 1654 w 1654"/>
                <a:gd name="T9" fmla="*/ 718 h 1434"/>
                <a:gd name="T10" fmla="*/ 1241 w 1654"/>
                <a:gd name="T11" fmla="*/ 1434 h 1434"/>
                <a:gd name="T12" fmla="*/ 414 w 1654"/>
                <a:gd name="T13" fmla="*/ 1434 h 1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4" h="1434">
                  <a:moveTo>
                    <a:pt x="414" y="1434"/>
                  </a:moveTo>
                  <a:lnTo>
                    <a:pt x="0" y="718"/>
                  </a:lnTo>
                  <a:lnTo>
                    <a:pt x="414" y="0"/>
                  </a:lnTo>
                  <a:lnTo>
                    <a:pt x="1241" y="0"/>
                  </a:lnTo>
                  <a:lnTo>
                    <a:pt x="1654" y="718"/>
                  </a:lnTo>
                  <a:lnTo>
                    <a:pt x="1241" y="1434"/>
                  </a:lnTo>
                  <a:lnTo>
                    <a:pt x="414" y="1434"/>
                  </a:lnTo>
                  <a:close/>
                </a:path>
              </a:pathLst>
            </a:custGeom>
            <a:solidFill>
              <a:srgbClr val="127FB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" name="Freeform 234"/>
            <p:cNvSpPr/>
            <p:nvPr/>
          </p:nvSpPr>
          <p:spPr bwMode="auto">
            <a:xfrm>
              <a:off x="11263622" y="1494206"/>
              <a:ext cx="577704" cy="500863"/>
            </a:xfrm>
            <a:custGeom>
              <a:avLst/>
              <a:gdLst>
                <a:gd name="T0" fmla="*/ 414 w 1654"/>
                <a:gd name="T1" fmla="*/ 1434 h 1434"/>
                <a:gd name="T2" fmla="*/ 0 w 1654"/>
                <a:gd name="T3" fmla="*/ 718 h 1434"/>
                <a:gd name="T4" fmla="*/ 414 w 1654"/>
                <a:gd name="T5" fmla="*/ 0 h 1434"/>
                <a:gd name="T6" fmla="*/ 1241 w 1654"/>
                <a:gd name="T7" fmla="*/ 0 h 1434"/>
                <a:gd name="T8" fmla="*/ 1654 w 1654"/>
                <a:gd name="T9" fmla="*/ 718 h 1434"/>
                <a:gd name="T10" fmla="*/ 1241 w 1654"/>
                <a:gd name="T11" fmla="*/ 1434 h 1434"/>
                <a:gd name="T12" fmla="*/ 414 w 1654"/>
                <a:gd name="T13" fmla="*/ 1434 h 1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4" h="1434">
                  <a:moveTo>
                    <a:pt x="414" y="1434"/>
                  </a:moveTo>
                  <a:lnTo>
                    <a:pt x="0" y="718"/>
                  </a:lnTo>
                  <a:lnTo>
                    <a:pt x="414" y="0"/>
                  </a:lnTo>
                  <a:lnTo>
                    <a:pt x="1241" y="0"/>
                  </a:lnTo>
                  <a:lnTo>
                    <a:pt x="1654" y="718"/>
                  </a:lnTo>
                  <a:lnTo>
                    <a:pt x="1241" y="1434"/>
                  </a:lnTo>
                  <a:lnTo>
                    <a:pt x="414" y="143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" name="Freeform 235"/>
            <p:cNvSpPr>
              <a:spLocks noEditPoints="1"/>
            </p:cNvSpPr>
            <p:nvPr/>
          </p:nvSpPr>
          <p:spPr bwMode="auto">
            <a:xfrm>
              <a:off x="11289817" y="1687356"/>
              <a:ext cx="538585" cy="34578"/>
            </a:xfrm>
            <a:custGeom>
              <a:avLst/>
              <a:gdLst>
                <a:gd name="T0" fmla="*/ 1526 w 1542"/>
                <a:gd name="T1" fmla="*/ 72 h 99"/>
                <a:gd name="T2" fmla="*/ 1526 w 1542"/>
                <a:gd name="T3" fmla="*/ 72 h 99"/>
                <a:gd name="T4" fmla="*/ 1542 w 1542"/>
                <a:gd name="T5" fmla="*/ 99 h 99"/>
                <a:gd name="T6" fmla="*/ 1526 w 1542"/>
                <a:gd name="T7" fmla="*/ 72 h 99"/>
                <a:gd name="T8" fmla="*/ 19 w 1542"/>
                <a:gd name="T9" fmla="*/ 0 h 99"/>
                <a:gd name="T10" fmla="*/ 0 w 1542"/>
                <a:gd name="T11" fmla="*/ 35 h 99"/>
                <a:gd name="T12" fmla="*/ 19 w 1542"/>
                <a:gd name="T13" fmla="*/ 0 h 99"/>
                <a:gd name="T14" fmla="*/ 19 w 1542"/>
                <a:gd name="T15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2" h="99">
                  <a:moveTo>
                    <a:pt x="1526" y="72"/>
                  </a:moveTo>
                  <a:lnTo>
                    <a:pt x="1526" y="72"/>
                  </a:lnTo>
                  <a:lnTo>
                    <a:pt x="1542" y="99"/>
                  </a:lnTo>
                  <a:lnTo>
                    <a:pt x="1526" y="72"/>
                  </a:lnTo>
                  <a:close/>
                  <a:moveTo>
                    <a:pt x="19" y="0"/>
                  </a:moveTo>
                  <a:lnTo>
                    <a:pt x="0" y="35"/>
                  </a:lnTo>
                  <a:lnTo>
                    <a:pt x="19" y="0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FFC4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" name="Freeform 236"/>
            <p:cNvSpPr>
              <a:spLocks noEditPoints="1"/>
            </p:cNvSpPr>
            <p:nvPr/>
          </p:nvSpPr>
          <p:spPr bwMode="auto">
            <a:xfrm>
              <a:off x="11289817" y="1687356"/>
              <a:ext cx="538585" cy="34578"/>
            </a:xfrm>
            <a:custGeom>
              <a:avLst/>
              <a:gdLst>
                <a:gd name="T0" fmla="*/ 1526 w 1542"/>
                <a:gd name="T1" fmla="*/ 72 h 99"/>
                <a:gd name="T2" fmla="*/ 1526 w 1542"/>
                <a:gd name="T3" fmla="*/ 72 h 99"/>
                <a:gd name="T4" fmla="*/ 1542 w 1542"/>
                <a:gd name="T5" fmla="*/ 99 h 99"/>
                <a:gd name="T6" fmla="*/ 1526 w 1542"/>
                <a:gd name="T7" fmla="*/ 72 h 99"/>
                <a:gd name="T8" fmla="*/ 19 w 1542"/>
                <a:gd name="T9" fmla="*/ 0 h 99"/>
                <a:gd name="T10" fmla="*/ 0 w 1542"/>
                <a:gd name="T11" fmla="*/ 35 h 99"/>
                <a:gd name="T12" fmla="*/ 19 w 1542"/>
                <a:gd name="T13" fmla="*/ 0 h 99"/>
                <a:gd name="T14" fmla="*/ 19 w 1542"/>
                <a:gd name="T15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2" h="99">
                  <a:moveTo>
                    <a:pt x="1526" y="72"/>
                  </a:moveTo>
                  <a:lnTo>
                    <a:pt x="1526" y="72"/>
                  </a:lnTo>
                  <a:lnTo>
                    <a:pt x="1542" y="99"/>
                  </a:lnTo>
                  <a:lnTo>
                    <a:pt x="1526" y="72"/>
                  </a:lnTo>
                  <a:moveTo>
                    <a:pt x="19" y="0"/>
                  </a:moveTo>
                  <a:lnTo>
                    <a:pt x="0" y="35"/>
                  </a:lnTo>
                  <a:lnTo>
                    <a:pt x="19" y="0"/>
                  </a:lnTo>
                  <a:lnTo>
                    <a:pt x="1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" name="Freeform 238"/>
            <p:cNvSpPr/>
            <p:nvPr/>
          </p:nvSpPr>
          <p:spPr bwMode="auto">
            <a:xfrm>
              <a:off x="11288769" y="1577334"/>
              <a:ext cx="541379" cy="286058"/>
            </a:xfrm>
            <a:custGeom>
              <a:avLst/>
              <a:gdLst>
                <a:gd name="T0" fmla="*/ 1054 w 1550"/>
                <a:gd name="T1" fmla="*/ 0 h 819"/>
                <a:gd name="T2" fmla="*/ 985 w 1550"/>
                <a:gd name="T3" fmla="*/ 475 h 819"/>
                <a:gd name="T4" fmla="*/ 755 w 1550"/>
                <a:gd name="T5" fmla="*/ 475 h 819"/>
                <a:gd name="T6" fmla="*/ 683 w 1550"/>
                <a:gd name="T7" fmla="*/ 243 h 819"/>
                <a:gd name="T8" fmla="*/ 593 w 1550"/>
                <a:gd name="T9" fmla="*/ 659 h 819"/>
                <a:gd name="T10" fmla="*/ 521 w 1550"/>
                <a:gd name="T11" fmla="*/ 0 h 819"/>
                <a:gd name="T12" fmla="*/ 451 w 1550"/>
                <a:gd name="T13" fmla="*/ 475 h 819"/>
                <a:gd name="T14" fmla="*/ 222 w 1550"/>
                <a:gd name="T15" fmla="*/ 475 h 819"/>
                <a:gd name="T16" fmla="*/ 152 w 1550"/>
                <a:gd name="T17" fmla="*/ 243 h 819"/>
                <a:gd name="T18" fmla="*/ 59 w 1550"/>
                <a:gd name="T19" fmla="*/ 659 h 819"/>
                <a:gd name="T20" fmla="*/ 22 w 1550"/>
                <a:gd name="T21" fmla="*/ 315 h 819"/>
                <a:gd name="T22" fmla="*/ 3 w 1550"/>
                <a:gd name="T23" fmla="*/ 350 h 819"/>
                <a:gd name="T24" fmla="*/ 0 w 1550"/>
                <a:gd name="T25" fmla="*/ 352 h 819"/>
                <a:gd name="T26" fmla="*/ 35 w 1550"/>
                <a:gd name="T27" fmla="*/ 665 h 819"/>
                <a:gd name="T28" fmla="*/ 62 w 1550"/>
                <a:gd name="T29" fmla="*/ 710 h 819"/>
                <a:gd name="T30" fmla="*/ 72 w 1550"/>
                <a:gd name="T31" fmla="*/ 729 h 819"/>
                <a:gd name="T32" fmla="*/ 155 w 1550"/>
                <a:gd name="T33" fmla="*/ 347 h 819"/>
                <a:gd name="T34" fmla="*/ 203 w 1550"/>
                <a:gd name="T35" fmla="*/ 499 h 819"/>
                <a:gd name="T36" fmla="*/ 473 w 1550"/>
                <a:gd name="T37" fmla="*/ 499 h 819"/>
                <a:gd name="T38" fmla="*/ 518 w 1550"/>
                <a:gd name="T39" fmla="*/ 205 h 819"/>
                <a:gd name="T40" fmla="*/ 585 w 1550"/>
                <a:gd name="T41" fmla="*/ 819 h 819"/>
                <a:gd name="T42" fmla="*/ 689 w 1550"/>
                <a:gd name="T43" fmla="*/ 347 h 819"/>
                <a:gd name="T44" fmla="*/ 737 w 1550"/>
                <a:gd name="T45" fmla="*/ 499 h 819"/>
                <a:gd name="T46" fmla="*/ 1006 w 1550"/>
                <a:gd name="T47" fmla="*/ 499 h 819"/>
                <a:gd name="T48" fmla="*/ 1051 w 1550"/>
                <a:gd name="T49" fmla="*/ 205 h 819"/>
                <a:gd name="T50" fmla="*/ 1118 w 1550"/>
                <a:gd name="T51" fmla="*/ 819 h 819"/>
                <a:gd name="T52" fmla="*/ 1222 w 1550"/>
                <a:gd name="T53" fmla="*/ 347 h 819"/>
                <a:gd name="T54" fmla="*/ 1270 w 1550"/>
                <a:gd name="T55" fmla="*/ 499 h 819"/>
                <a:gd name="T56" fmla="*/ 1540 w 1550"/>
                <a:gd name="T57" fmla="*/ 499 h 819"/>
                <a:gd name="T58" fmla="*/ 1550 w 1550"/>
                <a:gd name="T59" fmla="*/ 424 h 819"/>
                <a:gd name="T60" fmla="*/ 1545 w 1550"/>
                <a:gd name="T61" fmla="*/ 414 h 819"/>
                <a:gd name="T62" fmla="*/ 1529 w 1550"/>
                <a:gd name="T63" fmla="*/ 387 h 819"/>
                <a:gd name="T64" fmla="*/ 1518 w 1550"/>
                <a:gd name="T65" fmla="*/ 475 h 819"/>
                <a:gd name="T66" fmla="*/ 1289 w 1550"/>
                <a:gd name="T67" fmla="*/ 475 h 819"/>
                <a:gd name="T68" fmla="*/ 1217 w 1550"/>
                <a:gd name="T69" fmla="*/ 243 h 819"/>
                <a:gd name="T70" fmla="*/ 1126 w 1550"/>
                <a:gd name="T71" fmla="*/ 659 h 819"/>
                <a:gd name="T72" fmla="*/ 1054 w 1550"/>
                <a:gd name="T73" fmla="*/ 0 h 8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550" h="819">
                  <a:moveTo>
                    <a:pt x="1054" y="0"/>
                  </a:moveTo>
                  <a:lnTo>
                    <a:pt x="985" y="475"/>
                  </a:lnTo>
                  <a:lnTo>
                    <a:pt x="755" y="475"/>
                  </a:lnTo>
                  <a:lnTo>
                    <a:pt x="683" y="243"/>
                  </a:lnTo>
                  <a:lnTo>
                    <a:pt x="593" y="659"/>
                  </a:lnTo>
                  <a:lnTo>
                    <a:pt x="521" y="0"/>
                  </a:lnTo>
                  <a:lnTo>
                    <a:pt x="451" y="475"/>
                  </a:lnTo>
                  <a:lnTo>
                    <a:pt x="222" y="475"/>
                  </a:lnTo>
                  <a:lnTo>
                    <a:pt x="152" y="243"/>
                  </a:lnTo>
                  <a:lnTo>
                    <a:pt x="59" y="659"/>
                  </a:lnTo>
                  <a:lnTo>
                    <a:pt x="22" y="315"/>
                  </a:lnTo>
                  <a:lnTo>
                    <a:pt x="3" y="350"/>
                  </a:lnTo>
                  <a:lnTo>
                    <a:pt x="0" y="352"/>
                  </a:lnTo>
                  <a:lnTo>
                    <a:pt x="35" y="665"/>
                  </a:lnTo>
                  <a:lnTo>
                    <a:pt x="62" y="710"/>
                  </a:lnTo>
                  <a:lnTo>
                    <a:pt x="72" y="729"/>
                  </a:lnTo>
                  <a:lnTo>
                    <a:pt x="155" y="347"/>
                  </a:lnTo>
                  <a:lnTo>
                    <a:pt x="203" y="499"/>
                  </a:lnTo>
                  <a:lnTo>
                    <a:pt x="473" y="499"/>
                  </a:lnTo>
                  <a:lnTo>
                    <a:pt x="518" y="205"/>
                  </a:lnTo>
                  <a:lnTo>
                    <a:pt x="585" y="819"/>
                  </a:lnTo>
                  <a:lnTo>
                    <a:pt x="689" y="347"/>
                  </a:lnTo>
                  <a:lnTo>
                    <a:pt x="737" y="499"/>
                  </a:lnTo>
                  <a:lnTo>
                    <a:pt x="1006" y="499"/>
                  </a:lnTo>
                  <a:lnTo>
                    <a:pt x="1051" y="205"/>
                  </a:lnTo>
                  <a:lnTo>
                    <a:pt x="1118" y="819"/>
                  </a:lnTo>
                  <a:lnTo>
                    <a:pt x="1222" y="347"/>
                  </a:lnTo>
                  <a:lnTo>
                    <a:pt x="1270" y="499"/>
                  </a:lnTo>
                  <a:lnTo>
                    <a:pt x="1540" y="499"/>
                  </a:lnTo>
                  <a:lnTo>
                    <a:pt x="1550" y="424"/>
                  </a:lnTo>
                  <a:lnTo>
                    <a:pt x="1545" y="414"/>
                  </a:lnTo>
                  <a:lnTo>
                    <a:pt x="1529" y="387"/>
                  </a:lnTo>
                  <a:lnTo>
                    <a:pt x="1518" y="475"/>
                  </a:lnTo>
                  <a:lnTo>
                    <a:pt x="1289" y="475"/>
                  </a:lnTo>
                  <a:lnTo>
                    <a:pt x="1217" y="243"/>
                  </a:lnTo>
                  <a:lnTo>
                    <a:pt x="1126" y="659"/>
                  </a:lnTo>
                  <a:lnTo>
                    <a:pt x="105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" name="Freeform 239"/>
            <p:cNvSpPr>
              <a:spLocks noEditPoints="1"/>
            </p:cNvSpPr>
            <p:nvPr/>
          </p:nvSpPr>
          <p:spPr bwMode="auto">
            <a:xfrm>
              <a:off x="10905962" y="1619247"/>
              <a:ext cx="54836" cy="207820"/>
            </a:xfrm>
            <a:custGeom>
              <a:avLst/>
              <a:gdLst>
                <a:gd name="T0" fmla="*/ 125 w 157"/>
                <a:gd name="T1" fmla="*/ 499 h 595"/>
                <a:gd name="T2" fmla="*/ 69 w 157"/>
                <a:gd name="T3" fmla="*/ 595 h 595"/>
                <a:gd name="T4" fmla="*/ 69 w 157"/>
                <a:gd name="T5" fmla="*/ 595 h 595"/>
                <a:gd name="T6" fmla="*/ 125 w 157"/>
                <a:gd name="T7" fmla="*/ 499 h 595"/>
                <a:gd name="T8" fmla="*/ 149 w 157"/>
                <a:gd name="T9" fmla="*/ 262 h 595"/>
                <a:gd name="T10" fmla="*/ 149 w 157"/>
                <a:gd name="T11" fmla="*/ 262 h 595"/>
                <a:gd name="T12" fmla="*/ 157 w 157"/>
                <a:gd name="T13" fmla="*/ 275 h 595"/>
                <a:gd name="T14" fmla="*/ 149 w 157"/>
                <a:gd name="T15" fmla="*/ 262 h 595"/>
                <a:gd name="T16" fmla="*/ 0 w 157"/>
                <a:gd name="T17" fmla="*/ 0 h 595"/>
                <a:gd name="T18" fmla="*/ 0 w 157"/>
                <a:gd name="T19" fmla="*/ 0 h 595"/>
                <a:gd name="T20" fmla="*/ 18 w 157"/>
                <a:gd name="T21" fmla="*/ 35 h 595"/>
                <a:gd name="T22" fmla="*/ 0 w 157"/>
                <a:gd name="T23" fmla="*/ 0 h 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7" h="595">
                  <a:moveTo>
                    <a:pt x="125" y="499"/>
                  </a:moveTo>
                  <a:lnTo>
                    <a:pt x="69" y="595"/>
                  </a:lnTo>
                  <a:lnTo>
                    <a:pt x="69" y="595"/>
                  </a:lnTo>
                  <a:lnTo>
                    <a:pt x="125" y="499"/>
                  </a:lnTo>
                  <a:close/>
                  <a:moveTo>
                    <a:pt x="149" y="262"/>
                  </a:moveTo>
                  <a:lnTo>
                    <a:pt x="149" y="262"/>
                  </a:lnTo>
                  <a:lnTo>
                    <a:pt x="157" y="275"/>
                  </a:lnTo>
                  <a:lnTo>
                    <a:pt x="149" y="26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18" y="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4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" name="Freeform 240"/>
            <p:cNvSpPr>
              <a:spLocks noEditPoints="1"/>
            </p:cNvSpPr>
            <p:nvPr/>
          </p:nvSpPr>
          <p:spPr bwMode="auto">
            <a:xfrm>
              <a:off x="10905962" y="1619247"/>
              <a:ext cx="54836" cy="207820"/>
            </a:xfrm>
            <a:custGeom>
              <a:avLst/>
              <a:gdLst>
                <a:gd name="T0" fmla="*/ 125 w 157"/>
                <a:gd name="T1" fmla="*/ 499 h 595"/>
                <a:gd name="T2" fmla="*/ 69 w 157"/>
                <a:gd name="T3" fmla="*/ 595 h 595"/>
                <a:gd name="T4" fmla="*/ 69 w 157"/>
                <a:gd name="T5" fmla="*/ 595 h 595"/>
                <a:gd name="T6" fmla="*/ 125 w 157"/>
                <a:gd name="T7" fmla="*/ 499 h 595"/>
                <a:gd name="T8" fmla="*/ 149 w 157"/>
                <a:gd name="T9" fmla="*/ 262 h 595"/>
                <a:gd name="T10" fmla="*/ 149 w 157"/>
                <a:gd name="T11" fmla="*/ 262 h 595"/>
                <a:gd name="T12" fmla="*/ 157 w 157"/>
                <a:gd name="T13" fmla="*/ 275 h 595"/>
                <a:gd name="T14" fmla="*/ 149 w 157"/>
                <a:gd name="T15" fmla="*/ 262 h 595"/>
                <a:gd name="T16" fmla="*/ 0 w 157"/>
                <a:gd name="T17" fmla="*/ 0 h 595"/>
                <a:gd name="T18" fmla="*/ 0 w 157"/>
                <a:gd name="T19" fmla="*/ 0 h 595"/>
                <a:gd name="T20" fmla="*/ 18 w 157"/>
                <a:gd name="T21" fmla="*/ 35 h 595"/>
                <a:gd name="T22" fmla="*/ 0 w 157"/>
                <a:gd name="T23" fmla="*/ 0 h 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7" h="595">
                  <a:moveTo>
                    <a:pt x="125" y="499"/>
                  </a:moveTo>
                  <a:lnTo>
                    <a:pt x="69" y="595"/>
                  </a:lnTo>
                  <a:lnTo>
                    <a:pt x="69" y="595"/>
                  </a:lnTo>
                  <a:lnTo>
                    <a:pt x="125" y="499"/>
                  </a:lnTo>
                  <a:moveTo>
                    <a:pt x="149" y="262"/>
                  </a:moveTo>
                  <a:lnTo>
                    <a:pt x="149" y="262"/>
                  </a:lnTo>
                  <a:lnTo>
                    <a:pt x="157" y="275"/>
                  </a:lnTo>
                  <a:lnTo>
                    <a:pt x="149" y="26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18" y="35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" name="Freeform 242"/>
            <p:cNvSpPr/>
            <p:nvPr/>
          </p:nvSpPr>
          <p:spPr bwMode="auto">
            <a:xfrm>
              <a:off x="10400908" y="1577334"/>
              <a:ext cx="563733" cy="286058"/>
            </a:xfrm>
            <a:custGeom>
              <a:avLst/>
              <a:gdLst>
                <a:gd name="T0" fmla="*/ 928 w 1614"/>
                <a:gd name="T1" fmla="*/ 0 h 819"/>
                <a:gd name="T2" fmla="*/ 859 w 1614"/>
                <a:gd name="T3" fmla="*/ 475 h 819"/>
                <a:gd name="T4" fmla="*/ 629 w 1614"/>
                <a:gd name="T5" fmla="*/ 475 h 819"/>
                <a:gd name="T6" fmla="*/ 560 w 1614"/>
                <a:gd name="T7" fmla="*/ 243 h 819"/>
                <a:gd name="T8" fmla="*/ 469 w 1614"/>
                <a:gd name="T9" fmla="*/ 659 h 819"/>
                <a:gd name="T10" fmla="*/ 394 w 1614"/>
                <a:gd name="T11" fmla="*/ 0 h 819"/>
                <a:gd name="T12" fmla="*/ 325 w 1614"/>
                <a:gd name="T13" fmla="*/ 475 h 819"/>
                <a:gd name="T14" fmla="*/ 0 w 1614"/>
                <a:gd name="T15" fmla="*/ 475 h 819"/>
                <a:gd name="T16" fmla="*/ 0 w 1614"/>
                <a:gd name="T17" fmla="*/ 488 h 819"/>
                <a:gd name="T18" fmla="*/ 8 w 1614"/>
                <a:gd name="T19" fmla="*/ 499 h 819"/>
                <a:gd name="T20" fmla="*/ 349 w 1614"/>
                <a:gd name="T21" fmla="*/ 499 h 819"/>
                <a:gd name="T22" fmla="*/ 392 w 1614"/>
                <a:gd name="T23" fmla="*/ 205 h 819"/>
                <a:gd name="T24" fmla="*/ 458 w 1614"/>
                <a:gd name="T25" fmla="*/ 819 h 819"/>
                <a:gd name="T26" fmla="*/ 563 w 1614"/>
                <a:gd name="T27" fmla="*/ 347 h 819"/>
                <a:gd name="T28" fmla="*/ 611 w 1614"/>
                <a:gd name="T29" fmla="*/ 499 h 819"/>
                <a:gd name="T30" fmla="*/ 883 w 1614"/>
                <a:gd name="T31" fmla="*/ 499 h 819"/>
                <a:gd name="T32" fmla="*/ 925 w 1614"/>
                <a:gd name="T33" fmla="*/ 205 h 819"/>
                <a:gd name="T34" fmla="*/ 992 w 1614"/>
                <a:gd name="T35" fmla="*/ 819 h 819"/>
                <a:gd name="T36" fmla="*/ 1096 w 1614"/>
                <a:gd name="T37" fmla="*/ 347 h 819"/>
                <a:gd name="T38" fmla="*/ 1144 w 1614"/>
                <a:gd name="T39" fmla="*/ 499 h 819"/>
                <a:gd name="T40" fmla="*/ 1416 w 1614"/>
                <a:gd name="T41" fmla="*/ 499 h 819"/>
                <a:gd name="T42" fmla="*/ 1459 w 1614"/>
                <a:gd name="T43" fmla="*/ 205 h 819"/>
                <a:gd name="T44" fmla="*/ 1515 w 1614"/>
                <a:gd name="T45" fmla="*/ 715 h 819"/>
                <a:gd name="T46" fmla="*/ 1571 w 1614"/>
                <a:gd name="T47" fmla="*/ 619 h 819"/>
                <a:gd name="T48" fmla="*/ 1614 w 1614"/>
                <a:gd name="T49" fmla="*/ 416 h 819"/>
                <a:gd name="T50" fmla="*/ 1603 w 1614"/>
                <a:gd name="T51" fmla="*/ 395 h 819"/>
                <a:gd name="T52" fmla="*/ 1595 w 1614"/>
                <a:gd name="T53" fmla="*/ 382 h 819"/>
                <a:gd name="T54" fmla="*/ 1536 w 1614"/>
                <a:gd name="T55" fmla="*/ 659 h 819"/>
                <a:gd name="T56" fmla="*/ 1483 w 1614"/>
                <a:gd name="T57" fmla="*/ 187 h 819"/>
                <a:gd name="T58" fmla="*/ 1464 w 1614"/>
                <a:gd name="T59" fmla="*/ 155 h 819"/>
                <a:gd name="T60" fmla="*/ 1446 w 1614"/>
                <a:gd name="T61" fmla="*/ 120 h 819"/>
                <a:gd name="T62" fmla="*/ 1392 w 1614"/>
                <a:gd name="T63" fmla="*/ 475 h 819"/>
                <a:gd name="T64" fmla="*/ 1163 w 1614"/>
                <a:gd name="T65" fmla="*/ 475 h 819"/>
                <a:gd name="T66" fmla="*/ 1094 w 1614"/>
                <a:gd name="T67" fmla="*/ 243 h 819"/>
                <a:gd name="T68" fmla="*/ 1003 w 1614"/>
                <a:gd name="T69" fmla="*/ 659 h 819"/>
                <a:gd name="T70" fmla="*/ 928 w 1614"/>
                <a:gd name="T71" fmla="*/ 0 h 8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14" h="819">
                  <a:moveTo>
                    <a:pt x="928" y="0"/>
                  </a:moveTo>
                  <a:lnTo>
                    <a:pt x="859" y="475"/>
                  </a:lnTo>
                  <a:lnTo>
                    <a:pt x="629" y="475"/>
                  </a:lnTo>
                  <a:lnTo>
                    <a:pt x="560" y="243"/>
                  </a:lnTo>
                  <a:lnTo>
                    <a:pt x="469" y="659"/>
                  </a:lnTo>
                  <a:lnTo>
                    <a:pt x="394" y="0"/>
                  </a:lnTo>
                  <a:lnTo>
                    <a:pt x="325" y="475"/>
                  </a:lnTo>
                  <a:lnTo>
                    <a:pt x="0" y="475"/>
                  </a:lnTo>
                  <a:lnTo>
                    <a:pt x="0" y="488"/>
                  </a:lnTo>
                  <a:lnTo>
                    <a:pt x="8" y="499"/>
                  </a:lnTo>
                  <a:lnTo>
                    <a:pt x="349" y="499"/>
                  </a:lnTo>
                  <a:lnTo>
                    <a:pt x="392" y="205"/>
                  </a:lnTo>
                  <a:lnTo>
                    <a:pt x="458" y="819"/>
                  </a:lnTo>
                  <a:lnTo>
                    <a:pt x="563" y="347"/>
                  </a:lnTo>
                  <a:lnTo>
                    <a:pt x="611" y="499"/>
                  </a:lnTo>
                  <a:lnTo>
                    <a:pt x="883" y="499"/>
                  </a:lnTo>
                  <a:lnTo>
                    <a:pt x="925" y="205"/>
                  </a:lnTo>
                  <a:lnTo>
                    <a:pt x="992" y="819"/>
                  </a:lnTo>
                  <a:lnTo>
                    <a:pt x="1096" y="347"/>
                  </a:lnTo>
                  <a:lnTo>
                    <a:pt x="1144" y="499"/>
                  </a:lnTo>
                  <a:lnTo>
                    <a:pt x="1416" y="499"/>
                  </a:lnTo>
                  <a:lnTo>
                    <a:pt x="1459" y="205"/>
                  </a:lnTo>
                  <a:lnTo>
                    <a:pt x="1515" y="715"/>
                  </a:lnTo>
                  <a:lnTo>
                    <a:pt x="1571" y="619"/>
                  </a:lnTo>
                  <a:lnTo>
                    <a:pt x="1614" y="416"/>
                  </a:lnTo>
                  <a:lnTo>
                    <a:pt x="1603" y="395"/>
                  </a:lnTo>
                  <a:lnTo>
                    <a:pt x="1595" y="382"/>
                  </a:lnTo>
                  <a:lnTo>
                    <a:pt x="1536" y="659"/>
                  </a:lnTo>
                  <a:lnTo>
                    <a:pt x="1483" y="187"/>
                  </a:lnTo>
                  <a:lnTo>
                    <a:pt x="1464" y="155"/>
                  </a:lnTo>
                  <a:lnTo>
                    <a:pt x="1446" y="120"/>
                  </a:lnTo>
                  <a:lnTo>
                    <a:pt x="1392" y="475"/>
                  </a:lnTo>
                  <a:lnTo>
                    <a:pt x="1163" y="475"/>
                  </a:lnTo>
                  <a:lnTo>
                    <a:pt x="1094" y="243"/>
                  </a:lnTo>
                  <a:lnTo>
                    <a:pt x="1003" y="659"/>
                  </a:lnTo>
                  <a:lnTo>
                    <a:pt x="92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" name="Freeform 243"/>
            <p:cNvSpPr/>
            <p:nvPr/>
          </p:nvSpPr>
          <p:spPr bwMode="auto">
            <a:xfrm>
              <a:off x="9968503" y="1248315"/>
              <a:ext cx="578402" cy="500514"/>
            </a:xfrm>
            <a:custGeom>
              <a:avLst/>
              <a:gdLst>
                <a:gd name="T0" fmla="*/ 413 w 1656"/>
                <a:gd name="T1" fmla="*/ 1433 h 1433"/>
                <a:gd name="T2" fmla="*/ 0 w 1656"/>
                <a:gd name="T3" fmla="*/ 718 h 1433"/>
                <a:gd name="T4" fmla="*/ 413 w 1656"/>
                <a:gd name="T5" fmla="*/ 0 h 1433"/>
                <a:gd name="T6" fmla="*/ 1240 w 1656"/>
                <a:gd name="T7" fmla="*/ 0 h 1433"/>
                <a:gd name="T8" fmla="*/ 1656 w 1656"/>
                <a:gd name="T9" fmla="*/ 718 h 1433"/>
                <a:gd name="T10" fmla="*/ 1240 w 1656"/>
                <a:gd name="T11" fmla="*/ 1433 h 1433"/>
                <a:gd name="T12" fmla="*/ 413 w 1656"/>
                <a:gd name="T13" fmla="*/ 1433 h 1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6" h="1433">
                  <a:moveTo>
                    <a:pt x="413" y="1433"/>
                  </a:moveTo>
                  <a:lnTo>
                    <a:pt x="0" y="718"/>
                  </a:lnTo>
                  <a:lnTo>
                    <a:pt x="413" y="0"/>
                  </a:lnTo>
                  <a:lnTo>
                    <a:pt x="1240" y="0"/>
                  </a:lnTo>
                  <a:lnTo>
                    <a:pt x="1656" y="718"/>
                  </a:lnTo>
                  <a:lnTo>
                    <a:pt x="1240" y="1433"/>
                  </a:lnTo>
                  <a:lnTo>
                    <a:pt x="413" y="1433"/>
                  </a:lnTo>
                  <a:close/>
                </a:path>
              </a:pathLst>
            </a:custGeom>
            <a:solidFill>
              <a:srgbClr val="24436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" name="Freeform 244"/>
            <p:cNvSpPr/>
            <p:nvPr/>
          </p:nvSpPr>
          <p:spPr bwMode="auto">
            <a:xfrm>
              <a:off x="10116596" y="1357290"/>
              <a:ext cx="281517" cy="282565"/>
            </a:xfrm>
            <a:custGeom>
              <a:avLst/>
              <a:gdLst>
                <a:gd name="T0" fmla="*/ 806 w 806"/>
                <a:gd name="T1" fmla="*/ 555 h 809"/>
                <a:gd name="T2" fmla="*/ 555 w 806"/>
                <a:gd name="T3" fmla="*/ 555 h 809"/>
                <a:gd name="T4" fmla="*/ 555 w 806"/>
                <a:gd name="T5" fmla="*/ 809 h 809"/>
                <a:gd name="T6" fmla="*/ 251 w 806"/>
                <a:gd name="T7" fmla="*/ 809 h 809"/>
                <a:gd name="T8" fmla="*/ 251 w 806"/>
                <a:gd name="T9" fmla="*/ 555 h 809"/>
                <a:gd name="T10" fmla="*/ 0 w 806"/>
                <a:gd name="T11" fmla="*/ 555 h 809"/>
                <a:gd name="T12" fmla="*/ 0 w 806"/>
                <a:gd name="T13" fmla="*/ 254 h 809"/>
                <a:gd name="T14" fmla="*/ 251 w 806"/>
                <a:gd name="T15" fmla="*/ 254 h 809"/>
                <a:gd name="T16" fmla="*/ 251 w 806"/>
                <a:gd name="T17" fmla="*/ 0 h 809"/>
                <a:gd name="T18" fmla="*/ 555 w 806"/>
                <a:gd name="T19" fmla="*/ 0 h 809"/>
                <a:gd name="T20" fmla="*/ 555 w 806"/>
                <a:gd name="T21" fmla="*/ 254 h 809"/>
                <a:gd name="T22" fmla="*/ 806 w 806"/>
                <a:gd name="T23" fmla="*/ 254 h 809"/>
                <a:gd name="T24" fmla="*/ 806 w 806"/>
                <a:gd name="T25" fmla="*/ 555 h 8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06" h="809">
                  <a:moveTo>
                    <a:pt x="806" y="555"/>
                  </a:moveTo>
                  <a:lnTo>
                    <a:pt x="555" y="555"/>
                  </a:lnTo>
                  <a:lnTo>
                    <a:pt x="555" y="809"/>
                  </a:lnTo>
                  <a:lnTo>
                    <a:pt x="251" y="809"/>
                  </a:lnTo>
                  <a:lnTo>
                    <a:pt x="251" y="555"/>
                  </a:lnTo>
                  <a:lnTo>
                    <a:pt x="0" y="555"/>
                  </a:lnTo>
                  <a:lnTo>
                    <a:pt x="0" y="254"/>
                  </a:lnTo>
                  <a:lnTo>
                    <a:pt x="251" y="254"/>
                  </a:lnTo>
                  <a:lnTo>
                    <a:pt x="251" y="0"/>
                  </a:lnTo>
                  <a:lnTo>
                    <a:pt x="555" y="0"/>
                  </a:lnTo>
                  <a:lnTo>
                    <a:pt x="555" y="254"/>
                  </a:lnTo>
                  <a:lnTo>
                    <a:pt x="806" y="254"/>
                  </a:lnTo>
                  <a:lnTo>
                    <a:pt x="806" y="555"/>
                  </a:lnTo>
                  <a:close/>
                </a:path>
              </a:pathLst>
            </a:custGeom>
            <a:solidFill>
              <a:srgbClr val="FFFB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" name="Freeform 245"/>
            <p:cNvSpPr/>
            <p:nvPr/>
          </p:nvSpPr>
          <p:spPr bwMode="auto">
            <a:xfrm>
              <a:off x="10394272" y="1492460"/>
              <a:ext cx="588881" cy="510992"/>
            </a:xfrm>
            <a:custGeom>
              <a:avLst/>
              <a:gdLst>
                <a:gd name="T0" fmla="*/ 1259 w 1686"/>
                <a:gd name="T1" fmla="*/ 1463 h 1463"/>
                <a:gd name="T2" fmla="*/ 424 w 1686"/>
                <a:gd name="T3" fmla="*/ 1463 h 1463"/>
                <a:gd name="T4" fmla="*/ 0 w 1686"/>
                <a:gd name="T5" fmla="*/ 731 h 1463"/>
                <a:gd name="T6" fmla="*/ 424 w 1686"/>
                <a:gd name="T7" fmla="*/ 0 h 1463"/>
                <a:gd name="T8" fmla="*/ 1267 w 1686"/>
                <a:gd name="T9" fmla="*/ 0 h 1463"/>
                <a:gd name="T10" fmla="*/ 1686 w 1686"/>
                <a:gd name="T11" fmla="*/ 723 h 1463"/>
                <a:gd name="T12" fmla="*/ 1657 w 1686"/>
                <a:gd name="T13" fmla="*/ 739 h 1463"/>
                <a:gd name="T14" fmla="*/ 1249 w 1686"/>
                <a:gd name="T15" fmla="*/ 32 h 1463"/>
                <a:gd name="T16" fmla="*/ 443 w 1686"/>
                <a:gd name="T17" fmla="*/ 32 h 1463"/>
                <a:gd name="T18" fmla="*/ 37 w 1686"/>
                <a:gd name="T19" fmla="*/ 731 h 1463"/>
                <a:gd name="T20" fmla="*/ 443 w 1686"/>
                <a:gd name="T21" fmla="*/ 1431 h 1463"/>
                <a:gd name="T22" fmla="*/ 1259 w 1686"/>
                <a:gd name="T23" fmla="*/ 1431 h 1463"/>
                <a:gd name="T24" fmla="*/ 1259 w 1686"/>
                <a:gd name="T25" fmla="*/ 1463 h 1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86" h="1463">
                  <a:moveTo>
                    <a:pt x="1259" y="1463"/>
                  </a:moveTo>
                  <a:lnTo>
                    <a:pt x="424" y="1463"/>
                  </a:lnTo>
                  <a:lnTo>
                    <a:pt x="0" y="731"/>
                  </a:lnTo>
                  <a:lnTo>
                    <a:pt x="424" y="0"/>
                  </a:lnTo>
                  <a:lnTo>
                    <a:pt x="1267" y="0"/>
                  </a:lnTo>
                  <a:lnTo>
                    <a:pt x="1686" y="723"/>
                  </a:lnTo>
                  <a:lnTo>
                    <a:pt x="1657" y="739"/>
                  </a:lnTo>
                  <a:lnTo>
                    <a:pt x="1249" y="32"/>
                  </a:lnTo>
                  <a:lnTo>
                    <a:pt x="443" y="32"/>
                  </a:lnTo>
                  <a:lnTo>
                    <a:pt x="37" y="731"/>
                  </a:lnTo>
                  <a:lnTo>
                    <a:pt x="443" y="1431"/>
                  </a:lnTo>
                  <a:lnTo>
                    <a:pt x="1259" y="1431"/>
                  </a:lnTo>
                  <a:lnTo>
                    <a:pt x="1259" y="1463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" name="Oval 246"/>
            <p:cNvSpPr>
              <a:spLocks noChangeArrowheads="1"/>
            </p:cNvSpPr>
            <p:nvPr/>
          </p:nvSpPr>
          <p:spPr bwMode="auto">
            <a:xfrm>
              <a:off x="10370172" y="1718092"/>
              <a:ext cx="62171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" name="Oval 247"/>
            <p:cNvSpPr>
              <a:spLocks noChangeArrowheads="1"/>
            </p:cNvSpPr>
            <p:nvPr/>
          </p:nvSpPr>
          <p:spPr bwMode="auto">
            <a:xfrm>
              <a:off x="10946827" y="1718092"/>
              <a:ext cx="62521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" name="Oval 248"/>
            <p:cNvSpPr>
              <a:spLocks noChangeArrowheads="1"/>
            </p:cNvSpPr>
            <p:nvPr/>
          </p:nvSpPr>
          <p:spPr bwMode="auto">
            <a:xfrm>
              <a:off x="10514423" y="1467312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" name="Oval 249"/>
            <p:cNvSpPr>
              <a:spLocks noChangeArrowheads="1"/>
            </p:cNvSpPr>
            <p:nvPr/>
          </p:nvSpPr>
          <p:spPr bwMode="auto">
            <a:xfrm>
              <a:off x="10514423" y="1966079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" name="Oval 250"/>
            <p:cNvSpPr>
              <a:spLocks noChangeArrowheads="1"/>
            </p:cNvSpPr>
            <p:nvPr/>
          </p:nvSpPr>
          <p:spPr bwMode="auto">
            <a:xfrm>
              <a:off x="10802576" y="1467312"/>
              <a:ext cx="61473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" name="Oval 251"/>
            <p:cNvSpPr>
              <a:spLocks noChangeArrowheads="1"/>
            </p:cNvSpPr>
            <p:nvPr/>
          </p:nvSpPr>
          <p:spPr bwMode="auto">
            <a:xfrm>
              <a:off x="10802576" y="1966079"/>
              <a:ext cx="61473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5" name="Freeform 252"/>
            <p:cNvSpPr/>
            <p:nvPr/>
          </p:nvSpPr>
          <p:spPr bwMode="auto">
            <a:xfrm>
              <a:off x="10828422" y="743960"/>
              <a:ext cx="587134" cy="258116"/>
            </a:xfrm>
            <a:custGeom>
              <a:avLst/>
              <a:gdLst>
                <a:gd name="T0" fmla="*/ 1652 w 1681"/>
                <a:gd name="T1" fmla="*/ 739 h 739"/>
                <a:gd name="T2" fmla="*/ 1244 w 1681"/>
                <a:gd name="T3" fmla="*/ 29 h 739"/>
                <a:gd name="T4" fmla="*/ 438 w 1681"/>
                <a:gd name="T5" fmla="*/ 29 h 739"/>
                <a:gd name="T6" fmla="*/ 27 w 1681"/>
                <a:gd name="T7" fmla="*/ 739 h 739"/>
                <a:gd name="T8" fmla="*/ 0 w 1681"/>
                <a:gd name="T9" fmla="*/ 723 h 739"/>
                <a:gd name="T10" fmla="*/ 419 w 1681"/>
                <a:gd name="T11" fmla="*/ 0 h 739"/>
                <a:gd name="T12" fmla="*/ 1262 w 1681"/>
                <a:gd name="T13" fmla="*/ 0 h 739"/>
                <a:gd name="T14" fmla="*/ 1681 w 1681"/>
                <a:gd name="T15" fmla="*/ 723 h 739"/>
                <a:gd name="T16" fmla="*/ 1652 w 1681"/>
                <a:gd name="T17" fmla="*/ 739 h 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81" h="739">
                  <a:moveTo>
                    <a:pt x="1652" y="739"/>
                  </a:moveTo>
                  <a:lnTo>
                    <a:pt x="1244" y="29"/>
                  </a:lnTo>
                  <a:lnTo>
                    <a:pt x="438" y="29"/>
                  </a:lnTo>
                  <a:lnTo>
                    <a:pt x="27" y="739"/>
                  </a:lnTo>
                  <a:lnTo>
                    <a:pt x="0" y="723"/>
                  </a:lnTo>
                  <a:lnTo>
                    <a:pt x="419" y="0"/>
                  </a:lnTo>
                  <a:lnTo>
                    <a:pt x="1262" y="0"/>
                  </a:lnTo>
                  <a:lnTo>
                    <a:pt x="1681" y="723"/>
                  </a:lnTo>
                  <a:lnTo>
                    <a:pt x="1652" y="739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6" name="Oval 253"/>
            <p:cNvSpPr>
              <a:spLocks noChangeArrowheads="1"/>
            </p:cNvSpPr>
            <p:nvPr/>
          </p:nvSpPr>
          <p:spPr bwMode="auto">
            <a:xfrm>
              <a:off x="10802576" y="968544"/>
              <a:ext cx="6217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7" name="Oval 254"/>
            <p:cNvSpPr>
              <a:spLocks noChangeArrowheads="1"/>
            </p:cNvSpPr>
            <p:nvPr/>
          </p:nvSpPr>
          <p:spPr bwMode="auto">
            <a:xfrm>
              <a:off x="11379232" y="968544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8" name="Oval 255"/>
            <p:cNvSpPr>
              <a:spLocks noChangeArrowheads="1"/>
            </p:cNvSpPr>
            <p:nvPr/>
          </p:nvSpPr>
          <p:spPr bwMode="auto">
            <a:xfrm>
              <a:off x="10946827" y="718811"/>
              <a:ext cx="62521" cy="6217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9" name="Oval 256"/>
            <p:cNvSpPr>
              <a:spLocks noChangeArrowheads="1"/>
            </p:cNvSpPr>
            <p:nvPr/>
          </p:nvSpPr>
          <p:spPr bwMode="auto">
            <a:xfrm>
              <a:off x="10946827" y="1217579"/>
              <a:ext cx="62521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0" name="Oval 257"/>
            <p:cNvSpPr>
              <a:spLocks noChangeArrowheads="1"/>
            </p:cNvSpPr>
            <p:nvPr/>
          </p:nvSpPr>
          <p:spPr bwMode="auto">
            <a:xfrm>
              <a:off x="11234981" y="718811"/>
              <a:ext cx="61473" cy="6217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1" name="Oval 258"/>
            <p:cNvSpPr>
              <a:spLocks noChangeArrowheads="1"/>
            </p:cNvSpPr>
            <p:nvPr/>
          </p:nvSpPr>
          <p:spPr bwMode="auto">
            <a:xfrm>
              <a:off x="11234981" y="1217579"/>
              <a:ext cx="61473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2" name="Freeform 259"/>
            <p:cNvSpPr/>
            <p:nvPr/>
          </p:nvSpPr>
          <p:spPr bwMode="auto">
            <a:xfrm>
              <a:off x="11260827" y="495973"/>
              <a:ext cx="153682" cy="255321"/>
            </a:xfrm>
            <a:custGeom>
              <a:avLst/>
              <a:gdLst>
                <a:gd name="T0" fmla="*/ 27 w 440"/>
                <a:gd name="T1" fmla="*/ 731 h 731"/>
                <a:gd name="T2" fmla="*/ 0 w 440"/>
                <a:gd name="T3" fmla="*/ 715 h 731"/>
                <a:gd name="T4" fmla="*/ 414 w 440"/>
                <a:gd name="T5" fmla="*/ 0 h 731"/>
                <a:gd name="T6" fmla="*/ 440 w 440"/>
                <a:gd name="T7" fmla="*/ 16 h 731"/>
                <a:gd name="T8" fmla="*/ 27 w 440"/>
                <a:gd name="T9" fmla="*/ 731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0" h="731">
                  <a:moveTo>
                    <a:pt x="27" y="731"/>
                  </a:moveTo>
                  <a:lnTo>
                    <a:pt x="0" y="715"/>
                  </a:lnTo>
                  <a:lnTo>
                    <a:pt x="414" y="0"/>
                  </a:lnTo>
                  <a:lnTo>
                    <a:pt x="440" y="16"/>
                  </a:lnTo>
                  <a:lnTo>
                    <a:pt x="27" y="731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3" name="Oval 260"/>
            <p:cNvSpPr>
              <a:spLocks noChangeArrowheads="1"/>
            </p:cNvSpPr>
            <p:nvPr/>
          </p:nvSpPr>
          <p:spPr bwMode="auto">
            <a:xfrm>
              <a:off x="11379232" y="468031"/>
              <a:ext cx="62521" cy="6217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4" name="Freeform 261"/>
            <p:cNvSpPr/>
            <p:nvPr/>
          </p:nvSpPr>
          <p:spPr bwMode="auto">
            <a:xfrm>
              <a:off x="9532257" y="1497000"/>
              <a:ext cx="153682" cy="255670"/>
            </a:xfrm>
            <a:custGeom>
              <a:avLst/>
              <a:gdLst>
                <a:gd name="T0" fmla="*/ 27 w 440"/>
                <a:gd name="T1" fmla="*/ 732 h 732"/>
                <a:gd name="T2" fmla="*/ 0 w 440"/>
                <a:gd name="T3" fmla="*/ 716 h 732"/>
                <a:gd name="T4" fmla="*/ 411 w 440"/>
                <a:gd name="T5" fmla="*/ 0 h 732"/>
                <a:gd name="T6" fmla="*/ 440 w 440"/>
                <a:gd name="T7" fmla="*/ 16 h 732"/>
                <a:gd name="T8" fmla="*/ 27 w 440"/>
                <a:gd name="T9" fmla="*/ 732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0" h="732">
                  <a:moveTo>
                    <a:pt x="27" y="732"/>
                  </a:moveTo>
                  <a:lnTo>
                    <a:pt x="0" y="716"/>
                  </a:lnTo>
                  <a:lnTo>
                    <a:pt x="411" y="0"/>
                  </a:lnTo>
                  <a:lnTo>
                    <a:pt x="440" y="16"/>
                  </a:lnTo>
                  <a:lnTo>
                    <a:pt x="27" y="732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5" name="Oval 262"/>
            <p:cNvSpPr>
              <a:spLocks noChangeArrowheads="1"/>
            </p:cNvSpPr>
            <p:nvPr/>
          </p:nvSpPr>
          <p:spPr bwMode="auto">
            <a:xfrm>
              <a:off x="9505362" y="1719839"/>
              <a:ext cx="6217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6" name="Oval 263"/>
            <p:cNvSpPr>
              <a:spLocks noChangeArrowheads="1"/>
            </p:cNvSpPr>
            <p:nvPr/>
          </p:nvSpPr>
          <p:spPr bwMode="auto">
            <a:xfrm>
              <a:off x="9650661" y="1470106"/>
              <a:ext cx="61473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" name="Freeform 264"/>
            <p:cNvSpPr/>
            <p:nvPr/>
          </p:nvSpPr>
          <p:spPr bwMode="auto">
            <a:xfrm>
              <a:off x="11693232" y="1244473"/>
              <a:ext cx="153682" cy="255321"/>
            </a:xfrm>
            <a:custGeom>
              <a:avLst/>
              <a:gdLst>
                <a:gd name="T0" fmla="*/ 27 w 440"/>
                <a:gd name="T1" fmla="*/ 731 h 731"/>
                <a:gd name="T2" fmla="*/ 0 w 440"/>
                <a:gd name="T3" fmla="*/ 715 h 731"/>
                <a:gd name="T4" fmla="*/ 411 w 440"/>
                <a:gd name="T5" fmla="*/ 0 h 731"/>
                <a:gd name="T6" fmla="*/ 440 w 440"/>
                <a:gd name="T7" fmla="*/ 16 h 731"/>
                <a:gd name="T8" fmla="*/ 27 w 440"/>
                <a:gd name="T9" fmla="*/ 731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0" h="731">
                  <a:moveTo>
                    <a:pt x="27" y="731"/>
                  </a:moveTo>
                  <a:lnTo>
                    <a:pt x="0" y="715"/>
                  </a:lnTo>
                  <a:lnTo>
                    <a:pt x="411" y="0"/>
                  </a:lnTo>
                  <a:lnTo>
                    <a:pt x="440" y="16"/>
                  </a:lnTo>
                  <a:lnTo>
                    <a:pt x="27" y="731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" name="Oval 265"/>
            <p:cNvSpPr>
              <a:spLocks noChangeArrowheads="1"/>
            </p:cNvSpPr>
            <p:nvPr/>
          </p:nvSpPr>
          <p:spPr bwMode="auto">
            <a:xfrm>
              <a:off x="11666338" y="1467312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" name="Oval 266"/>
            <p:cNvSpPr>
              <a:spLocks noChangeArrowheads="1"/>
            </p:cNvSpPr>
            <p:nvPr/>
          </p:nvSpPr>
          <p:spPr bwMode="auto">
            <a:xfrm>
              <a:off x="11811636" y="1217579"/>
              <a:ext cx="61473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0" name="Freeform 267"/>
            <p:cNvSpPr/>
            <p:nvPr/>
          </p:nvSpPr>
          <p:spPr bwMode="auto">
            <a:xfrm>
              <a:off x="10397066" y="495973"/>
              <a:ext cx="153682" cy="255321"/>
            </a:xfrm>
            <a:custGeom>
              <a:avLst/>
              <a:gdLst>
                <a:gd name="T0" fmla="*/ 27 w 440"/>
                <a:gd name="T1" fmla="*/ 731 h 731"/>
                <a:gd name="T2" fmla="*/ 0 w 440"/>
                <a:gd name="T3" fmla="*/ 715 h 731"/>
                <a:gd name="T4" fmla="*/ 411 w 440"/>
                <a:gd name="T5" fmla="*/ 0 h 731"/>
                <a:gd name="T6" fmla="*/ 440 w 440"/>
                <a:gd name="T7" fmla="*/ 16 h 731"/>
                <a:gd name="T8" fmla="*/ 27 w 440"/>
                <a:gd name="T9" fmla="*/ 731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0" h="731">
                  <a:moveTo>
                    <a:pt x="27" y="731"/>
                  </a:moveTo>
                  <a:lnTo>
                    <a:pt x="0" y="715"/>
                  </a:lnTo>
                  <a:lnTo>
                    <a:pt x="411" y="0"/>
                  </a:lnTo>
                  <a:lnTo>
                    <a:pt x="440" y="16"/>
                  </a:lnTo>
                  <a:lnTo>
                    <a:pt x="27" y="731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" name="Oval 268"/>
            <p:cNvSpPr>
              <a:spLocks noChangeArrowheads="1"/>
            </p:cNvSpPr>
            <p:nvPr/>
          </p:nvSpPr>
          <p:spPr bwMode="auto">
            <a:xfrm>
              <a:off x="10370172" y="718811"/>
              <a:ext cx="62171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" name="Oval 269"/>
            <p:cNvSpPr>
              <a:spLocks noChangeArrowheads="1"/>
            </p:cNvSpPr>
            <p:nvPr/>
          </p:nvSpPr>
          <p:spPr bwMode="auto">
            <a:xfrm>
              <a:off x="10515470" y="468031"/>
              <a:ext cx="61473" cy="6217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" name="Freeform 270"/>
            <p:cNvSpPr/>
            <p:nvPr/>
          </p:nvSpPr>
          <p:spPr bwMode="auto">
            <a:xfrm>
              <a:off x="10397066" y="245192"/>
              <a:ext cx="153682" cy="255321"/>
            </a:xfrm>
            <a:custGeom>
              <a:avLst/>
              <a:gdLst>
                <a:gd name="T0" fmla="*/ 413 w 440"/>
                <a:gd name="T1" fmla="*/ 731 h 731"/>
                <a:gd name="T2" fmla="*/ 0 w 440"/>
                <a:gd name="T3" fmla="*/ 16 h 731"/>
                <a:gd name="T4" fmla="*/ 27 w 440"/>
                <a:gd name="T5" fmla="*/ 0 h 731"/>
                <a:gd name="T6" fmla="*/ 440 w 440"/>
                <a:gd name="T7" fmla="*/ 715 h 731"/>
                <a:gd name="T8" fmla="*/ 413 w 440"/>
                <a:gd name="T9" fmla="*/ 731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0" h="731">
                  <a:moveTo>
                    <a:pt x="413" y="731"/>
                  </a:moveTo>
                  <a:lnTo>
                    <a:pt x="0" y="16"/>
                  </a:lnTo>
                  <a:lnTo>
                    <a:pt x="27" y="0"/>
                  </a:lnTo>
                  <a:lnTo>
                    <a:pt x="440" y="715"/>
                  </a:lnTo>
                  <a:lnTo>
                    <a:pt x="413" y="731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" name="Oval 271"/>
            <p:cNvSpPr>
              <a:spLocks noChangeArrowheads="1"/>
            </p:cNvSpPr>
            <p:nvPr/>
          </p:nvSpPr>
          <p:spPr bwMode="auto">
            <a:xfrm>
              <a:off x="10370172" y="217949"/>
              <a:ext cx="62171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" name="Freeform 272"/>
            <p:cNvSpPr/>
            <p:nvPr/>
          </p:nvSpPr>
          <p:spPr bwMode="auto">
            <a:xfrm>
              <a:off x="9532257" y="748500"/>
              <a:ext cx="153682" cy="255321"/>
            </a:xfrm>
            <a:custGeom>
              <a:avLst/>
              <a:gdLst>
                <a:gd name="T0" fmla="*/ 413 w 440"/>
                <a:gd name="T1" fmla="*/ 731 h 731"/>
                <a:gd name="T2" fmla="*/ 0 w 440"/>
                <a:gd name="T3" fmla="*/ 16 h 731"/>
                <a:gd name="T4" fmla="*/ 27 w 440"/>
                <a:gd name="T5" fmla="*/ 0 h 731"/>
                <a:gd name="T6" fmla="*/ 440 w 440"/>
                <a:gd name="T7" fmla="*/ 715 h 731"/>
                <a:gd name="T8" fmla="*/ 413 w 440"/>
                <a:gd name="T9" fmla="*/ 731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0" h="731">
                  <a:moveTo>
                    <a:pt x="413" y="731"/>
                  </a:moveTo>
                  <a:lnTo>
                    <a:pt x="0" y="16"/>
                  </a:lnTo>
                  <a:lnTo>
                    <a:pt x="27" y="0"/>
                  </a:lnTo>
                  <a:lnTo>
                    <a:pt x="440" y="715"/>
                  </a:lnTo>
                  <a:lnTo>
                    <a:pt x="413" y="731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6" name="Oval 273"/>
            <p:cNvSpPr>
              <a:spLocks noChangeArrowheads="1"/>
            </p:cNvSpPr>
            <p:nvPr/>
          </p:nvSpPr>
          <p:spPr bwMode="auto">
            <a:xfrm>
              <a:off x="9650661" y="971339"/>
              <a:ext cx="61473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7" name="Oval 274"/>
            <p:cNvSpPr>
              <a:spLocks noChangeArrowheads="1"/>
            </p:cNvSpPr>
            <p:nvPr/>
          </p:nvSpPr>
          <p:spPr bwMode="auto">
            <a:xfrm>
              <a:off x="9505362" y="720558"/>
              <a:ext cx="6217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8" name="Freeform 275"/>
            <p:cNvSpPr/>
            <p:nvPr/>
          </p:nvSpPr>
          <p:spPr bwMode="auto">
            <a:xfrm>
              <a:off x="9962915" y="1244473"/>
              <a:ext cx="438692" cy="510992"/>
            </a:xfrm>
            <a:custGeom>
              <a:avLst/>
              <a:gdLst>
                <a:gd name="T0" fmla="*/ 1256 w 1256"/>
                <a:gd name="T1" fmla="*/ 1463 h 1463"/>
                <a:gd name="T2" fmla="*/ 421 w 1256"/>
                <a:gd name="T3" fmla="*/ 1463 h 1463"/>
                <a:gd name="T4" fmla="*/ 0 w 1256"/>
                <a:gd name="T5" fmla="*/ 731 h 1463"/>
                <a:gd name="T6" fmla="*/ 421 w 1256"/>
                <a:gd name="T7" fmla="*/ 0 h 1463"/>
                <a:gd name="T8" fmla="*/ 1256 w 1256"/>
                <a:gd name="T9" fmla="*/ 0 h 1463"/>
                <a:gd name="T10" fmla="*/ 1256 w 1256"/>
                <a:gd name="T11" fmla="*/ 32 h 1463"/>
                <a:gd name="T12" fmla="*/ 440 w 1256"/>
                <a:gd name="T13" fmla="*/ 32 h 1463"/>
                <a:gd name="T14" fmla="*/ 37 w 1256"/>
                <a:gd name="T15" fmla="*/ 731 h 1463"/>
                <a:gd name="T16" fmla="*/ 440 w 1256"/>
                <a:gd name="T17" fmla="*/ 1431 h 1463"/>
                <a:gd name="T18" fmla="*/ 1256 w 1256"/>
                <a:gd name="T19" fmla="*/ 1431 h 1463"/>
                <a:gd name="T20" fmla="*/ 1256 w 1256"/>
                <a:gd name="T21" fmla="*/ 1463 h 1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56" h="1463">
                  <a:moveTo>
                    <a:pt x="1256" y="1463"/>
                  </a:moveTo>
                  <a:lnTo>
                    <a:pt x="421" y="1463"/>
                  </a:lnTo>
                  <a:lnTo>
                    <a:pt x="0" y="731"/>
                  </a:lnTo>
                  <a:lnTo>
                    <a:pt x="421" y="0"/>
                  </a:lnTo>
                  <a:lnTo>
                    <a:pt x="1256" y="0"/>
                  </a:lnTo>
                  <a:lnTo>
                    <a:pt x="1256" y="32"/>
                  </a:lnTo>
                  <a:lnTo>
                    <a:pt x="440" y="32"/>
                  </a:lnTo>
                  <a:lnTo>
                    <a:pt x="37" y="731"/>
                  </a:lnTo>
                  <a:lnTo>
                    <a:pt x="440" y="1431"/>
                  </a:lnTo>
                  <a:lnTo>
                    <a:pt x="1256" y="1431"/>
                  </a:lnTo>
                  <a:lnTo>
                    <a:pt x="1256" y="1463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9" name="Oval 276"/>
            <p:cNvSpPr>
              <a:spLocks noChangeArrowheads="1"/>
            </p:cNvSpPr>
            <p:nvPr/>
          </p:nvSpPr>
          <p:spPr bwMode="auto">
            <a:xfrm>
              <a:off x="9937767" y="1470106"/>
              <a:ext cx="62171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0" name="Oval 277"/>
            <p:cNvSpPr>
              <a:spLocks noChangeArrowheads="1"/>
            </p:cNvSpPr>
            <p:nvPr/>
          </p:nvSpPr>
          <p:spPr bwMode="auto">
            <a:xfrm>
              <a:off x="10083066" y="1219325"/>
              <a:ext cx="61473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1" name="Oval 278"/>
            <p:cNvSpPr>
              <a:spLocks noChangeArrowheads="1"/>
            </p:cNvSpPr>
            <p:nvPr/>
          </p:nvSpPr>
          <p:spPr bwMode="auto">
            <a:xfrm>
              <a:off x="10083066" y="1718092"/>
              <a:ext cx="61473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2" name="Oval 279"/>
            <p:cNvSpPr>
              <a:spLocks noChangeArrowheads="1"/>
            </p:cNvSpPr>
            <p:nvPr/>
          </p:nvSpPr>
          <p:spPr bwMode="auto">
            <a:xfrm>
              <a:off x="10370172" y="1219325"/>
              <a:ext cx="6217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3" name="Freeform 280"/>
            <p:cNvSpPr/>
            <p:nvPr/>
          </p:nvSpPr>
          <p:spPr bwMode="auto">
            <a:xfrm>
              <a:off x="10395319" y="993693"/>
              <a:ext cx="587833" cy="508198"/>
            </a:xfrm>
            <a:custGeom>
              <a:avLst/>
              <a:gdLst>
                <a:gd name="T0" fmla="*/ 416 w 1683"/>
                <a:gd name="T1" fmla="*/ 1455 h 1455"/>
                <a:gd name="T2" fmla="*/ 0 w 1683"/>
                <a:gd name="T3" fmla="*/ 731 h 1455"/>
                <a:gd name="T4" fmla="*/ 421 w 1683"/>
                <a:gd name="T5" fmla="*/ 0 h 1455"/>
                <a:gd name="T6" fmla="*/ 1264 w 1683"/>
                <a:gd name="T7" fmla="*/ 0 h 1455"/>
                <a:gd name="T8" fmla="*/ 1683 w 1683"/>
                <a:gd name="T9" fmla="*/ 723 h 1455"/>
                <a:gd name="T10" fmla="*/ 1654 w 1683"/>
                <a:gd name="T11" fmla="*/ 739 h 1455"/>
                <a:gd name="T12" fmla="*/ 1246 w 1683"/>
                <a:gd name="T13" fmla="*/ 32 h 1455"/>
                <a:gd name="T14" fmla="*/ 440 w 1683"/>
                <a:gd name="T15" fmla="*/ 32 h 1455"/>
                <a:gd name="T16" fmla="*/ 34 w 1683"/>
                <a:gd name="T17" fmla="*/ 731 h 1455"/>
                <a:gd name="T18" fmla="*/ 442 w 1683"/>
                <a:gd name="T19" fmla="*/ 1439 h 1455"/>
                <a:gd name="T20" fmla="*/ 416 w 1683"/>
                <a:gd name="T21" fmla="*/ 1455 h 14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683" h="1455">
                  <a:moveTo>
                    <a:pt x="416" y="1455"/>
                  </a:moveTo>
                  <a:lnTo>
                    <a:pt x="0" y="731"/>
                  </a:lnTo>
                  <a:lnTo>
                    <a:pt x="421" y="0"/>
                  </a:lnTo>
                  <a:lnTo>
                    <a:pt x="1264" y="0"/>
                  </a:lnTo>
                  <a:lnTo>
                    <a:pt x="1683" y="723"/>
                  </a:lnTo>
                  <a:lnTo>
                    <a:pt x="1654" y="739"/>
                  </a:lnTo>
                  <a:lnTo>
                    <a:pt x="1246" y="32"/>
                  </a:lnTo>
                  <a:lnTo>
                    <a:pt x="440" y="32"/>
                  </a:lnTo>
                  <a:lnTo>
                    <a:pt x="34" y="731"/>
                  </a:lnTo>
                  <a:lnTo>
                    <a:pt x="442" y="1439"/>
                  </a:lnTo>
                  <a:lnTo>
                    <a:pt x="416" y="1455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4" name="Oval 281"/>
            <p:cNvSpPr>
              <a:spLocks noChangeArrowheads="1"/>
            </p:cNvSpPr>
            <p:nvPr/>
          </p:nvSpPr>
          <p:spPr bwMode="auto">
            <a:xfrm>
              <a:off x="10514423" y="968544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5" name="Freeform 282"/>
            <p:cNvSpPr/>
            <p:nvPr/>
          </p:nvSpPr>
          <p:spPr bwMode="auto">
            <a:xfrm>
              <a:off x="9964661" y="742912"/>
              <a:ext cx="436945" cy="258116"/>
            </a:xfrm>
            <a:custGeom>
              <a:avLst/>
              <a:gdLst>
                <a:gd name="T0" fmla="*/ 27 w 1251"/>
                <a:gd name="T1" fmla="*/ 739 h 739"/>
                <a:gd name="T2" fmla="*/ 0 w 1251"/>
                <a:gd name="T3" fmla="*/ 723 h 739"/>
                <a:gd name="T4" fmla="*/ 416 w 1251"/>
                <a:gd name="T5" fmla="*/ 0 h 739"/>
                <a:gd name="T6" fmla="*/ 1251 w 1251"/>
                <a:gd name="T7" fmla="*/ 0 h 739"/>
                <a:gd name="T8" fmla="*/ 1251 w 1251"/>
                <a:gd name="T9" fmla="*/ 32 h 739"/>
                <a:gd name="T10" fmla="*/ 435 w 1251"/>
                <a:gd name="T11" fmla="*/ 32 h 739"/>
                <a:gd name="T12" fmla="*/ 27 w 1251"/>
                <a:gd name="T13" fmla="*/ 739 h 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51" h="739">
                  <a:moveTo>
                    <a:pt x="27" y="739"/>
                  </a:moveTo>
                  <a:lnTo>
                    <a:pt x="0" y="723"/>
                  </a:lnTo>
                  <a:lnTo>
                    <a:pt x="416" y="0"/>
                  </a:lnTo>
                  <a:lnTo>
                    <a:pt x="1251" y="0"/>
                  </a:lnTo>
                  <a:lnTo>
                    <a:pt x="1251" y="32"/>
                  </a:lnTo>
                  <a:lnTo>
                    <a:pt x="435" y="32"/>
                  </a:lnTo>
                  <a:lnTo>
                    <a:pt x="27" y="739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6" name="Oval 283"/>
            <p:cNvSpPr>
              <a:spLocks noChangeArrowheads="1"/>
            </p:cNvSpPr>
            <p:nvPr/>
          </p:nvSpPr>
          <p:spPr bwMode="auto">
            <a:xfrm>
              <a:off x="10083066" y="718811"/>
              <a:ext cx="61473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7" name="Freeform 284"/>
            <p:cNvSpPr/>
            <p:nvPr/>
          </p:nvSpPr>
          <p:spPr bwMode="auto">
            <a:xfrm>
              <a:off x="11259081" y="1492460"/>
              <a:ext cx="587833" cy="510992"/>
            </a:xfrm>
            <a:custGeom>
              <a:avLst/>
              <a:gdLst>
                <a:gd name="T0" fmla="*/ 1257 w 1683"/>
                <a:gd name="T1" fmla="*/ 1463 h 1463"/>
                <a:gd name="T2" fmla="*/ 421 w 1683"/>
                <a:gd name="T3" fmla="*/ 1463 h 1463"/>
                <a:gd name="T4" fmla="*/ 0 w 1683"/>
                <a:gd name="T5" fmla="*/ 731 h 1463"/>
                <a:gd name="T6" fmla="*/ 421 w 1683"/>
                <a:gd name="T7" fmla="*/ 0 h 1463"/>
                <a:gd name="T8" fmla="*/ 1267 w 1683"/>
                <a:gd name="T9" fmla="*/ 0 h 1463"/>
                <a:gd name="T10" fmla="*/ 1683 w 1683"/>
                <a:gd name="T11" fmla="*/ 723 h 1463"/>
                <a:gd name="T12" fmla="*/ 1657 w 1683"/>
                <a:gd name="T13" fmla="*/ 739 h 1463"/>
                <a:gd name="T14" fmla="*/ 1249 w 1683"/>
                <a:gd name="T15" fmla="*/ 32 h 1463"/>
                <a:gd name="T16" fmla="*/ 440 w 1683"/>
                <a:gd name="T17" fmla="*/ 32 h 1463"/>
                <a:gd name="T18" fmla="*/ 37 w 1683"/>
                <a:gd name="T19" fmla="*/ 731 h 1463"/>
                <a:gd name="T20" fmla="*/ 440 w 1683"/>
                <a:gd name="T21" fmla="*/ 1431 h 1463"/>
                <a:gd name="T22" fmla="*/ 1257 w 1683"/>
                <a:gd name="T23" fmla="*/ 1431 h 1463"/>
                <a:gd name="T24" fmla="*/ 1257 w 1683"/>
                <a:gd name="T25" fmla="*/ 1463 h 1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83" h="1463">
                  <a:moveTo>
                    <a:pt x="1257" y="1463"/>
                  </a:moveTo>
                  <a:lnTo>
                    <a:pt x="421" y="1463"/>
                  </a:lnTo>
                  <a:lnTo>
                    <a:pt x="0" y="731"/>
                  </a:lnTo>
                  <a:lnTo>
                    <a:pt x="421" y="0"/>
                  </a:lnTo>
                  <a:lnTo>
                    <a:pt x="1267" y="0"/>
                  </a:lnTo>
                  <a:lnTo>
                    <a:pt x="1683" y="723"/>
                  </a:lnTo>
                  <a:lnTo>
                    <a:pt x="1657" y="739"/>
                  </a:lnTo>
                  <a:lnTo>
                    <a:pt x="1249" y="32"/>
                  </a:lnTo>
                  <a:lnTo>
                    <a:pt x="440" y="32"/>
                  </a:lnTo>
                  <a:lnTo>
                    <a:pt x="37" y="731"/>
                  </a:lnTo>
                  <a:lnTo>
                    <a:pt x="440" y="1431"/>
                  </a:lnTo>
                  <a:lnTo>
                    <a:pt x="1257" y="1431"/>
                  </a:lnTo>
                  <a:lnTo>
                    <a:pt x="1257" y="1463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8" name="Oval 285"/>
            <p:cNvSpPr>
              <a:spLocks noChangeArrowheads="1"/>
            </p:cNvSpPr>
            <p:nvPr/>
          </p:nvSpPr>
          <p:spPr bwMode="auto">
            <a:xfrm>
              <a:off x="11234981" y="1718092"/>
              <a:ext cx="61473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9" name="Oval 286"/>
            <p:cNvSpPr>
              <a:spLocks noChangeArrowheads="1"/>
            </p:cNvSpPr>
            <p:nvPr/>
          </p:nvSpPr>
          <p:spPr bwMode="auto">
            <a:xfrm>
              <a:off x="11811636" y="1718092"/>
              <a:ext cx="61473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0" name="Oval 287"/>
            <p:cNvSpPr>
              <a:spLocks noChangeArrowheads="1"/>
            </p:cNvSpPr>
            <p:nvPr/>
          </p:nvSpPr>
          <p:spPr bwMode="auto">
            <a:xfrm>
              <a:off x="11379232" y="1467312"/>
              <a:ext cx="61473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1" name="Oval 288"/>
            <p:cNvSpPr>
              <a:spLocks noChangeArrowheads="1"/>
            </p:cNvSpPr>
            <p:nvPr/>
          </p:nvSpPr>
          <p:spPr bwMode="auto">
            <a:xfrm>
              <a:off x="11379232" y="1966079"/>
              <a:ext cx="61473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2" name="Oval 289"/>
            <p:cNvSpPr>
              <a:spLocks noChangeArrowheads="1"/>
            </p:cNvSpPr>
            <p:nvPr/>
          </p:nvSpPr>
          <p:spPr bwMode="auto">
            <a:xfrm>
              <a:off x="11666338" y="1966079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3" name="Freeform 290"/>
            <p:cNvSpPr/>
            <p:nvPr/>
          </p:nvSpPr>
          <p:spPr bwMode="auto">
            <a:xfrm>
              <a:off x="9532257" y="995439"/>
              <a:ext cx="586087" cy="258465"/>
            </a:xfrm>
            <a:custGeom>
              <a:avLst/>
              <a:gdLst>
                <a:gd name="T0" fmla="*/ 27 w 1678"/>
                <a:gd name="T1" fmla="*/ 740 h 740"/>
                <a:gd name="T2" fmla="*/ 0 w 1678"/>
                <a:gd name="T3" fmla="*/ 724 h 740"/>
                <a:gd name="T4" fmla="*/ 416 w 1678"/>
                <a:gd name="T5" fmla="*/ 0 h 740"/>
                <a:gd name="T6" fmla="*/ 1262 w 1678"/>
                <a:gd name="T7" fmla="*/ 0 h 740"/>
                <a:gd name="T8" fmla="*/ 1678 w 1678"/>
                <a:gd name="T9" fmla="*/ 724 h 740"/>
                <a:gd name="T10" fmla="*/ 1651 w 1678"/>
                <a:gd name="T11" fmla="*/ 740 h 740"/>
                <a:gd name="T12" fmla="*/ 1243 w 1678"/>
                <a:gd name="T13" fmla="*/ 32 h 740"/>
                <a:gd name="T14" fmla="*/ 435 w 1678"/>
                <a:gd name="T15" fmla="*/ 32 h 740"/>
                <a:gd name="T16" fmla="*/ 27 w 1678"/>
                <a:gd name="T17" fmla="*/ 740 h 7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8" h="740">
                  <a:moveTo>
                    <a:pt x="27" y="740"/>
                  </a:moveTo>
                  <a:lnTo>
                    <a:pt x="0" y="724"/>
                  </a:lnTo>
                  <a:lnTo>
                    <a:pt x="416" y="0"/>
                  </a:lnTo>
                  <a:lnTo>
                    <a:pt x="1262" y="0"/>
                  </a:lnTo>
                  <a:lnTo>
                    <a:pt x="1678" y="724"/>
                  </a:lnTo>
                  <a:lnTo>
                    <a:pt x="1651" y="740"/>
                  </a:lnTo>
                  <a:lnTo>
                    <a:pt x="1243" y="32"/>
                  </a:lnTo>
                  <a:lnTo>
                    <a:pt x="435" y="32"/>
                  </a:lnTo>
                  <a:lnTo>
                    <a:pt x="27" y="740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4" name="Rectangle 291"/>
            <p:cNvSpPr>
              <a:spLocks noChangeArrowheads="1"/>
            </p:cNvSpPr>
            <p:nvPr/>
          </p:nvSpPr>
          <p:spPr bwMode="auto">
            <a:xfrm>
              <a:off x="9681398" y="1496302"/>
              <a:ext cx="287804" cy="11177"/>
            </a:xfrm>
            <a:prstGeom prst="rect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5" name="Oval 292"/>
            <p:cNvSpPr>
              <a:spLocks noChangeArrowheads="1"/>
            </p:cNvSpPr>
            <p:nvPr/>
          </p:nvSpPr>
          <p:spPr bwMode="auto">
            <a:xfrm>
              <a:off x="9506060" y="1221072"/>
              <a:ext cx="61473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6" name="Oval 293"/>
            <p:cNvSpPr>
              <a:spLocks noChangeArrowheads="1"/>
            </p:cNvSpPr>
            <p:nvPr/>
          </p:nvSpPr>
          <p:spPr bwMode="auto">
            <a:xfrm>
              <a:off x="9937767" y="971339"/>
              <a:ext cx="62171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7" name="Freeform 294"/>
            <p:cNvSpPr/>
            <p:nvPr/>
          </p:nvSpPr>
          <p:spPr bwMode="auto">
            <a:xfrm>
              <a:off x="10828422" y="1241679"/>
              <a:ext cx="587134" cy="258116"/>
            </a:xfrm>
            <a:custGeom>
              <a:avLst/>
              <a:gdLst>
                <a:gd name="T0" fmla="*/ 1652 w 1681"/>
                <a:gd name="T1" fmla="*/ 739 h 739"/>
                <a:gd name="T2" fmla="*/ 1244 w 1681"/>
                <a:gd name="T3" fmla="*/ 32 h 739"/>
                <a:gd name="T4" fmla="*/ 435 w 1681"/>
                <a:gd name="T5" fmla="*/ 32 h 739"/>
                <a:gd name="T6" fmla="*/ 27 w 1681"/>
                <a:gd name="T7" fmla="*/ 739 h 739"/>
                <a:gd name="T8" fmla="*/ 0 w 1681"/>
                <a:gd name="T9" fmla="*/ 723 h 739"/>
                <a:gd name="T10" fmla="*/ 416 w 1681"/>
                <a:gd name="T11" fmla="*/ 0 h 739"/>
                <a:gd name="T12" fmla="*/ 1262 w 1681"/>
                <a:gd name="T13" fmla="*/ 0 h 739"/>
                <a:gd name="T14" fmla="*/ 1681 w 1681"/>
                <a:gd name="T15" fmla="*/ 723 h 739"/>
                <a:gd name="T16" fmla="*/ 1652 w 1681"/>
                <a:gd name="T17" fmla="*/ 739 h 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81" h="739">
                  <a:moveTo>
                    <a:pt x="1652" y="739"/>
                  </a:moveTo>
                  <a:lnTo>
                    <a:pt x="1244" y="32"/>
                  </a:lnTo>
                  <a:lnTo>
                    <a:pt x="435" y="32"/>
                  </a:lnTo>
                  <a:lnTo>
                    <a:pt x="27" y="739"/>
                  </a:lnTo>
                  <a:lnTo>
                    <a:pt x="0" y="723"/>
                  </a:lnTo>
                  <a:lnTo>
                    <a:pt x="416" y="0"/>
                  </a:lnTo>
                  <a:lnTo>
                    <a:pt x="1262" y="0"/>
                  </a:lnTo>
                  <a:lnTo>
                    <a:pt x="1681" y="723"/>
                  </a:lnTo>
                  <a:lnTo>
                    <a:pt x="1652" y="739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8" name="Freeform 295"/>
            <p:cNvSpPr/>
            <p:nvPr/>
          </p:nvSpPr>
          <p:spPr bwMode="auto">
            <a:xfrm>
              <a:off x="10826676" y="2240960"/>
              <a:ext cx="587833" cy="508198"/>
            </a:xfrm>
            <a:custGeom>
              <a:avLst/>
              <a:gdLst>
                <a:gd name="T0" fmla="*/ 419 w 1683"/>
                <a:gd name="T1" fmla="*/ 1455 h 1455"/>
                <a:gd name="T2" fmla="*/ 0 w 1683"/>
                <a:gd name="T3" fmla="*/ 732 h 1455"/>
                <a:gd name="T4" fmla="*/ 421 w 1683"/>
                <a:gd name="T5" fmla="*/ 0 h 1455"/>
                <a:gd name="T6" fmla="*/ 1267 w 1683"/>
                <a:gd name="T7" fmla="*/ 0 h 1455"/>
                <a:gd name="T8" fmla="*/ 1683 w 1683"/>
                <a:gd name="T9" fmla="*/ 724 h 1455"/>
                <a:gd name="T10" fmla="*/ 1657 w 1683"/>
                <a:gd name="T11" fmla="*/ 740 h 1455"/>
                <a:gd name="T12" fmla="*/ 1249 w 1683"/>
                <a:gd name="T13" fmla="*/ 32 h 1455"/>
                <a:gd name="T14" fmla="*/ 440 w 1683"/>
                <a:gd name="T15" fmla="*/ 32 h 1455"/>
                <a:gd name="T16" fmla="*/ 37 w 1683"/>
                <a:gd name="T17" fmla="*/ 732 h 1455"/>
                <a:gd name="T18" fmla="*/ 445 w 1683"/>
                <a:gd name="T19" fmla="*/ 1439 h 1455"/>
                <a:gd name="T20" fmla="*/ 419 w 1683"/>
                <a:gd name="T21" fmla="*/ 1455 h 14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683" h="1455">
                  <a:moveTo>
                    <a:pt x="419" y="1455"/>
                  </a:moveTo>
                  <a:lnTo>
                    <a:pt x="0" y="732"/>
                  </a:lnTo>
                  <a:lnTo>
                    <a:pt x="421" y="0"/>
                  </a:lnTo>
                  <a:lnTo>
                    <a:pt x="1267" y="0"/>
                  </a:lnTo>
                  <a:lnTo>
                    <a:pt x="1683" y="724"/>
                  </a:lnTo>
                  <a:lnTo>
                    <a:pt x="1657" y="740"/>
                  </a:lnTo>
                  <a:lnTo>
                    <a:pt x="1249" y="32"/>
                  </a:lnTo>
                  <a:lnTo>
                    <a:pt x="440" y="32"/>
                  </a:lnTo>
                  <a:lnTo>
                    <a:pt x="37" y="732"/>
                  </a:lnTo>
                  <a:lnTo>
                    <a:pt x="445" y="1439"/>
                  </a:lnTo>
                  <a:lnTo>
                    <a:pt x="419" y="1455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9" name="Oval 296"/>
            <p:cNvSpPr>
              <a:spLocks noChangeArrowheads="1"/>
            </p:cNvSpPr>
            <p:nvPr/>
          </p:nvSpPr>
          <p:spPr bwMode="auto">
            <a:xfrm>
              <a:off x="10802576" y="2466592"/>
              <a:ext cx="61473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0" name="Oval 297"/>
            <p:cNvSpPr>
              <a:spLocks noChangeArrowheads="1"/>
            </p:cNvSpPr>
            <p:nvPr/>
          </p:nvSpPr>
          <p:spPr bwMode="auto">
            <a:xfrm>
              <a:off x="11379232" y="2466592"/>
              <a:ext cx="61473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1" name="Oval 298"/>
            <p:cNvSpPr>
              <a:spLocks noChangeArrowheads="1"/>
            </p:cNvSpPr>
            <p:nvPr/>
          </p:nvSpPr>
          <p:spPr bwMode="auto">
            <a:xfrm>
              <a:off x="10946827" y="2215812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2" name="Oval 299"/>
            <p:cNvSpPr>
              <a:spLocks noChangeArrowheads="1"/>
            </p:cNvSpPr>
            <p:nvPr/>
          </p:nvSpPr>
          <p:spPr bwMode="auto">
            <a:xfrm>
              <a:off x="10946827" y="2714579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3" name="Oval 300"/>
            <p:cNvSpPr>
              <a:spLocks noChangeArrowheads="1"/>
            </p:cNvSpPr>
            <p:nvPr/>
          </p:nvSpPr>
          <p:spPr bwMode="auto">
            <a:xfrm>
              <a:off x="11233933" y="2215812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4" name="Freeform 301"/>
            <p:cNvSpPr/>
            <p:nvPr/>
          </p:nvSpPr>
          <p:spPr bwMode="auto">
            <a:xfrm>
              <a:off x="11260827" y="1995069"/>
              <a:ext cx="154730" cy="256369"/>
            </a:xfrm>
            <a:custGeom>
              <a:avLst/>
              <a:gdLst>
                <a:gd name="T0" fmla="*/ 30 w 443"/>
                <a:gd name="T1" fmla="*/ 734 h 734"/>
                <a:gd name="T2" fmla="*/ 0 w 443"/>
                <a:gd name="T3" fmla="*/ 718 h 734"/>
                <a:gd name="T4" fmla="*/ 414 w 443"/>
                <a:gd name="T5" fmla="*/ 0 h 734"/>
                <a:gd name="T6" fmla="*/ 443 w 443"/>
                <a:gd name="T7" fmla="*/ 16 h 734"/>
                <a:gd name="T8" fmla="*/ 30 w 443"/>
                <a:gd name="T9" fmla="*/ 734 h 7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3" h="734">
                  <a:moveTo>
                    <a:pt x="30" y="734"/>
                  </a:moveTo>
                  <a:lnTo>
                    <a:pt x="0" y="718"/>
                  </a:lnTo>
                  <a:lnTo>
                    <a:pt x="414" y="0"/>
                  </a:lnTo>
                  <a:lnTo>
                    <a:pt x="443" y="16"/>
                  </a:lnTo>
                  <a:lnTo>
                    <a:pt x="30" y="734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5" name="Freeform 302"/>
            <p:cNvSpPr/>
            <p:nvPr/>
          </p:nvSpPr>
          <p:spPr bwMode="auto">
            <a:xfrm>
              <a:off x="10826676" y="1742193"/>
              <a:ext cx="439740" cy="509246"/>
            </a:xfrm>
            <a:custGeom>
              <a:avLst/>
              <a:gdLst>
                <a:gd name="T0" fmla="*/ 419 w 1259"/>
                <a:gd name="T1" fmla="*/ 1458 h 1458"/>
                <a:gd name="T2" fmla="*/ 0 w 1259"/>
                <a:gd name="T3" fmla="*/ 732 h 1458"/>
                <a:gd name="T4" fmla="*/ 421 w 1259"/>
                <a:gd name="T5" fmla="*/ 0 h 1458"/>
                <a:gd name="T6" fmla="*/ 1259 w 1259"/>
                <a:gd name="T7" fmla="*/ 0 h 1458"/>
                <a:gd name="T8" fmla="*/ 1259 w 1259"/>
                <a:gd name="T9" fmla="*/ 32 h 1458"/>
                <a:gd name="T10" fmla="*/ 440 w 1259"/>
                <a:gd name="T11" fmla="*/ 32 h 1458"/>
                <a:gd name="T12" fmla="*/ 37 w 1259"/>
                <a:gd name="T13" fmla="*/ 732 h 1458"/>
                <a:gd name="T14" fmla="*/ 445 w 1259"/>
                <a:gd name="T15" fmla="*/ 1442 h 1458"/>
                <a:gd name="T16" fmla="*/ 419 w 1259"/>
                <a:gd name="T17" fmla="*/ 1458 h 14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9" h="1458">
                  <a:moveTo>
                    <a:pt x="419" y="1458"/>
                  </a:moveTo>
                  <a:lnTo>
                    <a:pt x="0" y="732"/>
                  </a:lnTo>
                  <a:lnTo>
                    <a:pt x="421" y="0"/>
                  </a:lnTo>
                  <a:lnTo>
                    <a:pt x="1259" y="0"/>
                  </a:lnTo>
                  <a:lnTo>
                    <a:pt x="1259" y="32"/>
                  </a:lnTo>
                  <a:lnTo>
                    <a:pt x="440" y="32"/>
                  </a:lnTo>
                  <a:lnTo>
                    <a:pt x="37" y="732"/>
                  </a:lnTo>
                  <a:lnTo>
                    <a:pt x="445" y="1442"/>
                  </a:lnTo>
                  <a:lnTo>
                    <a:pt x="419" y="1458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6" name="Freeform 304"/>
            <p:cNvSpPr/>
            <p:nvPr/>
          </p:nvSpPr>
          <p:spPr bwMode="auto">
            <a:xfrm>
              <a:off x="11236727" y="2015327"/>
              <a:ext cx="955272" cy="967846"/>
            </a:xfrm>
            <a:custGeom>
              <a:avLst/>
              <a:gdLst>
                <a:gd name="T0" fmla="*/ 2735 w 2735"/>
                <a:gd name="T1" fmla="*/ 0 h 2771"/>
                <a:gd name="T2" fmla="*/ 1598 w 2735"/>
                <a:gd name="T3" fmla="*/ 0 h 2771"/>
                <a:gd name="T4" fmla="*/ 0 w 2735"/>
                <a:gd name="T5" fmla="*/ 2771 h 2771"/>
                <a:gd name="T6" fmla="*/ 2735 w 2735"/>
                <a:gd name="T7" fmla="*/ 2771 h 2771"/>
                <a:gd name="T8" fmla="*/ 2735 w 2735"/>
                <a:gd name="T9" fmla="*/ 0 h 27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35" h="2771">
                  <a:moveTo>
                    <a:pt x="2735" y="0"/>
                  </a:moveTo>
                  <a:lnTo>
                    <a:pt x="1598" y="0"/>
                  </a:lnTo>
                  <a:lnTo>
                    <a:pt x="0" y="2771"/>
                  </a:lnTo>
                  <a:lnTo>
                    <a:pt x="2735" y="2771"/>
                  </a:lnTo>
                  <a:lnTo>
                    <a:pt x="273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187" name="直接连接符 186"/>
          <p:cNvCxnSpPr/>
          <p:nvPr userDrawn="1"/>
        </p:nvCxnSpPr>
        <p:spPr>
          <a:xfrm>
            <a:off x="4028445" y="2215812"/>
            <a:ext cx="1026531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流程图: 准备 187"/>
          <p:cNvSpPr/>
          <p:nvPr userDrawn="1"/>
        </p:nvSpPr>
        <p:spPr>
          <a:xfrm>
            <a:off x="5046509" y="1906868"/>
            <a:ext cx="2124758" cy="622245"/>
          </a:xfrm>
          <a:prstGeom prst="flowChartPreparation">
            <a:avLst/>
          </a:prstGeom>
          <a:solidFill>
            <a:srgbClr val="127F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9" name="直接连接符 188"/>
          <p:cNvCxnSpPr/>
          <p:nvPr userDrawn="1"/>
        </p:nvCxnSpPr>
        <p:spPr>
          <a:xfrm>
            <a:off x="7171267" y="2215812"/>
            <a:ext cx="1026531" cy="0"/>
          </a:xfrm>
          <a:prstGeom prst="line">
            <a:avLst/>
          </a:prstGeom>
          <a:ln w="158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鸣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/>
        </p:nvGrpSpPr>
        <p:grpSpPr>
          <a:xfrm>
            <a:off x="497854" y="596738"/>
            <a:ext cx="3407396" cy="656588"/>
            <a:chOff x="4409879" y="5594301"/>
            <a:chExt cx="3500093" cy="674450"/>
          </a:xfrm>
          <a:solidFill>
            <a:srgbClr val="FFFFFF"/>
          </a:solidFill>
        </p:grpSpPr>
        <p:sp>
          <p:nvSpPr>
            <p:cNvPr id="9" name="矩形 8"/>
            <p:cNvSpPr/>
            <p:nvPr/>
          </p:nvSpPr>
          <p:spPr>
            <a:xfrm>
              <a:off x="4409879" y="5594301"/>
              <a:ext cx="3500093" cy="6744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pic>
          <p:nvPicPr>
            <p:cNvPr id="10" name="image5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73804" y="5594301"/>
              <a:ext cx="3372242" cy="674450"/>
            </a:xfrm>
            <a:prstGeom prst="rect">
              <a:avLst/>
            </a:prstGeom>
            <a:grpFill/>
            <a:ln w="12700">
              <a:miter lim="400000"/>
              <a:headEnd/>
              <a:tailEnd/>
            </a:ln>
          </p:spPr>
        </p:pic>
      </p:grpSp>
      <p:grpSp>
        <p:nvGrpSpPr>
          <p:cNvPr id="11" name="组合 10"/>
          <p:cNvGrpSpPr/>
          <p:nvPr userDrawn="1"/>
        </p:nvGrpSpPr>
        <p:grpSpPr>
          <a:xfrm>
            <a:off x="6553126" y="0"/>
            <a:ext cx="5638874" cy="5828744"/>
            <a:chOff x="9505362" y="0"/>
            <a:chExt cx="2686637" cy="2777100"/>
          </a:xfrm>
        </p:grpSpPr>
        <p:sp>
          <p:nvSpPr>
            <p:cNvPr id="12" name="Freeform 215"/>
            <p:cNvSpPr/>
            <p:nvPr/>
          </p:nvSpPr>
          <p:spPr bwMode="auto">
            <a:xfrm>
              <a:off x="10398812" y="1494206"/>
              <a:ext cx="578752" cy="500863"/>
            </a:xfrm>
            <a:custGeom>
              <a:avLst/>
              <a:gdLst>
                <a:gd name="T0" fmla="*/ 416 w 1657"/>
                <a:gd name="T1" fmla="*/ 1434 h 1434"/>
                <a:gd name="T2" fmla="*/ 0 w 1657"/>
                <a:gd name="T3" fmla="*/ 718 h 1434"/>
                <a:gd name="T4" fmla="*/ 416 w 1657"/>
                <a:gd name="T5" fmla="*/ 0 h 1434"/>
                <a:gd name="T6" fmla="*/ 1244 w 1657"/>
                <a:gd name="T7" fmla="*/ 0 h 1434"/>
                <a:gd name="T8" fmla="*/ 1657 w 1657"/>
                <a:gd name="T9" fmla="*/ 718 h 1434"/>
                <a:gd name="T10" fmla="*/ 1244 w 1657"/>
                <a:gd name="T11" fmla="*/ 1434 h 1434"/>
                <a:gd name="T12" fmla="*/ 416 w 1657"/>
                <a:gd name="T13" fmla="*/ 1434 h 1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7" h="1434">
                  <a:moveTo>
                    <a:pt x="416" y="1434"/>
                  </a:moveTo>
                  <a:lnTo>
                    <a:pt x="0" y="718"/>
                  </a:lnTo>
                  <a:lnTo>
                    <a:pt x="416" y="0"/>
                  </a:lnTo>
                  <a:lnTo>
                    <a:pt x="1244" y="0"/>
                  </a:lnTo>
                  <a:lnTo>
                    <a:pt x="1657" y="718"/>
                  </a:lnTo>
                  <a:lnTo>
                    <a:pt x="1244" y="1434"/>
                  </a:lnTo>
                  <a:lnTo>
                    <a:pt x="416" y="1434"/>
                  </a:lnTo>
                  <a:close/>
                </a:path>
              </a:pathLst>
            </a:custGeom>
            <a:solidFill>
              <a:srgbClr val="127FB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" name="Freeform 216"/>
            <p:cNvSpPr/>
            <p:nvPr/>
          </p:nvSpPr>
          <p:spPr bwMode="auto">
            <a:xfrm>
              <a:off x="10398812" y="1494206"/>
              <a:ext cx="578752" cy="500863"/>
            </a:xfrm>
            <a:custGeom>
              <a:avLst/>
              <a:gdLst>
                <a:gd name="T0" fmla="*/ 416 w 1657"/>
                <a:gd name="T1" fmla="*/ 1434 h 1434"/>
                <a:gd name="T2" fmla="*/ 0 w 1657"/>
                <a:gd name="T3" fmla="*/ 718 h 1434"/>
                <a:gd name="T4" fmla="*/ 416 w 1657"/>
                <a:gd name="T5" fmla="*/ 0 h 1434"/>
                <a:gd name="T6" fmla="*/ 1244 w 1657"/>
                <a:gd name="T7" fmla="*/ 0 h 1434"/>
                <a:gd name="T8" fmla="*/ 1657 w 1657"/>
                <a:gd name="T9" fmla="*/ 718 h 1434"/>
                <a:gd name="T10" fmla="*/ 1244 w 1657"/>
                <a:gd name="T11" fmla="*/ 1434 h 1434"/>
                <a:gd name="T12" fmla="*/ 416 w 1657"/>
                <a:gd name="T13" fmla="*/ 1434 h 1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7" h="1434">
                  <a:moveTo>
                    <a:pt x="416" y="1434"/>
                  </a:moveTo>
                  <a:lnTo>
                    <a:pt x="0" y="718"/>
                  </a:lnTo>
                  <a:lnTo>
                    <a:pt x="416" y="0"/>
                  </a:lnTo>
                  <a:lnTo>
                    <a:pt x="1244" y="0"/>
                  </a:lnTo>
                  <a:lnTo>
                    <a:pt x="1657" y="718"/>
                  </a:lnTo>
                  <a:lnTo>
                    <a:pt x="1244" y="1434"/>
                  </a:lnTo>
                  <a:lnTo>
                    <a:pt x="416" y="143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Freeform 217"/>
            <p:cNvSpPr/>
            <p:nvPr/>
          </p:nvSpPr>
          <p:spPr bwMode="auto">
            <a:xfrm>
              <a:off x="10398812" y="998233"/>
              <a:ext cx="578752" cy="501561"/>
            </a:xfrm>
            <a:custGeom>
              <a:avLst/>
              <a:gdLst>
                <a:gd name="T0" fmla="*/ 416 w 1657"/>
                <a:gd name="T1" fmla="*/ 1436 h 1436"/>
                <a:gd name="T2" fmla="*/ 0 w 1657"/>
                <a:gd name="T3" fmla="*/ 718 h 1436"/>
                <a:gd name="T4" fmla="*/ 416 w 1657"/>
                <a:gd name="T5" fmla="*/ 0 h 1436"/>
                <a:gd name="T6" fmla="*/ 1244 w 1657"/>
                <a:gd name="T7" fmla="*/ 0 h 1436"/>
                <a:gd name="T8" fmla="*/ 1657 w 1657"/>
                <a:gd name="T9" fmla="*/ 718 h 1436"/>
                <a:gd name="T10" fmla="*/ 1244 w 1657"/>
                <a:gd name="T11" fmla="*/ 1436 h 1436"/>
                <a:gd name="T12" fmla="*/ 416 w 1657"/>
                <a:gd name="T13" fmla="*/ 1436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7" h="1436">
                  <a:moveTo>
                    <a:pt x="416" y="1436"/>
                  </a:moveTo>
                  <a:lnTo>
                    <a:pt x="0" y="718"/>
                  </a:lnTo>
                  <a:lnTo>
                    <a:pt x="416" y="0"/>
                  </a:lnTo>
                  <a:lnTo>
                    <a:pt x="1244" y="0"/>
                  </a:lnTo>
                  <a:lnTo>
                    <a:pt x="1657" y="718"/>
                  </a:lnTo>
                  <a:lnTo>
                    <a:pt x="1244" y="1436"/>
                  </a:lnTo>
                  <a:lnTo>
                    <a:pt x="416" y="1436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Freeform 218"/>
            <p:cNvSpPr/>
            <p:nvPr/>
          </p:nvSpPr>
          <p:spPr bwMode="auto">
            <a:xfrm>
              <a:off x="10398812" y="494925"/>
              <a:ext cx="578752" cy="501561"/>
            </a:xfrm>
            <a:custGeom>
              <a:avLst/>
              <a:gdLst>
                <a:gd name="T0" fmla="*/ 416 w 1657"/>
                <a:gd name="T1" fmla="*/ 1436 h 1436"/>
                <a:gd name="T2" fmla="*/ 0 w 1657"/>
                <a:gd name="T3" fmla="*/ 718 h 1436"/>
                <a:gd name="T4" fmla="*/ 416 w 1657"/>
                <a:gd name="T5" fmla="*/ 0 h 1436"/>
                <a:gd name="T6" fmla="*/ 1244 w 1657"/>
                <a:gd name="T7" fmla="*/ 0 h 1436"/>
                <a:gd name="T8" fmla="*/ 1657 w 1657"/>
                <a:gd name="T9" fmla="*/ 718 h 1436"/>
                <a:gd name="T10" fmla="*/ 1244 w 1657"/>
                <a:gd name="T11" fmla="*/ 1436 h 1436"/>
                <a:gd name="T12" fmla="*/ 416 w 1657"/>
                <a:gd name="T13" fmla="*/ 1436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7" h="1436">
                  <a:moveTo>
                    <a:pt x="416" y="1436"/>
                  </a:moveTo>
                  <a:lnTo>
                    <a:pt x="0" y="718"/>
                  </a:lnTo>
                  <a:lnTo>
                    <a:pt x="416" y="0"/>
                  </a:lnTo>
                  <a:lnTo>
                    <a:pt x="1244" y="0"/>
                  </a:lnTo>
                  <a:lnTo>
                    <a:pt x="1657" y="718"/>
                  </a:lnTo>
                  <a:lnTo>
                    <a:pt x="1244" y="1436"/>
                  </a:lnTo>
                  <a:lnTo>
                    <a:pt x="416" y="1436"/>
                  </a:lnTo>
                  <a:close/>
                </a:path>
              </a:pathLst>
            </a:custGeom>
            <a:solidFill>
              <a:sysClr val="window" lastClr="FFFFFF">
                <a:lumMod val="85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6" name="Freeform 219"/>
            <p:cNvSpPr/>
            <p:nvPr/>
          </p:nvSpPr>
          <p:spPr bwMode="auto">
            <a:xfrm>
              <a:off x="10398812" y="494925"/>
              <a:ext cx="578752" cy="501561"/>
            </a:xfrm>
            <a:custGeom>
              <a:avLst/>
              <a:gdLst>
                <a:gd name="T0" fmla="*/ 416 w 1657"/>
                <a:gd name="T1" fmla="*/ 1436 h 1436"/>
                <a:gd name="T2" fmla="*/ 0 w 1657"/>
                <a:gd name="T3" fmla="*/ 718 h 1436"/>
                <a:gd name="T4" fmla="*/ 416 w 1657"/>
                <a:gd name="T5" fmla="*/ 0 h 1436"/>
                <a:gd name="T6" fmla="*/ 1244 w 1657"/>
                <a:gd name="T7" fmla="*/ 0 h 1436"/>
                <a:gd name="T8" fmla="*/ 1657 w 1657"/>
                <a:gd name="T9" fmla="*/ 718 h 1436"/>
                <a:gd name="T10" fmla="*/ 1244 w 1657"/>
                <a:gd name="T11" fmla="*/ 1436 h 1436"/>
                <a:gd name="T12" fmla="*/ 416 w 1657"/>
                <a:gd name="T13" fmla="*/ 1436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7" h="1436">
                  <a:moveTo>
                    <a:pt x="416" y="1436"/>
                  </a:moveTo>
                  <a:lnTo>
                    <a:pt x="0" y="718"/>
                  </a:lnTo>
                  <a:lnTo>
                    <a:pt x="416" y="0"/>
                  </a:lnTo>
                  <a:lnTo>
                    <a:pt x="1244" y="0"/>
                  </a:lnTo>
                  <a:lnTo>
                    <a:pt x="1657" y="718"/>
                  </a:lnTo>
                  <a:lnTo>
                    <a:pt x="1244" y="1436"/>
                  </a:lnTo>
                  <a:lnTo>
                    <a:pt x="416" y="143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7" name="Freeform 220"/>
            <p:cNvSpPr/>
            <p:nvPr/>
          </p:nvSpPr>
          <p:spPr bwMode="auto">
            <a:xfrm>
              <a:off x="10559130" y="0"/>
              <a:ext cx="1491062" cy="1082409"/>
            </a:xfrm>
            <a:custGeom>
              <a:avLst/>
              <a:gdLst>
                <a:gd name="T0" fmla="*/ 4269 w 4269"/>
                <a:gd name="T1" fmla="*/ 0 h 3099"/>
                <a:gd name="T2" fmla="*/ 395 w 4269"/>
                <a:gd name="T3" fmla="*/ 0 h 3099"/>
                <a:gd name="T4" fmla="*/ 0 w 4269"/>
                <a:gd name="T5" fmla="*/ 680 h 3099"/>
                <a:gd name="T6" fmla="*/ 427 w 4269"/>
                <a:gd name="T7" fmla="*/ 1417 h 3099"/>
                <a:gd name="T8" fmla="*/ 785 w 4269"/>
                <a:gd name="T9" fmla="*/ 1417 h 3099"/>
                <a:gd name="T10" fmla="*/ 1198 w 4269"/>
                <a:gd name="T11" fmla="*/ 2135 h 3099"/>
                <a:gd name="T12" fmla="*/ 1019 w 4269"/>
                <a:gd name="T13" fmla="*/ 2447 h 3099"/>
                <a:gd name="T14" fmla="*/ 1396 w 4269"/>
                <a:gd name="T15" fmla="*/ 3099 h 3099"/>
                <a:gd name="T16" fmla="*/ 3402 w 4269"/>
                <a:gd name="T17" fmla="*/ 3099 h 3099"/>
                <a:gd name="T18" fmla="*/ 2940 w 4269"/>
                <a:gd name="T19" fmla="*/ 2300 h 3099"/>
                <a:gd name="T20" fmla="*/ 4269 w 4269"/>
                <a:gd name="T21" fmla="*/ 0 h 30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269" h="3099">
                  <a:moveTo>
                    <a:pt x="4269" y="0"/>
                  </a:moveTo>
                  <a:lnTo>
                    <a:pt x="395" y="0"/>
                  </a:lnTo>
                  <a:lnTo>
                    <a:pt x="0" y="680"/>
                  </a:lnTo>
                  <a:lnTo>
                    <a:pt x="427" y="1417"/>
                  </a:lnTo>
                  <a:lnTo>
                    <a:pt x="785" y="1417"/>
                  </a:lnTo>
                  <a:lnTo>
                    <a:pt x="1198" y="2135"/>
                  </a:lnTo>
                  <a:lnTo>
                    <a:pt x="1019" y="2447"/>
                  </a:lnTo>
                  <a:lnTo>
                    <a:pt x="1396" y="3099"/>
                  </a:lnTo>
                  <a:lnTo>
                    <a:pt x="3402" y="3099"/>
                  </a:lnTo>
                  <a:lnTo>
                    <a:pt x="2940" y="2300"/>
                  </a:lnTo>
                  <a:lnTo>
                    <a:pt x="4269" y="0"/>
                  </a:lnTo>
                  <a:close/>
                </a:path>
              </a:pathLst>
            </a:custGeom>
            <a:solidFill>
              <a:srgbClr val="127FB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8" name="Freeform 221"/>
            <p:cNvSpPr/>
            <p:nvPr/>
          </p:nvSpPr>
          <p:spPr bwMode="auto">
            <a:xfrm>
              <a:off x="10559130" y="0"/>
              <a:ext cx="1491062" cy="1082409"/>
            </a:xfrm>
            <a:custGeom>
              <a:avLst/>
              <a:gdLst>
                <a:gd name="T0" fmla="*/ 4269 w 4269"/>
                <a:gd name="T1" fmla="*/ 0 h 3099"/>
                <a:gd name="T2" fmla="*/ 395 w 4269"/>
                <a:gd name="T3" fmla="*/ 0 h 3099"/>
                <a:gd name="T4" fmla="*/ 0 w 4269"/>
                <a:gd name="T5" fmla="*/ 680 h 3099"/>
                <a:gd name="T6" fmla="*/ 427 w 4269"/>
                <a:gd name="T7" fmla="*/ 1417 h 3099"/>
                <a:gd name="T8" fmla="*/ 785 w 4269"/>
                <a:gd name="T9" fmla="*/ 1417 h 3099"/>
                <a:gd name="T10" fmla="*/ 1198 w 4269"/>
                <a:gd name="T11" fmla="*/ 2135 h 3099"/>
                <a:gd name="T12" fmla="*/ 1019 w 4269"/>
                <a:gd name="T13" fmla="*/ 2447 h 3099"/>
                <a:gd name="T14" fmla="*/ 1396 w 4269"/>
                <a:gd name="T15" fmla="*/ 3099 h 3099"/>
                <a:gd name="T16" fmla="*/ 3402 w 4269"/>
                <a:gd name="T17" fmla="*/ 3099 h 3099"/>
                <a:gd name="T18" fmla="*/ 2940 w 4269"/>
                <a:gd name="T19" fmla="*/ 2300 h 3099"/>
                <a:gd name="T20" fmla="*/ 4269 w 4269"/>
                <a:gd name="T21" fmla="*/ 0 h 30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269" h="3099">
                  <a:moveTo>
                    <a:pt x="4269" y="0"/>
                  </a:moveTo>
                  <a:lnTo>
                    <a:pt x="395" y="0"/>
                  </a:lnTo>
                  <a:lnTo>
                    <a:pt x="0" y="680"/>
                  </a:lnTo>
                  <a:lnTo>
                    <a:pt x="427" y="1417"/>
                  </a:lnTo>
                  <a:lnTo>
                    <a:pt x="785" y="1417"/>
                  </a:lnTo>
                  <a:lnTo>
                    <a:pt x="1198" y="2135"/>
                  </a:lnTo>
                  <a:lnTo>
                    <a:pt x="1019" y="2447"/>
                  </a:lnTo>
                  <a:lnTo>
                    <a:pt x="1396" y="3099"/>
                  </a:lnTo>
                  <a:lnTo>
                    <a:pt x="3402" y="3099"/>
                  </a:lnTo>
                  <a:lnTo>
                    <a:pt x="2940" y="2300"/>
                  </a:lnTo>
                  <a:lnTo>
                    <a:pt x="426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9" name="Freeform 222"/>
            <p:cNvSpPr/>
            <p:nvPr/>
          </p:nvSpPr>
          <p:spPr bwMode="auto">
            <a:xfrm>
              <a:off x="10708272" y="494925"/>
              <a:ext cx="269292" cy="359755"/>
            </a:xfrm>
            <a:custGeom>
              <a:avLst/>
              <a:gdLst>
                <a:gd name="T0" fmla="*/ 358 w 771"/>
                <a:gd name="T1" fmla="*/ 0 h 1030"/>
                <a:gd name="T2" fmla="*/ 0 w 771"/>
                <a:gd name="T3" fmla="*/ 0 h 1030"/>
                <a:gd name="T4" fmla="*/ 592 w 771"/>
                <a:gd name="T5" fmla="*/ 1030 h 1030"/>
                <a:gd name="T6" fmla="*/ 771 w 771"/>
                <a:gd name="T7" fmla="*/ 718 h 1030"/>
                <a:gd name="T8" fmla="*/ 358 w 771"/>
                <a:gd name="T9" fmla="*/ 0 h 10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1" h="1030">
                  <a:moveTo>
                    <a:pt x="358" y="0"/>
                  </a:moveTo>
                  <a:lnTo>
                    <a:pt x="0" y="0"/>
                  </a:lnTo>
                  <a:lnTo>
                    <a:pt x="592" y="1030"/>
                  </a:lnTo>
                  <a:lnTo>
                    <a:pt x="771" y="718"/>
                  </a:lnTo>
                  <a:lnTo>
                    <a:pt x="358" y="0"/>
                  </a:lnTo>
                  <a:close/>
                </a:path>
              </a:pathLst>
            </a:custGeom>
            <a:solidFill>
              <a:sysClr val="window" lastClr="FFFFFF">
                <a:lumMod val="50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0" name="Freeform 223"/>
            <p:cNvSpPr/>
            <p:nvPr/>
          </p:nvSpPr>
          <p:spPr bwMode="auto">
            <a:xfrm>
              <a:off x="10708272" y="494925"/>
              <a:ext cx="269292" cy="359755"/>
            </a:xfrm>
            <a:custGeom>
              <a:avLst/>
              <a:gdLst>
                <a:gd name="T0" fmla="*/ 358 w 771"/>
                <a:gd name="T1" fmla="*/ 0 h 1030"/>
                <a:gd name="T2" fmla="*/ 0 w 771"/>
                <a:gd name="T3" fmla="*/ 0 h 1030"/>
                <a:gd name="T4" fmla="*/ 592 w 771"/>
                <a:gd name="T5" fmla="*/ 1030 h 1030"/>
                <a:gd name="T6" fmla="*/ 771 w 771"/>
                <a:gd name="T7" fmla="*/ 718 h 1030"/>
                <a:gd name="T8" fmla="*/ 358 w 771"/>
                <a:gd name="T9" fmla="*/ 0 h 10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1" h="1030">
                  <a:moveTo>
                    <a:pt x="358" y="0"/>
                  </a:moveTo>
                  <a:lnTo>
                    <a:pt x="0" y="0"/>
                  </a:lnTo>
                  <a:lnTo>
                    <a:pt x="592" y="1030"/>
                  </a:lnTo>
                  <a:lnTo>
                    <a:pt x="771" y="718"/>
                  </a:lnTo>
                  <a:lnTo>
                    <a:pt x="35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" name="Freeform 224"/>
            <p:cNvSpPr/>
            <p:nvPr/>
          </p:nvSpPr>
          <p:spPr bwMode="auto">
            <a:xfrm>
              <a:off x="11747370" y="0"/>
              <a:ext cx="444629" cy="1645443"/>
            </a:xfrm>
            <a:custGeom>
              <a:avLst/>
              <a:gdLst>
                <a:gd name="T0" fmla="*/ 1273 w 1273"/>
                <a:gd name="T1" fmla="*/ 0 h 4711"/>
                <a:gd name="T2" fmla="*/ 867 w 1273"/>
                <a:gd name="T3" fmla="*/ 0 h 4711"/>
                <a:gd name="T4" fmla="*/ 1273 w 1273"/>
                <a:gd name="T5" fmla="*/ 0 h 4711"/>
                <a:gd name="T6" fmla="*/ 1273 w 1273"/>
                <a:gd name="T7" fmla="*/ 2247 h 4711"/>
                <a:gd name="T8" fmla="*/ 782 w 1273"/>
                <a:gd name="T9" fmla="*/ 3099 h 4711"/>
                <a:gd name="T10" fmla="*/ 0 w 1273"/>
                <a:gd name="T11" fmla="*/ 3099 h 4711"/>
                <a:gd name="T12" fmla="*/ 931 w 1273"/>
                <a:gd name="T13" fmla="*/ 4711 h 4711"/>
                <a:gd name="T14" fmla="*/ 1273 w 1273"/>
                <a:gd name="T15" fmla="*/ 4711 h 4711"/>
                <a:gd name="T16" fmla="*/ 1273 w 1273"/>
                <a:gd name="T17" fmla="*/ 0 h 47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73" h="4711">
                  <a:moveTo>
                    <a:pt x="1273" y="0"/>
                  </a:moveTo>
                  <a:lnTo>
                    <a:pt x="867" y="0"/>
                  </a:lnTo>
                  <a:lnTo>
                    <a:pt x="1273" y="0"/>
                  </a:lnTo>
                  <a:lnTo>
                    <a:pt x="1273" y="2247"/>
                  </a:lnTo>
                  <a:lnTo>
                    <a:pt x="782" y="3099"/>
                  </a:lnTo>
                  <a:lnTo>
                    <a:pt x="0" y="3099"/>
                  </a:lnTo>
                  <a:lnTo>
                    <a:pt x="931" y="4711"/>
                  </a:lnTo>
                  <a:lnTo>
                    <a:pt x="1273" y="4711"/>
                  </a:lnTo>
                  <a:lnTo>
                    <a:pt x="1273" y="0"/>
                  </a:lnTo>
                  <a:close/>
                </a:path>
              </a:pathLst>
            </a:custGeom>
            <a:solidFill>
              <a:srgbClr val="5B9BD5">
                <a:lumMod val="75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2" name="Freeform 225"/>
            <p:cNvSpPr/>
            <p:nvPr/>
          </p:nvSpPr>
          <p:spPr bwMode="auto">
            <a:xfrm>
              <a:off x="11747370" y="0"/>
              <a:ext cx="444629" cy="1645443"/>
            </a:xfrm>
            <a:custGeom>
              <a:avLst/>
              <a:gdLst>
                <a:gd name="T0" fmla="*/ 1273 w 1273"/>
                <a:gd name="T1" fmla="*/ 0 h 4711"/>
                <a:gd name="T2" fmla="*/ 867 w 1273"/>
                <a:gd name="T3" fmla="*/ 0 h 4711"/>
                <a:gd name="T4" fmla="*/ 1273 w 1273"/>
                <a:gd name="T5" fmla="*/ 0 h 4711"/>
                <a:gd name="T6" fmla="*/ 1273 w 1273"/>
                <a:gd name="T7" fmla="*/ 2247 h 4711"/>
                <a:gd name="T8" fmla="*/ 782 w 1273"/>
                <a:gd name="T9" fmla="*/ 3099 h 4711"/>
                <a:gd name="T10" fmla="*/ 0 w 1273"/>
                <a:gd name="T11" fmla="*/ 3099 h 4711"/>
                <a:gd name="T12" fmla="*/ 931 w 1273"/>
                <a:gd name="T13" fmla="*/ 4711 h 4711"/>
                <a:gd name="T14" fmla="*/ 1273 w 1273"/>
                <a:gd name="T15" fmla="*/ 4711 h 4711"/>
                <a:gd name="T16" fmla="*/ 1273 w 1273"/>
                <a:gd name="T17" fmla="*/ 0 h 47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73" h="4711">
                  <a:moveTo>
                    <a:pt x="1273" y="0"/>
                  </a:moveTo>
                  <a:lnTo>
                    <a:pt x="867" y="0"/>
                  </a:lnTo>
                  <a:lnTo>
                    <a:pt x="1273" y="0"/>
                  </a:lnTo>
                  <a:lnTo>
                    <a:pt x="1273" y="2247"/>
                  </a:lnTo>
                  <a:lnTo>
                    <a:pt x="782" y="3099"/>
                  </a:lnTo>
                  <a:lnTo>
                    <a:pt x="0" y="3099"/>
                  </a:lnTo>
                  <a:lnTo>
                    <a:pt x="931" y="4711"/>
                  </a:lnTo>
                  <a:lnTo>
                    <a:pt x="1273" y="4711"/>
                  </a:lnTo>
                  <a:lnTo>
                    <a:pt x="127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3" name="Freeform 226"/>
            <p:cNvSpPr/>
            <p:nvPr/>
          </p:nvSpPr>
          <p:spPr bwMode="auto">
            <a:xfrm>
              <a:off x="11586004" y="0"/>
              <a:ext cx="605995" cy="1082409"/>
            </a:xfrm>
            <a:custGeom>
              <a:avLst/>
              <a:gdLst>
                <a:gd name="T0" fmla="*/ 1735 w 1735"/>
                <a:gd name="T1" fmla="*/ 0 h 3099"/>
                <a:gd name="T2" fmla="*/ 1329 w 1735"/>
                <a:gd name="T3" fmla="*/ 0 h 3099"/>
                <a:gd name="T4" fmla="*/ 0 w 1735"/>
                <a:gd name="T5" fmla="*/ 2300 h 3099"/>
                <a:gd name="T6" fmla="*/ 462 w 1735"/>
                <a:gd name="T7" fmla="*/ 3099 h 3099"/>
                <a:gd name="T8" fmla="*/ 1244 w 1735"/>
                <a:gd name="T9" fmla="*/ 3099 h 3099"/>
                <a:gd name="T10" fmla="*/ 1735 w 1735"/>
                <a:gd name="T11" fmla="*/ 2247 h 3099"/>
                <a:gd name="T12" fmla="*/ 1735 w 1735"/>
                <a:gd name="T13" fmla="*/ 0 h 30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35" h="3099">
                  <a:moveTo>
                    <a:pt x="1735" y="0"/>
                  </a:moveTo>
                  <a:lnTo>
                    <a:pt x="1329" y="0"/>
                  </a:lnTo>
                  <a:lnTo>
                    <a:pt x="0" y="2300"/>
                  </a:lnTo>
                  <a:lnTo>
                    <a:pt x="462" y="3099"/>
                  </a:lnTo>
                  <a:lnTo>
                    <a:pt x="1244" y="3099"/>
                  </a:lnTo>
                  <a:lnTo>
                    <a:pt x="1735" y="2247"/>
                  </a:lnTo>
                  <a:lnTo>
                    <a:pt x="1735" y="0"/>
                  </a:lnTo>
                  <a:close/>
                </a:path>
              </a:pathLst>
            </a:custGeom>
            <a:solidFill>
              <a:srgbClr val="24436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4" name="Freeform 227"/>
            <p:cNvSpPr/>
            <p:nvPr/>
          </p:nvSpPr>
          <p:spPr bwMode="auto">
            <a:xfrm>
              <a:off x="11586004" y="0"/>
              <a:ext cx="605995" cy="1082409"/>
            </a:xfrm>
            <a:custGeom>
              <a:avLst/>
              <a:gdLst>
                <a:gd name="T0" fmla="*/ 1735 w 1735"/>
                <a:gd name="T1" fmla="*/ 0 h 3099"/>
                <a:gd name="T2" fmla="*/ 1329 w 1735"/>
                <a:gd name="T3" fmla="*/ 0 h 3099"/>
                <a:gd name="T4" fmla="*/ 0 w 1735"/>
                <a:gd name="T5" fmla="*/ 2300 h 3099"/>
                <a:gd name="T6" fmla="*/ 462 w 1735"/>
                <a:gd name="T7" fmla="*/ 3099 h 3099"/>
                <a:gd name="T8" fmla="*/ 1244 w 1735"/>
                <a:gd name="T9" fmla="*/ 3099 h 3099"/>
                <a:gd name="T10" fmla="*/ 1735 w 1735"/>
                <a:gd name="T11" fmla="*/ 2247 h 3099"/>
                <a:gd name="T12" fmla="*/ 1735 w 1735"/>
                <a:gd name="T13" fmla="*/ 0 h 30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35" h="3099">
                  <a:moveTo>
                    <a:pt x="1735" y="0"/>
                  </a:moveTo>
                  <a:lnTo>
                    <a:pt x="1329" y="0"/>
                  </a:lnTo>
                  <a:lnTo>
                    <a:pt x="0" y="2300"/>
                  </a:lnTo>
                  <a:lnTo>
                    <a:pt x="462" y="3099"/>
                  </a:lnTo>
                  <a:lnTo>
                    <a:pt x="1244" y="3099"/>
                  </a:lnTo>
                  <a:lnTo>
                    <a:pt x="1735" y="2247"/>
                  </a:lnTo>
                  <a:lnTo>
                    <a:pt x="173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5" name="Freeform 228"/>
            <p:cNvSpPr/>
            <p:nvPr/>
          </p:nvSpPr>
          <p:spPr bwMode="auto">
            <a:xfrm>
              <a:off x="9968503" y="0"/>
              <a:ext cx="578402" cy="250781"/>
            </a:xfrm>
            <a:custGeom>
              <a:avLst/>
              <a:gdLst>
                <a:gd name="T0" fmla="*/ 1656 w 1656"/>
                <a:gd name="T1" fmla="*/ 0 h 718"/>
                <a:gd name="T2" fmla="*/ 0 w 1656"/>
                <a:gd name="T3" fmla="*/ 0 h 718"/>
                <a:gd name="T4" fmla="*/ 413 w 1656"/>
                <a:gd name="T5" fmla="*/ 718 h 718"/>
                <a:gd name="T6" fmla="*/ 1243 w 1656"/>
                <a:gd name="T7" fmla="*/ 718 h 718"/>
                <a:gd name="T8" fmla="*/ 1656 w 1656"/>
                <a:gd name="T9" fmla="*/ 0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56" h="718">
                  <a:moveTo>
                    <a:pt x="1656" y="0"/>
                  </a:moveTo>
                  <a:lnTo>
                    <a:pt x="0" y="0"/>
                  </a:lnTo>
                  <a:lnTo>
                    <a:pt x="413" y="718"/>
                  </a:lnTo>
                  <a:lnTo>
                    <a:pt x="1243" y="718"/>
                  </a:lnTo>
                  <a:lnTo>
                    <a:pt x="1656" y="0"/>
                  </a:lnTo>
                  <a:close/>
                </a:path>
              </a:pathLst>
            </a:custGeom>
            <a:solidFill>
              <a:sysClr val="window" lastClr="FFFFFF">
                <a:lumMod val="75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6" name="Freeform 229"/>
            <p:cNvSpPr/>
            <p:nvPr/>
          </p:nvSpPr>
          <p:spPr bwMode="auto">
            <a:xfrm>
              <a:off x="9968503" y="0"/>
              <a:ext cx="578402" cy="250781"/>
            </a:xfrm>
            <a:custGeom>
              <a:avLst/>
              <a:gdLst>
                <a:gd name="T0" fmla="*/ 1656 w 1656"/>
                <a:gd name="T1" fmla="*/ 0 h 718"/>
                <a:gd name="T2" fmla="*/ 0 w 1656"/>
                <a:gd name="T3" fmla="*/ 0 h 718"/>
                <a:gd name="T4" fmla="*/ 413 w 1656"/>
                <a:gd name="T5" fmla="*/ 718 h 718"/>
                <a:gd name="T6" fmla="*/ 1243 w 1656"/>
                <a:gd name="T7" fmla="*/ 718 h 718"/>
                <a:gd name="T8" fmla="*/ 1656 w 1656"/>
                <a:gd name="T9" fmla="*/ 0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56" h="718">
                  <a:moveTo>
                    <a:pt x="1656" y="0"/>
                  </a:moveTo>
                  <a:lnTo>
                    <a:pt x="0" y="0"/>
                  </a:lnTo>
                  <a:lnTo>
                    <a:pt x="413" y="718"/>
                  </a:lnTo>
                  <a:lnTo>
                    <a:pt x="1243" y="718"/>
                  </a:lnTo>
                  <a:lnTo>
                    <a:pt x="165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7" name="Freeform 230"/>
            <p:cNvSpPr/>
            <p:nvPr/>
          </p:nvSpPr>
          <p:spPr bwMode="auto">
            <a:xfrm>
              <a:off x="9535051" y="1003123"/>
              <a:ext cx="578752" cy="500514"/>
            </a:xfrm>
            <a:custGeom>
              <a:avLst/>
              <a:gdLst>
                <a:gd name="T0" fmla="*/ 413 w 1657"/>
                <a:gd name="T1" fmla="*/ 1433 h 1433"/>
                <a:gd name="T2" fmla="*/ 0 w 1657"/>
                <a:gd name="T3" fmla="*/ 715 h 1433"/>
                <a:gd name="T4" fmla="*/ 413 w 1657"/>
                <a:gd name="T5" fmla="*/ 0 h 1433"/>
                <a:gd name="T6" fmla="*/ 1243 w 1657"/>
                <a:gd name="T7" fmla="*/ 0 h 1433"/>
                <a:gd name="T8" fmla="*/ 1657 w 1657"/>
                <a:gd name="T9" fmla="*/ 715 h 1433"/>
                <a:gd name="T10" fmla="*/ 1243 w 1657"/>
                <a:gd name="T11" fmla="*/ 1433 h 1433"/>
                <a:gd name="T12" fmla="*/ 413 w 1657"/>
                <a:gd name="T13" fmla="*/ 1433 h 1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7" h="1433">
                  <a:moveTo>
                    <a:pt x="413" y="1433"/>
                  </a:moveTo>
                  <a:lnTo>
                    <a:pt x="0" y="715"/>
                  </a:lnTo>
                  <a:lnTo>
                    <a:pt x="413" y="0"/>
                  </a:lnTo>
                  <a:lnTo>
                    <a:pt x="1243" y="0"/>
                  </a:lnTo>
                  <a:lnTo>
                    <a:pt x="1657" y="715"/>
                  </a:lnTo>
                  <a:lnTo>
                    <a:pt x="1243" y="1433"/>
                  </a:lnTo>
                  <a:lnTo>
                    <a:pt x="413" y="1433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8" name="Freeform 231"/>
            <p:cNvSpPr/>
            <p:nvPr/>
          </p:nvSpPr>
          <p:spPr bwMode="auto">
            <a:xfrm>
              <a:off x="10833312" y="1746035"/>
              <a:ext cx="578402" cy="501561"/>
            </a:xfrm>
            <a:custGeom>
              <a:avLst/>
              <a:gdLst>
                <a:gd name="T0" fmla="*/ 413 w 1656"/>
                <a:gd name="T1" fmla="*/ 1436 h 1436"/>
                <a:gd name="T2" fmla="*/ 0 w 1656"/>
                <a:gd name="T3" fmla="*/ 718 h 1436"/>
                <a:gd name="T4" fmla="*/ 413 w 1656"/>
                <a:gd name="T5" fmla="*/ 0 h 1436"/>
                <a:gd name="T6" fmla="*/ 1240 w 1656"/>
                <a:gd name="T7" fmla="*/ 0 h 1436"/>
                <a:gd name="T8" fmla="*/ 1656 w 1656"/>
                <a:gd name="T9" fmla="*/ 718 h 1436"/>
                <a:gd name="T10" fmla="*/ 1240 w 1656"/>
                <a:gd name="T11" fmla="*/ 1436 h 1436"/>
                <a:gd name="T12" fmla="*/ 413 w 1656"/>
                <a:gd name="T13" fmla="*/ 1436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6" h="1436">
                  <a:moveTo>
                    <a:pt x="413" y="1436"/>
                  </a:moveTo>
                  <a:lnTo>
                    <a:pt x="0" y="718"/>
                  </a:lnTo>
                  <a:lnTo>
                    <a:pt x="413" y="0"/>
                  </a:lnTo>
                  <a:lnTo>
                    <a:pt x="1240" y="0"/>
                  </a:lnTo>
                  <a:lnTo>
                    <a:pt x="1656" y="718"/>
                  </a:lnTo>
                  <a:lnTo>
                    <a:pt x="1240" y="1436"/>
                  </a:lnTo>
                  <a:lnTo>
                    <a:pt x="413" y="1436"/>
                  </a:lnTo>
                  <a:close/>
                </a:path>
              </a:pathLst>
            </a:custGeom>
            <a:solidFill>
              <a:sysClr val="window" lastClr="FFFFFF">
                <a:lumMod val="50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9" name="Freeform 232"/>
            <p:cNvSpPr/>
            <p:nvPr/>
          </p:nvSpPr>
          <p:spPr bwMode="auto">
            <a:xfrm>
              <a:off x="10833312" y="1746035"/>
              <a:ext cx="578402" cy="501561"/>
            </a:xfrm>
            <a:custGeom>
              <a:avLst/>
              <a:gdLst>
                <a:gd name="T0" fmla="*/ 413 w 1656"/>
                <a:gd name="T1" fmla="*/ 1436 h 1436"/>
                <a:gd name="T2" fmla="*/ 0 w 1656"/>
                <a:gd name="T3" fmla="*/ 718 h 1436"/>
                <a:gd name="T4" fmla="*/ 413 w 1656"/>
                <a:gd name="T5" fmla="*/ 0 h 1436"/>
                <a:gd name="T6" fmla="*/ 1240 w 1656"/>
                <a:gd name="T7" fmla="*/ 0 h 1436"/>
                <a:gd name="T8" fmla="*/ 1656 w 1656"/>
                <a:gd name="T9" fmla="*/ 718 h 1436"/>
                <a:gd name="T10" fmla="*/ 1240 w 1656"/>
                <a:gd name="T11" fmla="*/ 1436 h 1436"/>
                <a:gd name="T12" fmla="*/ 413 w 1656"/>
                <a:gd name="T13" fmla="*/ 1436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6" h="1436">
                  <a:moveTo>
                    <a:pt x="413" y="1436"/>
                  </a:moveTo>
                  <a:lnTo>
                    <a:pt x="0" y="718"/>
                  </a:lnTo>
                  <a:lnTo>
                    <a:pt x="413" y="0"/>
                  </a:lnTo>
                  <a:lnTo>
                    <a:pt x="1240" y="0"/>
                  </a:lnTo>
                  <a:lnTo>
                    <a:pt x="1656" y="718"/>
                  </a:lnTo>
                  <a:lnTo>
                    <a:pt x="1240" y="1436"/>
                  </a:lnTo>
                  <a:lnTo>
                    <a:pt x="413" y="143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0" name="Freeform 233"/>
            <p:cNvSpPr/>
            <p:nvPr/>
          </p:nvSpPr>
          <p:spPr bwMode="auto">
            <a:xfrm>
              <a:off x="11263622" y="1494206"/>
              <a:ext cx="577704" cy="500863"/>
            </a:xfrm>
            <a:custGeom>
              <a:avLst/>
              <a:gdLst>
                <a:gd name="T0" fmla="*/ 414 w 1654"/>
                <a:gd name="T1" fmla="*/ 1434 h 1434"/>
                <a:gd name="T2" fmla="*/ 0 w 1654"/>
                <a:gd name="T3" fmla="*/ 718 h 1434"/>
                <a:gd name="T4" fmla="*/ 414 w 1654"/>
                <a:gd name="T5" fmla="*/ 0 h 1434"/>
                <a:gd name="T6" fmla="*/ 1241 w 1654"/>
                <a:gd name="T7" fmla="*/ 0 h 1434"/>
                <a:gd name="T8" fmla="*/ 1654 w 1654"/>
                <a:gd name="T9" fmla="*/ 718 h 1434"/>
                <a:gd name="T10" fmla="*/ 1241 w 1654"/>
                <a:gd name="T11" fmla="*/ 1434 h 1434"/>
                <a:gd name="T12" fmla="*/ 414 w 1654"/>
                <a:gd name="T13" fmla="*/ 1434 h 1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4" h="1434">
                  <a:moveTo>
                    <a:pt x="414" y="1434"/>
                  </a:moveTo>
                  <a:lnTo>
                    <a:pt x="0" y="718"/>
                  </a:lnTo>
                  <a:lnTo>
                    <a:pt x="414" y="0"/>
                  </a:lnTo>
                  <a:lnTo>
                    <a:pt x="1241" y="0"/>
                  </a:lnTo>
                  <a:lnTo>
                    <a:pt x="1654" y="718"/>
                  </a:lnTo>
                  <a:lnTo>
                    <a:pt x="1241" y="1434"/>
                  </a:lnTo>
                  <a:lnTo>
                    <a:pt x="414" y="1434"/>
                  </a:lnTo>
                  <a:close/>
                </a:path>
              </a:pathLst>
            </a:custGeom>
            <a:solidFill>
              <a:srgbClr val="127FB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1" name="Freeform 234"/>
            <p:cNvSpPr/>
            <p:nvPr/>
          </p:nvSpPr>
          <p:spPr bwMode="auto">
            <a:xfrm>
              <a:off x="11263622" y="1494206"/>
              <a:ext cx="577704" cy="500863"/>
            </a:xfrm>
            <a:custGeom>
              <a:avLst/>
              <a:gdLst>
                <a:gd name="T0" fmla="*/ 414 w 1654"/>
                <a:gd name="T1" fmla="*/ 1434 h 1434"/>
                <a:gd name="T2" fmla="*/ 0 w 1654"/>
                <a:gd name="T3" fmla="*/ 718 h 1434"/>
                <a:gd name="T4" fmla="*/ 414 w 1654"/>
                <a:gd name="T5" fmla="*/ 0 h 1434"/>
                <a:gd name="T6" fmla="*/ 1241 w 1654"/>
                <a:gd name="T7" fmla="*/ 0 h 1434"/>
                <a:gd name="T8" fmla="*/ 1654 w 1654"/>
                <a:gd name="T9" fmla="*/ 718 h 1434"/>
                <a:gd name="T10" fmla="*/ 1241 w 1654"/>
                <a:gd name="T11" fmla="*/ 1434 h 1434"/>
                <a:gd name="T12" fmla="*/ 414 w 1654"/>
                <a:gd name="T13" fmla="*/ 1434 h 1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4" h="1434">
                  <a:moveTo>
                    <a:pt x="414" y="1434"/>
                  </a:moveTo>
                  <a:lnTo>
                    <a:pt x="0" y="718"/>
                  </a:lnTo>
                  <a:lnTo>
                    <a:pt x="414" y="0"/>
                  </a:lnTo>
                  <a:lnTo>
                    <a:pt x="1241" y="0"/>
                  </a:lnTo>
                  <a:lnTo>
                    <a:pt x="1654" y="718"/>
                  </a:lnTo>
                  <a:lnTo>
                    <a:pt x="1241" y="1434"/>
                  </a:lnTo>
                  <a:lnTo>
                    <a:pt x="414" y="143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2" name="Freeform 235"/>
            <p:cNvSpPr>
              <a:spLocks noEditPoints="1"/>
            </p:cNvSpPr>
            <p:nvPr/>
          </p:nvSpPr>
          <p:spPr bwMode="auto">
            <a:xfrm>
              <a:off x="11289817" y="1687356"/>
              <a:ext cx="538585" cy="34578"/>
            </a:xfrm>
            <a:custGeom>
              <a:avLst/>
              <a:gdLst>
                <a:gd name="T0" fmla="*/ 1526 w 1542"/>
                <a:gd name="T1" fmla="*/ 72 h 99"/>
                <a:gd name="T2" fmla="*/ 1526 w 1542"/>
                <a:gd name="T3" fmla="*/ 72 h 99"/>
                <a:gd name="T4" fmla="*/ 1542 w 1542"/>
                <a:gd name="T5" fmla="*/ 99 h 99"/>
                <a:gd name="T6" fmla="*/ 1526 w 1542"/>
                <a:gd name="T7" fmla="*/ 72 h 99"/>
                <a:gd name="T8" fmla="*/ 19 w 1542"/>
                <a:gd name="T9" fmla="*/ 0 h 99"/>
                <a:gd name="T10" fmla="*/ 0 w 1542"/>
                <a:gd name="T11" fmla="*/ 35 h 99"/>
                <a:gd name="T12" fmla="*/ 19 w 1542"/>
                <a:gd name="T13" fmla="*/ 0 h 99"/>
                <a:gd name="T14" fmla="*/ 19 w 1542"/>
                <a:gd name="T15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2" h="99">
                  <a:moveTo>
                    <a:pt x="1526" y="72"/>
                  </a:moveTo>
                  <a:lnTo>
                    <a:pt x="1526" y="72"/>
                  </a:lnTo>
                  <a:lnTo>
                    <a:pt x="1542" y="99"/>
                  </a:lnTo>
                  <a:lnTo>
                    <a:pt x="1526" y="72"/>
                  </a:lnTo>
                  <a:close/>
                  <a:moveTo>
                    <a:pt x="19" y="0"/>
                  </a:moveTo>
                  <a:lnTo>
                    <a:pt x="0" y="35"/>
                  </a:lnTo>
                  <a:lnTo>
                    <a:pt x="19" y="0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FFC4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3" name="Freeform 236"/>
            <p:cNvSpPr>
              <a:spLocks noEditPoints="1"/>
            </p:cNvSpPr>
            <p:nvPr/>
          </p:nvSpPr>
          <p:spPr bwMode="auto">
            <a:xfrm>
              <a:off x="11289817" y="1687356"/>
              <a:ext cx="538585" cy="34578"/>
            </a:xfrm>
            <a:custGeom>
              <a:avLst/>
              <a:gdLst>
                <a:gd name="T0" fmla="*/ 1526 w 1542"/>
                <a:gd name="T1" fmla="*/ 72 h 99"/>
                <a:gd name="T2" fmla="*/ 1526 w 1542"/>
                <a:gd name="T3" fmla="*/ 72 h 99"/>
                <a:gd name="T4" fmla="*/ 1542 w 1542"/>
                <a:gd name="T5" fmla="*/ 99 h 99"/>
                <a:gd name="T6" fmla="*/ 1526 w 1542"/>
                <a:gd name="T7" fmla="*/ 72 h 99"/>
                <a:gd name="T8" fmla="*/ 19 w 1542"/>
                <a:gd name="T9" fmla="*/ 0 h 99"/>
                <a:gd name="T10" fmla="*/ 0 w 1542"/>
                <a:gd name="T11" fmla="*/ 35 h 99"/>
                <a:gd name="T12" fmla="*/ 19 w 1542"/>
                <a:gd name="T13" fmla="*/ 0 h 99"/>
                <a:gd name="T14" fmla="*/ 19 w 1542"/>
                <a:gd name="T15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2" h="99">
                  <a:moveTo>
                    <a:pt x="1526" y="72"/>
                  </a:moveTo>
                  <a:lnTo>
                    <a:pt x="1526" y="72"/>
                  </a:lnTo>
                  <a:lnTo>
                    <a:pt x="1542" y="99"/>
                  </a:lnTo>
                  <a:lnTo>
                    <a:pt x="1526" y="72"/>
                  </a:lnTo>
                  <a:moveTo>
                    <a:pt x="19" y="0"/>
                  </a:moveTo>
                  <a:lnTo>
                    <a:pt x="0" y="35"/>
                  </a:lnTo>
                  <a:lnTo>
                    <a:pt x="19" y="0"/>
                  </a:lnTo>
                  <a:lnTo>
                    <a:pt x="1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4" name="Freeform 238"/>
            <p:cNvSpPr/>
            <p:nvPr/>
          </p:nvSpPr>
          <p:spPr bwMode="auto">
            <a:xfrm>
              <a:off x="11288769" y="1577334"/>
              <a:ext cx="541379" cy="286058"/>
            </a:xfrm>
            <a:custGeom>
              <a:avLst/>
              <a:gdLst>
                <a:gd name="T0" fmla="*/ 1054 w 1550"/>
                <a:gd name="T1" fmla="*/ 0 h 819"/>
                <a:gd name="T2" fmla="*/ 985 w 1550"/>
                <a:gd name="T3" fmla="*/ 475 h 819"/>
                <a:gd name="T4" fmla="*/ 755 w 1550"/>
                <a:gd name="T5" fmla="*/ 475 h 819"/>
                <a:gd name="T6" fmla="*/ 683 w 1550"/>
                <a:gd name="T7" fmla="*/ 243 h 819"/>
                <a:gd name="T8" fmla="*/ 593 w 1550"/>
                <a:gd name="T9" fmla="*/ 659 h 819"/>
                <a:gd name="T10" fmla="*/ 521 w 1550"/>
                <a:gd name="T11" fmla="*/ 0 h 819"/>
                <a:gd name="T12" fmla="*/ 451 w 1550"/>
                <a:gd name="T13" fmla="*/ 475 h 819"/>
                <a:gd name="T14" fmla="*/ 222 w 1550"/>
                <a:gd name="T15" fmla="*/ 475 h 819"/>
                <a:gd name="T16" fmla="*/ 152 w 1550"/>
                <a:gd name="T17" fmla="*/ 243 h 819"/>
                <a:gd name="T18" fmla="*/ 59 w 1550"/>
                <a:gd name="T19" fmla="*/ 659 h 819"/>
                <a:gd name="T20" fmla="*/ 22 w 1550"/>
                <a:gd name="T21" fmla="*/ 315 h 819"/>
                <a:gd name="T22" fmla="*/ 3 w 1550"/>
                <a:gd name="T23" fmla="*/ 350 h 819"/>
                <a:gd name="T24" fmla="*/ 0 w 1550"/>
                <a:gd name="T25" fmla="*/ 352 h 819"/>
                <a:gd name="T26" fmla="*/ 35 w 1550"/>
                <a:gd name="T27" fmla="*/ 665 h 819"/>
                <a:gd name="T28" fmla="*/ 62 w 1550"/>
                <a:gd name="T29" fmla="*/ 710 h 819"/>
                <a:gd name="T30" fmla="*/ 72 w 1550"/>
                <a:gd name="T31" fmla="*/ 729 h 819"/>
                <a:gd name="T32" fmla="*/ 155 w 1550"/>
                <a:gd name="T33" fmla="*/ 347 h 819"/>
                <a:gd name="T34" fmla="*/ 203 w 1550"/>
                <a:gd name="T35" fmla="*/ 499 h 819"/>
                <a:gd name="T36" fmla="*/ 473 w 1550"/>
                <a:gd name="T37" fmla="*/ 499 h 819"/>
                <a:gd name="T38" fmla="*/ 518 w 1550"/>
                <a:gd name="T39" fmla="*/ 205 h 819"/>
                <a:gd name="T40" fmla="*/ 585 w 1550"/>
                <a:gd name="T41" fmla="*/ 819 h 819"/>
                <a:gd name="T42" fmla="*/ 689 w 1550"/>
                <a:gd name="T43" fmla="*/ 347 h 819"/>
                <a:gd name="T44" fmla="*/ 737 w 1550"/>
                <a:gd name="T45" fmla="*/ 499 h 819"/>
                <a:gd name="T46" fmla="*/ 1006 w 1550"/>
                <a:gd name="T47" fmla="*/ 499 h 819"/>
                <a:gd name="T48" fmla="*/ 1051 w 1550"/>
                <a:gd name="T49" fmla="*/ 205 h 819"/>
                <a:gd name="T50" fmla="*/ 1118 w 1550"/>
                <a:gd name="T51" fmla="*/ 819 h 819"/>
                <a:gd name="T52" fmla="*/ 1222 w 1550"/>
                <a:gd name="T53" fmla="*/ 347 h 819"/>
                <a:gd name="T54" fmla="*/ 1270 w 1550"/>
                <a:gd name="T55" fmla="*/ 499 h 819"/>
                <a:gd name="T56" fmla="*/ 1540 w 1550"/>
                <a:gd name="T57" fmla="*/ 499 h 819"/>
                <a:gd name="T58" fmla="*/ 1550 w 1550"/>
                <a:gd name="T59" fmla="*/ 424 h 819"/>
                <a:gd name="T60" fmla="*/ 1545 w 1550"/>
                <a:gd name="T61" fmla="*/ 414 h 819"/>
                <a:gd name="T62" fmla="*/ 1529 w 1550"/>
                <a:gd name="T63" fmla="*/ 387 h 819"/>
                <a:gd name="T64" fmla="*/ 1518 w 1550"/>
                <a:gd name="T65" fmla="*/ 475 h 819"/>
                <a:gd name="T66" fmla="*/ 1289 w 1550"/>
                <a:gd name="T67" fmla="*/ 475 h 819"/>
                <a:gd name="T68" fmla="*/ 1217 w 1550"/>
                <a:gd name="T69" fmla="*/ 243 h 819"/>
                <a:gd name="T70" fmla="*/ 1126 w 1550"/>
                <a:gd name="T71" fmla="*/ 659 h 819"/>
                <a:gd name="T72" fmla="*/ 1054 w 1550"/>
                <a:gd name="T73" fmla="*/ 0 h 8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550" h="819">
                  <a:moveTo>
                    <a:pt x="1054" y="0"/>
                  </a:moveTo>
                  <a:lnTo>
                    <a:pt x="985" y="475"/>
                  </a:lnTo>
                  <a:lnTo>
                    <a:pt x="755" y="475"/>
                  </a:lnTo>
                  <a:lnTo>
                    <a:pt x="683" y="243"/>
                  </a:lnTo>
                  <a:lnTo>
                    <a:pt x="593" y="659"/>
                  </a:lnTo>
                  <a:lnTo>
                    <a:pt x="521" y="0"/>
                  </a:lnTo>
                  <a:lnTo>
                    <a:pt x="451" y="475"/>
                  </a:lnTo>
                  <a:lnTo>
                    <a:pt x="222" y="475"/>
                  </a:lnTo>
                  <a:lnTo>
                    <a:pt x="152" y="243"/>
                  </a:lnTo>
                  <a:lnTo>
                    <a:pt x="59" y="659"/>
                  </a:lnTo>
                  <a:lnTo>
                    <a:pt x="22" y="315"/>
                  </a:lnTo>
                  <a:lnTo>
                    <a:pt x="3" y="350"/>
                  </a:lnTo>
                  <a:lnTo>
                    <a:pt x="0" y="352"/>
                  </a:lnTo>
                  <a:lnTo>
                    <a:pt x="35" y="665"/>
                  </a:lnTo>
                  <a:lnTo>
                    <a:pt x="62" y="710"/>
                  </a:lnTo>
                  <a:lnTo>
                    <a:pt x="72" y="729"/>
                  </a:lnTo>
                  <a:lnTo>
                    <a:pt x="155" y="347"/>
                  </a:lnTo>
                  <a:lnTo>
                    <a:pt x="203" y="499"/>
                  </a:lnTo>
                  <a:lnTo>
                    <a:pt x="473" y="499"/>
                  </a:lnTo>
                  <a:lnTo>
                    <a:pt x="518" y="205"/>
                  </a:lnTo>
                  <a:lnTo>
                    <a:pt x="585" y="819"/>
                  </a:lnTo>
                  <a:lnTo>
                    <a:pt x="689" y="347"/>
                  </a:lnTo>
                  <a:lnTo>
                    <a:pt x="737" y="499"/>
                  </a:lnTo>
                  <a:lnTo>
                    <a:pt x="1006" y="499"/>
                  </a:lnTo>
                  <a:lnTo>
                    <a:pt x="1051" y="205"/>
                  </a:lnTo>
                  <a:lnTo>
                    <a:pt x="1118" y="819"/>
                  </a:lnTo>
                  <a:lnTo>
                    <a:pt x="1222" y="347"/>
                  </a:lnTo>
                  <a:lnTo>
                    <a:pt x="1270" y="499"/>
                  </a:lnTo>
                  <a:lnTo>
                    <a:pt x="1540" y="499"/>
                  </a:lnTo>
                  <a:lnTo>
                    <a:pt x="1550" y="424"/>
                  </a:lnTo>
                  <a:lnTo>
                    <a:pt x="1545" y="414"/>
                  </a:lnTo>
                  <a:lnTo>
                    <a:pt x="1529" y="387"/>
                  </a:lnTo>
                  <a:lnTo>
                    <a:pt x="1518" y="475"/>
                  </a:lnTo>
                  <a:lnTo>
                    <a:pt x="1289" y="475"/>
                  </a:lnTo>
                  <a:lnTo>
                    <a:pt x="1217" y="243"/>
                  </a:lnTo>
                  <a:lnTo>
                    <a:pt x="1126" y="659"/>
                  </a:lnTo>
                  <a:lnTo>
                    <a:pt x="105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5" name="Freeform 239"/>
            <p:cNvSpPr>
              <a:spLocks noEditPoints="1"/>
            </p:cNvSpPr>
            <p:nvPr/>
          </p:nvSpPr>
          <p:spPr bwMode="auto">
            <a:xfrm>
              <a:off x="10905962" y="1619247"/>
              <a:ext cx="54836" cy="207820"/>
            </a:xfrm>
            <a:custGeom>
              <a:avLst/>
              <a:gdLst>
                <a:gd name="T0" fmla="*/ 125 w 157"/>
                <a:gd name="T1" fmla="*/ 499 h 595"/>
                <a:gd name="T2" fmla="*/ 69 w 157"/>
                <a:gd name="T3" fmla="*/ 595 h 595"/>
                <a:gd name="T4" fmla="*/ 69 w 157"/>
                <a:gd name="T5" fmla="*/ 595 h 595"/>
                <a:gd name="T6" fmla="*/ 125 w 157"/>
                <a:gd name="T7" fmla="*/ 499 h 595"/>
                <a:gd name="T8" fmla="*/ 149 w 157"/>
                <a:gd name="T9" fmla="*/ 262 h 595"/>
                <a:gd name="T10" fmla="*/ 149 w 157"/>
                <a:gd name="T11" fmla="*/ 262 h 595"/>
                <a:gd name="T12" fmla="*/ 157 w 157"/>
                <a:gd name="T13" fmla="*/ 275 h 595"/>
                <a:gd name="T14" fmla="*/ 149 w 157"/>
                <a:gd name="T15" fmla="*/ 262 h 595"/>
                <a:gd name="T16" fmla="*/ 0 w 157"/>
                <a:gd name="T17" fmla="*/ 0 h 595"/>
                <a:gd name="T18" fmla="*/ 0 w 157"/>
                <a:gd name="T19" fmla="*/ 0 h 595"/>
                <a:gd name="T20" fmla="*/ 18 w 157"/>
                <a:gd name="T21" fmla="*/ 35 h 595"/>
                <a:gd name="T22" fmla="*/ 0 w 157"/>
                <a:gd name="T23" fmla="*/ 0 h 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7" h="595">
                  <a:moveTo>
                    <a:pt x="125" y="499"/>
                  </a:moveTo>
                  <a:lnTo>
                    <a:pt x="69" y="595"/>
                  </a:lnTo>
                  <a:lnTo>
                    <a:pt x="69" y="595"/>
                  </a:lnTo>
                  <a:lnTo>
                    <a:pt x="125" y="499"/>
                  </a:lnTo>
                  <a:close/>
                  <a:moveTo>
                    <a:pt x="149" y="262"/>
                  </a:moveTo>
                  <a:lnTo>
                    <a:pt x="149" y="262"/>
                  </a:lnTo>
                  <a:lnTo>
                    <a:pt x="157" y="275"/>
                  </a:lnTo>
                  <a:lnTo>
                    <a:pt x="149" y="26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18" y="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4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6" name="Freeform 240"/>
            <p:cNvSpPr>
              <a:spLocks noEditPoints="1"/>
            </p:cNvSpPr>
            <p:nvPr/>
          </p:nvSpPr>
          <p:spPr bwMode="auto">
            <a:xfrm>
              <a:off x="10905962" y="1619247"/>
              <a:ext cx="54836" cy="207820"/>
            </a:xfrm>
            <a:custGeom>
              <a:avLst/>
              <a:gdLst>
                <a:gd name="T0" fmla="*/ 125 w 157"/>
                <a:gd name="T1" fmla="*/ 499 h 595"/>
                <a:gd name="T2" fmla="*/ 69 w 157"/>
                <a:gd name="T3" fmla="*/ 595 h 595"/>
                <a:gd name="T4" fmla="*/ 69 w 157"/>
                <a:gd name="T5" fmla="*/ 595 h 595"/>
                <a:gd name="T6" fmla="*/ 125 w 157"/>
                <a:gd name="T7" fmla="*/ 499 h 595"/>
                <a:gd name="T8" fmla="*/ 149 w 157"/>
                <a:gd name="T9" fmla="*/ 262 h 595"/>
                <a:gd name="T10" fmla="*/ 149 w 157"/>
                <a:gd name="T11" fmla="*/ 262 h 595"/>
                <a:gd name="T12" fmla="*/ 157 w 157"/>
                <a:gd name="T13" fmla="*/ 275 h 595"/>
                <a:gd name="T14" fmla="*/ 149 w 157"/>
                <a:gd name="T15" fmla="*/ 262 h 595"/>
                <a:gd name="T16" fmla="*/ 0 w 157"/>
                <a:gd name="T17" fmla="*/ 0 h 595"/>
                <a:gd name="T18" fmla="*/ 0 w 157"/>
                <a:gd name="T19" fmla="*/ 0 h 595"/>
                <a:gd name="T20" fmla="*/ 18 w 157"/>
                <a:gd name="T21" fmla="*/ 35 h 595"/>
                <a:gd name="T22" fmla="*/ 0 w 157"/>
                <a:gd name="T23" fmla="*/ 0 h 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7" h="595">
                  <a:moveTo>
                    <a:pt x="125" y="499"/>
                  </a:moveTo>
                  <a:lnTo>
                    <a:pt x="69" y="595"/>
                  </a:lnTo>
                  <a:lnTo>
                    <a:pt x="69" y="595"/>
                  </a:lnTo>
                  <a:lnTo>
                    <a:pt x="125" y="499"/>
                  </a:lnTo>
                  <a:moveTo>
                    <a:pt x="149" y="262"/>
                  </a:moveTo>
                  <a:lnTo>
                    <a:pt x="149" y="262"/>
                  </a:lnTo>
                  <a:lnTo>
                    <a:pt x="157" y="275"/>
                  </a:lnTo>
                  <a:lnTo>
                    <a:pt x="149" y="26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18" y="35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7" name="Freeform 242"/>
            <p:cNvSpPr/>
            <p:nvPr/>
          </p:nvSpPr>
          <p:spPr bwMode="auto">
            <a:xfrm>
              <a:off x="10400908" y="1577334"/>
              <a:ext cx="563733" cy="286058"/>
            </a:xfrm>
            <a:custGeom>
              <a:avLst/>
              <a:gdLst>
                <a:gd name="T0" fmla="*/ 928 w 1614"/>
                <a:gd name="T1" fmla="*/ 0 h 819"/>
                <a:gd name="T2" fmla="*/ 859 w 1614"/>
                <a:gd name="T3" fmla="*/ 475 h 819"/>
                <a:gd name="T4" fmla="*/ 629 w 1614"/>
                <a:gd name="T5" fmla="*/ 475 h 819"/>
                <a:gd name="T6" fmla="*/ 560 w 1614"/>
                <a:gd name="T7" fmla="*/ 243 h 819"/>
                <a:gd name="T8" fmla="*/ 469 w 1614"/>
                <a:gd name="T9" fmla="*/ 659 h 819"/>
                <a:gd name="T10" fmla="*/ 394 w 1614"/>
                <a:gd name="T11" fmla="*/ 0 h 819"/>
                <a:gd name="T12" fmla="*/ 325 w 1614"/>
                <a:gd name="T13" fmla="*/ 475 h 819"/>
                <a:gd name="T14" fmla="*/ 0 w 1614"/>
                <a:gd name="T15" fmla="*/ 475 h 819"/>
                <a:gd name="T16" fmla="*/ 0 w 1614"/>
                <a:gd name="T17" fmla="*/ 488 h 819"/>
                <a:gd name="T18" fmla="*/ 8 w 1614"/>
                <a:gd name="T19" fmla="*/ 499 h 819"/>
                <a:gd name="T20" fmla="*/ 349 w 1614"/>
                <a:gd name="T21" fmla="*/ 499 h 819"/>
                <a:gd name="T22" fmla="*/ 392 w 1614"/>
                <a:gd name="T23" fmla="*/ 205 h 819"/>
                <a:gd name="T24" fmla="*/ 458 w 1614"/>
                <a:gd name="T25" fmla="*/ 819 h 819"/>
                <a:gd name="T26" fmla="*/ 563 w 1614"/>
                <a:gd name="T27" fmla="*/ 347 h 819"/>
                <a:gd name="T28" fmla="*/ 611 w 1614"/>
                <a:gd name="T29" fmla="*/ 499 h 819"/>
                <a:gd name="T30" fmla="*/ 883 w 1614"/>
                <a:gd name="T31" fmla="*/ 499 h 819"/>
                <a:gd name="T32" fmla="*/ 925 w 1614"/>
                <a:gd name="T33" fmla="*/ 205 h 819"/>
                <a:gd name="T34" fmla="*/ 992 w 1614"/>
                <a:gd name="T35" fmla="*/ 819 h 819"/>
                <a:gd name="T36" fmla="*/ 1096 w 1614"/>
                <a:gd name="T37" fmla="*/ 347 h 819"/>
                <a:gd name="T38" fmla="*/ 1144 w 1614"/>
                <a:gd name="T39" fmla="*/ 499 h 819"/>
                <a:gd name="T40" fmla="*/ 1416 w 1614"/>
                <a:gd name="T41" fmla="*/ 499 h 819"/>
                <a:gd name="T42" fmla="*/ 1459 w 1614"/>
                <a:gd name="T43" fmla="*/ 205 h 819"/>
                <a:gd name="T44" fmla="*/ 1515 w 1614"/>
                <a:gd name="T45" fmla="*/ 715 h 819"/>
                <a:gd name="T46" fmla="*/ 1571 w 1614"/>
                <a:gd name="T47" fmla="*/ 619 h 819"/>
                <a:gd name="T48" fmla="*/ 1614 w 1614"/>
                <a:gd name="T49" fmla="*/ 416 h 819"/>
                <a:gd name="T50" fmla="*/ 1603 w 1614"/>
                <a:gd name="T51" fmla="*/ 395 h 819"/>
                <a:gd name="T52" fmla="*/ 1595 w 1614"/>
                <a:gd name="T53" fmla="*/ 382 h 819"/>
                <a:gd name="T54" fmla="*/ 1536 w 1614"/>
                <a:gd name="T55" fmla="*/ 659 h 819"/>
                <a:gd name="T56" fmla="*/ 1483 w 1614"/>
                <a:gd name="T57" fmla="*/ 187 h 819"/>
                <a:gd name="T58" fmla="*/ 1464 w 1614"/>
                <a:gd name="T59" fmla="*/ 155 h 819"/>
                <a:gd name="T60" fmla="*/ 1446 w 1614"/>
                <a:gd name="T61" fmla="*/ 120 h 819"/>
                <a:gd name="T62" fmla="*/ 1392 w 1614"/>
                <a:gd name="T63" fmla="*/ 475 h 819"/>
                <a:gd name="T64" fmla="*/ 1163 w 1614"/>
                <a:gd name="T65" fmla="*/ 475 h 819"/>
                <a:gd name="T66" fmla="*/ 1094 w 1614"/>
                <a:gd name="T67" fmla="*/ 243 h 819"/>
                <a:gd name="T68" fmla="*/ 1003 w 1614"/>
                <a:gd name="T69" fmla="*/ 659 h 819"/>
                <a:gd name="T70" fmla="*/ 928 w 1614"/>
                <a:gd name="T71" fmla="*/ 0 h 8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14" h="819">
                  <a:moveTo>
                    <a:pt x="928" y="0"/>
                  </a:moveTo>
                  <a:lnTo>
                    <a:pt x="859" y="475"/>
                  </a:lnTo>
                  <a:lnTo>
                    <a:pt x="629" y="475"/>
                  </a:lnTo>
                  <a:lnTo>
                    <a:pt x="560" y="243"/>
                  </a:lnTo>
                  <a:lnTo>
                    <a:pt x="469" y="659"/>
                  </a:lnTo>
                  <a:lnTo>
                    <a:pt x="394" y="0"/>
                  </a:lnTo>
                  <a:lnTo>
                    <a:pt x="325" y="475"/>
                  </a:lnTo>
                  <a:lnTo>
                    <a:pt x="0" y="475"/>
                  </a:lnTo>
                  <a:lnTo>
                    <a:pt x="0" y="488"/>
                  </a:lnTo>
                  <a:lnTo>
                    <a:pt x="8" y="499"/>
                  </a:lnTo>
                  <a:lnTo>
                    <a:pt x="349" y="499"/>
                  </a:lnTo>
                  <a:lnTo>
                    <a:pt x="392" y="205"/>
                  </a:lnTo>
                  <a:lnTo>
                    <a:pt x="458" y="819"/>
                  </a:lnTo>
                  <a:lnTo>
                    <a:pt x="563" y="347"/>
                  </a:lnTo>
                  <a:lnTo>
                    <a:pt x="611" y="499"/>
                  </a:lnTo>
                  <a:lnTo>
                    <a:pt x="883" y="499"/>
                  </a:lnTo>
                  <a:lnTo>
                    <a:pt x="925" y="205"/>
                  </a:lnTo>
                  <a:lnTo>
                    <a:pt x="992" y="819"/>
                  </a:lnTo>
                  <a:lnTo>
                    <a:pt x="1096" y="347"/>
                  </a:lnTo>
                  <a:lnTo>
                    <a:pt x="1144" y="499"/>
                  </a:lnTo>
                  <a:lnTo>
                    <a:pt x="1416" y="499"/>
                  </a:lnTo>
                  <a:lnTo>
                    <a:pt x="1459" y="205"/>
                  </a:lnTo>
                  <a:lnTo>
                    <a:pt x="1515" y="715"/>
                  </a:lnTo>
                  <a:lnTo>
                    <a:pt x="1571" y="619"/>
                  </a:lnTo>
                  <a:lnTo>
                    <a:pt x="1614" y="416"/>
                  </a:lnTo>
                  <a:lnTo>
                    <a:pt x="1603" y="395"/>
                  </a:lnTo>
                  <a:lnTo>
                    <a:pt x="1595" y="382"/>
                  </a:lnTo>
                  <a:lnTo>
                    <a:pt x="1536" y="659"/>
                  </a:lnTo>
                  <a:lnTo>
                    <a:pt x="1483" y="187"/>
                  </a:lnTo>
                  <a:lnTo>
                    <a:pt x="1464" y="155"/>
                  </a:lnTo>
                  <a:lnTo>
                    <a:pt x="1446" y="120"/>
                  </a:lnTo>
                  <a:lnTo>
                    <a:pt x="1392" y="475"/>
                  </a:lnTo>
                  <a:lnTo>
                    <a:pt x="1163" y="475"/>
                  </a:lnTo>
                  <a:lnTo>
                    <a:pt x="1094" y="243"/>
                  </a:lnTo>
                  <a:lnTo>
                    <a:pt x="1003" y="659"/>
                  </a:lnTo>
                  <a:lnTo>
                    <a:pt x="92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8" name="Freeform 243"/>
            <p:cNvSpPr/>
            <p:nvPr/>
          </p:nvSpPr>
          <p:spPr bwMode="auto">
            <a:xfrm>
              <a:off x="9968503" y="1248315"/>
              <a:ext cx="578402" cy="500514"/>
            </a:xfrm>
            <a:custGeom>
              <a:avLst/>
              <a:gdLst>
                <a:gd name="T0" fmla="*/ 413 w 1656"/>
                <a:gd name="T1" fmla="*/ 1433 h 1433"/>
                <a:gd name="T2" fmla="*/ 0 w 1656"/>
                <a:gd name="T3" fmla="*/ 718 h 1433"/>
                <a:gd name="T4" fmla="*/ 413 w 1656"/>
                <a:gd name="T5" fmla="*/ 0 h 1433"/>
                <a:gd name="T6" fmla="*/ 1240 w 1656"/>
                <a:gd name="T7" fmla="*/ 0 h 1433"/>
                <a:gd name="T8" fmla="*/ 1656 w 1656"/>
                <a:gd name="T9" fmla="*/ 718 h 1433"/>
                <a:gd name="T10" fmla="*/ 1240 w 1656"/>
                <a:gd name="T11" fmla="*/ 1433 h 1433"/>
                <a:gd name="T12" fmla="*/ 413 w 1656"/>
                <a:gd name="T13" fmla="*/ 1433 h 1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6" h="1433">
                  <a:moveTo>
                    <a:pt x="413" y="1433"/>
                  </a:moveTo>
                  <a:lnTo>
                    <a:pt x="0" y="718"/>
                  </a:lnTo>
                  <a:lnTo>
                    <a:pt x="413" y="0"/>
                  </a:lnTo>
                  <a:lnTo>
                    <a:pt x="1240" y="0"/>
                  </a:lnTo>
                  <a:lnTo>
                    <a:pt x="1656" y="718"/>
                  </a:lnTo>
                  <a:lnTo>
                    <a:pt x="1240" y="1433"/>
                  </a:lnTo>
                  <a:lnTo>
                    <a:pt x="413" y="1433"/>
                  </a:lnTo>
                  <a:close/>
                </a:path>
              </a:pathLst>
            </a:custGeom>
            <a:solidFill>
              <a:srgbClr val="24436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9" name="Freeform 244"/>
            <p:cNvSpPr/>
            <p:nvPr/>
          </p:nvSpPr>
          <p:spPr bwMode="auto">
            <a:xfrm>
              <a:off x="10116596" y="1357290"/>
              <a:ext cx="281517" cy="282565"/>
            </a:xfrm>
            <a:custGeom>
              <a:avLst/>
              <a:gdLst>
                <a:gd name="T0" fmla="*/ 806 w 806"/>
                <a:gd name="T1" fmla="*/ 555 h 809"/>
                <a:gd name="T2" fmla="*/ 555 w 806"/>
                <a:gd name="T3" fmla="*/ 555 h 809"/>
                <a:gd name="T4" fmla="*/ 555 w 806"/>
                <a:gd name="T5" fmla="*/ 809 h 809"/>
                <a:gd name="T6" fmla="*/ 251 w 806"/>
                <a:gd name="T7" fmla="*/ 809 h 809"/>
                <a:gd name="T8" fmla="*/ 251 w 806"/>
                <a:gd name="T9" fmla="*/ 555 h 809"/>
                <a:gd name="T10" fmla="*/ 0 w 806"/>
                <a:gd name="T11" fmla="*/ 555 h 809"/>
                <a:gd name="T12" fmla="*/ 0 w 806"/>
                <a:gd name="T13" fmla="*/ 254 h 809"/>
                <a:gd name="T14" fmla="*/ 251 w 806"/>
                <a:gd name="T15" fmla="*/ 254 h 809"/>
                <a:gd name="T16" fmla="*/ 251 w 806"/>
                <a:gd name="T17" fmla="*/ 0 h 809"/>
                <a:gd name="T18" fmla="*/ 555 w 806"/>
                <a:gd name="T19" fmla="*/ 0 h 809"/>
                <a:gd name="T20" fmla="*/ 555 w 806"/>
                <a:gd name="T21" fmla="*/ 254 h 809"/>
                <a:gd name="T22" fmla="*/ 806 w 806"/>
                <a:gd name="T23" fmla="*/ 254 h 809"/>
                <a:gd name="T24" fmla="*/ 806 w 806"/>
                <a:gd name="T25" fmla="*/ 555 h 8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06" h="809">
                  <a:moveTo>
                    <a:pt x="806" y="555"/>
                  </a:moveTo>
                  <a:lnTo>
                    <a:pt x="555" y="555"/>
                  </a:lnTo>
                  <a:lnTo>
                    <a:pt x="555" y="809"/>
                  </a:lnTo>
                  <a:lnTo>
                    <a:pt x="251" y="809"/>
                  </a:lnTo>
                  <a:lnTo>
                    <a:pt x="251" y="555"/>
                  </a:lnTo>
                  <a:lnTo>
                    <a:pt x="0" y="555"/>
                  </a:lnTo>
                  <a:lnTo>
                    <a:pt x="0" y="254"/>
                  </a:lnTo>
                  <a:lnTo>
                    <a:pt x="251" y="254"/>
                  </a:lnTo>
                  <a:lnTo>
                    <a:pt x="251" y="0"/>
                  </a:lnTo>
                  <a:lnTo>
                    <a:pt x="555" y="0"/>
                  </a:lnTo>
                  <a:lnTo>
                    <a:pt x="555" y="254"/>
                  </a:lnTo>
                  <a:lnTo>
                    <a:pt x="806" y="254"/>
                  </a:lnTo>
                  <a:lnTo>
                    <a:pt x="806" y="555"/>
                  </a:lnTo>
                  <a:close/>
                </a:path>
              </a:pathLst>
            </a:custGeom>
            <a:solidFill>
              <a:srgbClr val="FFFB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0" name="Freeform 245"/>
            <p:cNvSpPr/>
            <p:nvPr/>
          </p:nvSpPr>
          <p:spPr bwMode="auto">
            <a:xfrm>
              <a:off x="10394272" y="1492460"/>
              <a:ext cx="588881" cy="510992"/>
            </a:xfrm>
            <a:custGeom>
              <a:avLst/>
              <a:gdLst>
                <a:gd name="T0" fmla="*/ 1259 w 1686"/>
                <a:gd name="T1" fmla="*/ 1463 h 1463"/>
                <a:gd name="T2" fmla="*/ 424 w 1686"/>
                <a:gd name="T3" fmla="*/ 1463 h 1463"/>
                <a:gd name="T4" fmla="*/ 0 w 1686"/>
                <a:gd name="T5" fmla="*/ 731 h 1463"/>
                <a:gd name="T6" fmla="*/ 424 w 1686"/>
                <a:gd name="T7" fmla="*/ 0 h 1463"/>
                <a:gd name="T8" fmla="*/ 1267 w 1686"/>
                <a:gd name="T9" fmla="*/ 0 h 1463"/>
                <a:gd name="T10" fmla="*/ 1686 w 1686"/>
                <a:gd name="T11" fmla="*/ 723 h 1463"/>
                <a:gd name="T12" fmla="*/ 1657 w 1686"/>
                <a:gd name="T13" fmla="*/ 739 h 1463"/>
                <a:gd name="T14" fmla="*/ 1249 w 1686"/>
                <a:gd name="T15" fmla="*/ 32 h 1463"/>
                <a:gd name="T16" fmla="*/ 443 w 1686"/>
                <a:gd name="T17" fmla="*/ 32 h 1463"/>
                <a:gd name="T18" fmla="*/ 37 w 1686"/>
                <a:gd name="T19" fmla="*/ 731 h 1463"/>
                <a:gd name="T20" fmla="*/ 443 w 1686"/>
                <a:gd name="T21" fmla="*/ 1431 h 1463"/>
                <a:gd name="T22" fmla="*/ 1259 w 1686"/>
                <a:gd name="T23" fmla="*/ 1431 h 1463"/>
                <a:gd name="T24" fmla="*/ 1259 w 1686"/>
                <a:gd name="T25" fmla="*/ 1463 h 1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86" h="1463">
                  <a:moveTo>
                    <a:pt x="1259" y="1463"/>
                  </a:moveTo>
                  <a:lnTo>
                    <a:pt x="424" y="1463"/>
                  </a:lnTo>
                  <a:lnTo>
                    <a:pt x="0" y="731"/>
                  </a:lnTo>
                  <a:lnTo>
                    <a:pt x="424" y="0"/>
                  </a:lnTo>
                  <a:lnTo>
                    <a:pt x="1267" y="0"/>
                  </a:lnTo>
                  <a:lnTo>
                    <a:pt x="1686" y="723"/>
                  </a:lnTo>
                  <a:lnTo>
                    <a:pt x="1657" y="739"/>
                  </a:lnTo>
                  <a:lnTo>
                    <a:pt x="1249" y="32"/>
                  </a:lnTo>
                  <a:lnTo>
                    <a:pt x="443" y="32"/>
                  </a:lnTo>
                  <a:lnTo>
                    <a:pt x="37" y="731"/>
                  </a:lnTo>
                  <a:lnTo>
                    <a:pt x="443" y="1431"/>
                  </a:lnTo>
                  <a:lnTo>
                    <a:pt x="1259" y="1431"/>
                  </a:lnTo>
                  <a:lnTo>
                    <a:pt x="1259" y="1463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1" name="Oval 246"/>
            <p:cNvSpPr>
              <a:spLocks noChangeArrowheads="1"/>
            </p:cNvSpPr>
            <p:nvPr/>
          </p:nvSpPr>
          <p:spPr bwMode="auto">
            <a:xfrm>
              <a:off x="10370172" y="1718092"/>
              <a:ext cx="62171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2" name="Oval 247"/>
            <p:cNvSpPr>
              <a:spLocks noChangeArrowheads="1"/>
            </p:cNvSpPr>
            <p:nvPr/>
          </p:nvSpPr>
          <p:spPr bwMode="auto">
            <a:xfrm>
              <a:off x="10946827" y="1718092"/>
              <a:ext cx="62521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3" name="Oval 248"/>
            <p:cNvSpPr>
              <a:spLocks noChangeArrowheads="1"/>
            </p:cNvSpPr>
            <p:nvPr/>
          </p:nvSpPr>
          <p:spPr bwMode="auto">
            <a:xfrm>
              <a:off x="10514423" y="1467312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4" name="Oval 249"/>
            <p:cNvSpPr>
              <a:spLocks noChangeArrowheads="1"/>
            </p:cNvSpPr>
            <p:nvPr/>
          </p:nvSpPr>
          <p:spPr bwMode="auto">
            <a:xfrm>
              <a:off x="10514423" y="1966079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5" name="Oval 250"/>
            <p:cNvSpPr>
              <a:spLocks noChangeArrowheads="1"/>
            </p:cNvSpPr>
            <p:nvPr/>
          </p:nvSpPr>
          <p:spPr bwMode="auto">
            <a:xfrm>
              <a:off x="10802576" y="1467312"/>
              <a:ext cx="61473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6" name="Oval 251"/>
            <p:cNvSpPr>
              <a:spLocks noChangeArrowheads="1"/>
            </p:cNvSpPr>
            <p:nvPr/>
          </p:nvSpPr>
          <p:spPr bwMode="auto">
            <a:xfrm>
              <a:off x="10802576" y="1966079"/>
              <a:ext cx="61473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7" name="Freeform 252"/>
            <p:cNvSpPr/>
            <p:nvPr/>
          </p:nvSpPr>
          <p:spPr bwMode="auto">
            <a:xfrm>
              <a:off x="10828422" y="743960"/>
              <a:ext cx="587134" cy="258116"/>
            </a:xfrm>
            <a:custGeom>
              <a:avLst/>
              <a:gdLst>
                <a:gd name="T0" fmla="*/ 1652 w 1681"/>
                <a:gd name="T1" fmla="*/ 739 h 739"/>
                <a:gd name="T2" fmla="*/ 1244 w 1681"/>
                <a:gd name="T3" fmla="*/ 29 h 739"/>
                <a:gd name="T4" fmla="*/ 438 w 1681"/>
                <a:gd name="T5" fmla="*/ 29 h 739"/>
                <a:gd name="T6" fmla="*/ 27 w 1681"/>
                <a:gd name="T7" fmla="*/ 739 h 739"/>
                <a:gd name="T8" fmla="*/ 0 w 1681"/>
                <a:gd name="T9" fmla="*/ 723 h 739"/>
                <a:gd name="T10" fmla="*/ 419 w 1681"/>
                <a:gd name="T11" fmla="*/ 0 h 739"/>
                <a:gd name="T12" fmla="*/ 1262 w 1681"/>
                <a:gd name="T13" fmla="*/ 0 h 739"/>
                <a:gd name="T14" fmla="*/ 1681 w 1681"/>
                <a:gd name="T15" fmla="*/ 723 h 739"/>
                <a:gd name="T16" fmla="*/ 1652 w 1681"/>
                <a:gd name="T17" fmla="*/ 739 h 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81" h="739">
                  <a:moveTo>
                    <a:pt x="1652" y="739"/>
                  </a:moveTo>
                  <a:lnTo>
                    <a:pt x="1244" y="29"/>
                  </a:lnTo>
                  <a:lnTo>
                    <a:pt x="438" y="29"/>
                  </a:lnTo>
                  <a:lnTo>
                    <a:pt x="27" y="739"/>
                  </a:lnTo>
                  <a:lnTo>
                    <a:pt x="0" y="723"/>
                  </a:lnTo>
                  <a:lnTo>
                    <a:pt x="419" y="0"/>
                  </a:lnTo>
                  <a:lnTo>
                    <a:pt x="1262" y="0"/>
                  </a:lnTo>
                  <a:lnTo>
                    <a:pt x="1681" y="723"/>
                  </a:lnTo>
                  <a:lnTo>
                    <a:pt x="1652" y="739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8" name="Oval 253"/>
            <p:cNvSpPr>
              <a:spLocks noChangeArrowheads="1"/>
            </p:cNvSpPr>
            <p:nvPr/>
          </p:nvSpPr>
          <p:spPr bwMode="auto">
            <a:xfrm>
              <a:off x="10802576" y="968544"/>
              <a:ext cx="6217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9" name="Oval 254"/>
            <p:cNvSpPr>
              <a:spLocks noChangeArrowheads="1"/>
            </p:cNvSpPr>
            <p:nvPr/>
          </p:nvSpPr>
          <p:spPr bwMode="auto">
            <a:xfrm>
              <a:off x="11379232" y="968544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0" name="Oval 255"/>
            <p:cNvSpPr>
              <a:spLocks noChangeArrowheads="1"/>
            </p:cNvSpPr>
            <p:nvPr/>
          </p:nvSpPr>
          <p:spPr bwMode="auto">
            <a:xfrm>
              <a:off x="10946827" y="718811"/>
              <a:ext cx="62521" cy="6217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1" name="Oval 256"/>
            <p:cNvSpPr>
              <a:spLocks noChangeArrowheads="1"/>
            </p:cNvSpPr>
            <p:nvPr/>
          </p:nvSpPr>
          <p:spPr bwMode="auto">
            <a:xfrm>
              <a:off x="10946827" y="1217579"/>
              <a:ext cx="62521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2" name="Oval 257"/>
            <p:cNvSpPr>
              <a:spLocks noChangeArrowheads="1"/>
            </p:cNvSpPr>
            <p:nvPr/>
          </p:nvSpPr>
          <p:spPr bwMode="auto">
            <a:xfrm>
              <a:off x="11234981" y="718811"/>
              <a:ext cx="61473" cy="6217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3" name="Oval 258"/>
            <p:cNvSpPr>
              <a:spLocks noChangeArrowheads="1"/>
            </p:cNvSpPr>
            <p:nvPr/>
          </p:nvSpPr>
          <p:spPr bwMode="auto">
            <a:xfrm>
              <a:off x="11234981" y="1217579"/>
              <a:ext cx="61473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4" name="Freeform 259"/>
            <p:cNvSpPr/>
            <p:nvPr/>
          </p:nvSpPr>
          <p:spPr bwMode="auto">
            <a:xfrm>
              <a:off x="11260827" y="495973"/>
              <a:ext cx="153682" cy="255321"/>
            </a:xfrm>
            <a:custGeom>
              <a:avLst/>
              <a:gdLst>
                <a:gd name="T0" fmla="*/ 27 w 440"/>
                <a:gd name="T1" fmla="*/ 731 h 731"/>
                <a:gd name="T2" fmla="*/ 0 w 440"/>
                <a:gd name="T3" fmla="*/ 715 h 731"/>
                <a:gd name="T4" fmla="*/ 414 w 440"/>
                <a:gd name="T5" fmla="*/ 0 h 731"/>
                <a:gd name="T6" fmla="*/ 440 w 440"/>
                <a:gd name="T7" fmla="*/ 16 h 731"/>
                <a:gd name="T8" fmla="*/ 27 w 440"/>
                <a:gd name="T9" fmla="*/ 731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0" h="731">
                  <a:moveTo>
                    <a:pt x="27" y="731"/>
                  </a:moveTo>
                  <a:lnTo>
                    <a:pt x="0" y="715"/>
                  </a:lnTo>
                  <a:lnTo>
                    <a:pt x="414" y="0"/>
                  </a:lnTo>
                  <a:lnTo>
                    <a:pt x="440" y="16"/>
                  </a:lnTo>
                  <a:lnTo>
                    <a:pt x="27" y="731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5" name="Oval 260"/>
            <p:cNvSpPr>
              <a:spLocks noChangeArrowheads="1"/>
            </p:cNvSpPr>
            <p:nvPr/>
          </p:nvSpPr>
          <p:spPr bwMode="auto">
            <a:xfrm>
              <a:off x="11379232" y="468031"/>
              <a:ext cx="62521" cy="6217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6" name="Freeform 261"/>
            <p:cNvSpPr/>
            <p:nvPr/>
          </p:nvSpPr>
          <p:spPr bwMode="auto">
            <a:xfrm>
              <a:off x="9532257" y="1497000"/>
              <a:ext cx="153682" cy="255670"/>
            </a:xfrm>
            <a:custGeom>
              <a:avLst/>
              <a:gdLst>
                <a:gd name="T0" fmla="*/ 27 w 440"/>
                <a:gd name="T1" fmla="*/ 732 h 732"/>
                <a:gd name="T2" fmla="*/ 0 w 440"/>
                <a:gd name="T3" fmla="*/ 716 h 732"/>
                <a:gd name="T4" fmla="*/ 411 w 440"/>
                <a:gd name="T5" fmla="*/ 0 h 732"/>
                <a:gd name="T6" fmla="*/ 440 w 440"/>
                <a:gd name="T7" fmla="*/ 16 h 732"/>
                <a:gd name="T8" fmla="*/ 27 w 440"/>
                <a:gd name="T9" fmla="*/ 732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0" h="732">
                  <a:moveTo>
                    <a:pt x="27" y="732"/>
                  </a:moveTo>
                  <a:lnTo>
                    <a:pt x="0" y="716"/>
                  </a:lnTo>
                  <a:lnTo>
                    <a:pt x="411" y="0"/>
                  </a:lnTo>
                  <a:lnTo>
                    <a:pt x="440" y="16"/>
                  </a:lnTo>
                  <a:lnTo>
                    <a:pt x="27" y="732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7" name="Oval 262"/>
            <p:cNvSpPr>
              <a:spLocks noChangeArrowheads="1"/>
            </p:cNvSpPr>
            <p:nvPr/>
          </p:nvSpPr>
          <p:spPr bwMode="auto">
            <a:xfrm>
              <a:off x="9505362" y="1719839"/>
              <a:ext cx="6217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8" name="Oval 263"/>
            <p:cNvSpPr>
              <a:spLocks noChangeArrowheads="1"/>
            </p:cNvSpPr>
            <p:nvPr/>
          </p:nvSpPr>
          <p:spPr bwMode="auto">
            <a:xfrm>
              <a:off x="9650661" y="1470106"/>
              <a:ext cx="61473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9" name="Freeform 264"/>
            <p:cNvSpPr/>
            <p:nvPr/>
          </p:nvSpPr>
          <p:spPr bwMode="auto">
            <a:xfrm>
              <a:off x="11693232" y="1244473"/>
              <a:ext cx="153682" cy="255321"/>
            </a:xfrm>
            <a:custGeom>
              <a:avLst/>
              <a:gdLst>
                <a:gd name="T0" fmla="*/ 27 w 440"/>
                <a:gd name="T1" fmla="*/ 731 h 731"/>
                <a:gd name="T2" fmla="*/ 0 w 440"/>
                <a:gd name="T3" fmla="*/ 715 h 731"/>
                <a:gd name="T4" fmla="*/ 411 w 440"/>
                <a:gd name="T5" fmla="*/ 0 h 731"/>
                <a:gd name="T6" fmla="*/ 440 w 440"/>
                <a:gd name="T7" fmla="*/ 16 h 731"/>
                <a:gd name="T8" fmla="*/ 27 w 440"/>
                <a:gd name="T9" fmla="*/ 731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0" h="731">
                  <a:moveTo>
                    <a:pt x="27" y="731"/>
                  </a:moveTo>
                  <a:lnTo>
                    <a:pt x="0" y="715"/>
                  </a:lnTo>
                  <a:lnTo>
                    <a:pt x="411" y="0"/>
                  </a:lnTo>
                  <a:lnTo>
                    <a:pt x="440" y="16"/>
                  </a:lnTo>
                  <a:lnTo>
                    <a:pt x="27" y="731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0" name="Oval 265"/>
            <p:cNvSpPr>
              <a:spLocks noChangeArrowheads="1"/>
            </p:cNvSpPr>
            <p:nvPr/>
          </p:nvSpPr>
          <p:spPr bwMode="auto">
            <a:xfrm>
              <a:off x="11666338" y="1467312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1" name="Oval 266"/>
            <p:cNvSpPr>
              <a:spLocks noChangeArrowheads="1"/>
            </p:cNvSpPr>
            <p:nvPr/>
          </p:nvSpPr>
          <p:spPr bwMode="auto">
            <a:xfrm>
              <a:off x="11811636" y="1217579"/>
              <a:ext cx="61473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2" name="Freeform 267"/>
            <p:cNvSpPr/>
            <p:nvPr/>
          </p:nvSpPr>
          <p:spPr bwMode="auto">
            <a:xfrm>
              <a:off x="10397066" y="495973"/>
              <a:ext cx="153682" cy="255321"/>
            </a:xfrm>
            <a:custGeom>
              <a:avLst/>
              <a:gdLst>
                <a:gd name="T0" fmla="*/ 27 w 440"/>
                <a:gd name="T1" fmla="*/ 731 h 731"/>
                <a:gd name="T2" fmla="*/ 0 w 440"/>
                <a:gd name="T3" fmla="*/ 715 h 731"/>
                <a:gd name="T4" fmla="*/ 411 w 440"/>
                <a:gd name="T5" fmla="*/ 0 h 731"/>
                <a:gd name="T6" fmla="*/ 440 w 440"/>
                <a:gd name="T7" fmla="*/ 16 h 731"/>
                <a:gd name="T8" fmla="*/ 27 w 440"/>
                <a:gd name="T9" fmla="*/ 731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0" h="731">
                  <a:moveTo>
                    <a:pt x="27" y="731"/>
                  </a:moveTo>
                  <a:lnTo>
                    <a:pt x="0" y="715"/>
                  </a:lnTo>
                  <a:lnTo>
                    <a:pt x="411" y="0"/>
                  </a:lnTo>
                  <a:lnTo>
                    <a:pt x="440" y="16"/>
                  </a:lnTo>
                  <a:lnTo>
                    <a:pt x="27" y="731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3" name="Oval 268"/>
            <p:cNvSpPr>
              <a:spLocks noChangeArrowheads="1"/>
            </p:cNvSpPr>
            <p:nvPr/>
          </p:nvSpPr>
          <p:spPr bwMode="auto">
            <a:xfrm>
              <a:off x="10370172" y="718811"/>
              <a:ext cx="62171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4" name="Oval 269"/>
            <p:cNvSpPr>
              <a:spLocks noChangeArrowheads="1"/>
            </p:cNvSpPr>
            <p:nvPr/>
          </p:nvSpPr>
          <p:spPr bwMode="auto">
            <a:xfrm>
              <a:off x="10515470" y="468031"/>
              <a:ext cx="61473" cy="6217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5" name="Freeform 270"/>
            <p:cNvSpPr/>
            <p:nvPr/>
          </p:nvSpPr>
          <p:spPr bwMode="auto">
            <a:xfrm>
              <a:off x="10397066" y="245192"/>
              <a:ext cx="153682" cy="255321"/>
            </a:xfrm>
            <a:custGeom>
              <a:avLst/>
              <a:gdLst>
                <a:gd name="T0" fmla="*/ 413 w 440"/>
                <a:gd name="T1" fmla="*/ 731 h 731"/>
                <a:gd name="T2" fmla="*/ 0 w 440"/>
                <a:gd name="T3" fmla="*/ 16 h 731"/>
                <a:gd name="T4" fmla="*/ 27 w 440"/>
                <a:gd name="T5" fmla="*/ 0 h 731"/>
                <a:gd name="T6" fmla="*/ 440 w 440"/>
                <a:gd name="T7" fmla="*/ 715 h 731"/>
                <a:gd name="T8" fmla="*/ 413 w 440"/>
                <a:gd name="T9" fmla="*/ 731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0" h="731">
                  <a:moveTo>
                    <a:pt x="413" y="731"/>
                  </a:moveTo>
                  <a:lnTo>
                    <a:pt x="0" y="16"/>
                  </a:lnTo>
                  <a:lnTo>
                    <a:pt x="27" y="0"/>
                  </a:lnTo>
                  <a:lnTo>
                    <a:pt x="440" y="715"/>
                  </a:lnTo>
                  <a:lnTo>
                    <a:pt x="413" y="731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6" name="Oval 271"/>
            <p:cNvSpPr>
              <a:spLocks noChangeArrowheads="1"/>
            </p:cNvSpPr>
            <p:nvPr/>
          </p:nvSpPr>
          <p:spPr bwMode="auto">
            <a:xfrm>
              <a:off x="10370172" y="217949"/>
              <a:ext cx="62171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7" name="Freeform 272"/>
            <p:cNvSpPr/>
            <p:nvPr/>
          </p:nvSpPr>
          <p:spPr bwMode="auto">
            <a:xfrm>
              <a:off x="9532257" y="748500"/>
              <a:ext cx="153682" cy="255321"/>
            </a:xfrm>
            <a:custGeom>
              <a:avLst/>
              <a:gdLst>
                <a:gd name="T0" fmla="*/ 413 w 440"/>
                <a:gd name="T1" fmla="*/ 731 h 731"/>
                <a:gd name="T2" fmla="*/ 0 w 440"/>
                <a:gd name="T3" fmla="*/ 16 h 731"/>
                <a:gd name="T4" fmla="*/ 27 w 440"/>
                <a:gd name="T5" fmla="*/ 0 h 731"/>
                <a:gd name="T6" fmla="*/ 440 w 440"/>
                <a:gd name="T7" fmla="*/ 715 h 731"/>
                <a:gd name="T8" fmla="*/ 413 w 440"/>
                <a:gd name="T9" fmla="*/ 731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0" h="731">
                  <a:moveTo>
                    <a:pt x="413" y="731"/>
                  </a:moveTo>
                  <a:lnTo>
                    <a:pt x="0" y="16"/>
                  </a:lnTo>
                  <a:lnTo>
                    <a:pt x="27" y="0"/>
                  </a:lnTo>
                  <a:lnTo>
                    <a:pt x="440" y="715"/>
                  </a:lnTo>
                  <a:lnTo>
                    <a:pt x="413" y="731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8" name="Oval 273"/>
            <p:cNvSpPr>
              <a:spLocks noChangeArrowheads="1"/>
            </p:cNvSpPr>
            <p:nvPr/>
          </p:nvSpPr>
          <p:spPr bwMode="auto">
            <a:xfrm>
              <a:off x="9650661" y="971339"/>
              <a:ext cx="61473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9" name="Oval 274"/>
            <p:cNvSpPr>
              <a:spLocks noChangeArrowheads="1"/>
            </p:cNvSpPr>
            <p:nvPr/>
          </p:nvSpPr>
          <p:spPr bwMode="auto">
            <a:xfrm>
              <a:off x="9505362" y="720558"/>
              <a:ext cx="6217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0" name="Freeform 275"/>
            <p:cNvSpPr/>
            <p:nvPr/>
          </p:nvSpPr>
          <p:spPr bwMode="auto">
            <a:xfrm>
              <a:off x="9962915" y="1244473"/>
              <a:ext cx="438692" cy="510992"/>
            </a:xfrm>
            <a:custGeom>
              <a:avLst/>
              <a:gdLst>
                <a:gd name="T0" fmla="*/ 1256 w 1256"/>
                <a:gd name="T1" fmla="*/ 1463 h 1463"/>
                <a:gd name="T2" fmla="*/ 421 w 1256"/>
                <a:gd name="T3" fmla="*/ 1463 h 1463"/>
                <a:gd name="T4" fmla="*/ 0 w 1256"/>
                <a:gd name="T5" fmla="*/ 731 h 1463"/>
                <a:gd name="T6" fmla="*/ 421 w 1256"/>
                <a:gd name="T7" fmla="*/ 0 h 1463"/>
                <a:gd name="T8" fmla="*/ 1256 w 1256"/>
                <a:gd name="T9" fmla="*/ 0 h 1463"/>
                <a:gd name="T10" fmla="*/ 1256 w 1256"/>
                <a:gd name="T11" fmla="*/ 32 h 1463"/>
                <a:gd name="T12" fmla="*/ 440 w 1256"/>
                <a:gd name="T13" fmla="*/ 32 h 1463"/>
                <a:gd name="T14" fmla="*/ 37 w 1256"/>
                <a:gd name="T15" fmla="*/ 731 h 1463"/>
                <a:gd name="T16" fmla="*/ 440 w 1256"/>
                <a:gd name="T17" fmla="*/ 1431 h 1463"/>
                <a:gd name="T18" fmla="*/ 1256 w 1256"/>
                <a:gd name="T19" fmla="*/ 1431 h 1463"/>
                <a:gd name="T20" fmla="*/ 1256 w 1256"/>
                <a:gd name="T21" fmla="*/ 1463 h 1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56" h="1463">
                  <a:moveTo>
                    <a:pt x="1256" y="1463"/>
                  </a:moveTo>
                  <a:lnTo>
                    <a:pt x="421" y="1463"/>
                  </a:lnTo>
                  <a:lnTo>
                    <a:pt x="0" y="731"/>
                  </a:lnTo>
                  <a:lnTo>
                    <a:pt x="421" y="0"/>
                  </a:lnTo>
                  <a:lnTo>
                    <a:pt x="1256" y="0"/>
                  </a:lnTo>
                  <a:lnTo>
                    <a:pt x="1256" y="32"/>
                  </a:lnTo>
                  <a:lnTo>
                    <a:pt x="440" y="32"/>
                  </a:lnTo>
                  <a:lnTo>
                    <a:pt x="37" y="731"/>
                  </a:lnTo>
                  <a:lnTo>
                    <a:pt x="440" y="1431"/>
                  </a:lnTo>
                  <a:lnTo>
                    <a:pt x="1256" y="1431"/>
                  </a:lnTo>
                  <a:lnTo>
                    <a:pt x="1256" y="1463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1" name="Oval 276"/>
            <p:cNvSpPr>
              <a:spLocks noChangeArrowheads="1"/>
            </p:cNvSpPr>
            <p:nvPr/>
          </p:nvSpPr>
          <p:spPr bwMode="auto">
            <a:xfrm>
              <a:off x="9937767" y="1470106"/>
              <a:ext cx="62171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Oval 277"/>
            <p:cNvSpPr>
              <a:spLocks noChangeArrowheads="1"/>
            </p:cNvSpPr>
            <p:nvPr/>
          </p:nvSpPr>
          <p:spPr bwMode="auto">
            <a:xfrm>
              <a:off x="10083066" y="1219325"/>
              <a:ext cx="61473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Oval 278"/>
            <p:cNvSpPr>
              <a:spLocks noChangeArrowheads="1"/>
            </p:cNvSpPr>
            <p:nvPr/>
          </p:nvSpPr>
          <p:spPr bwMode="auto">
            <a:xfrm>
              <a:off x="10083066" y="1718092"/>
              <a:ext cx="61473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4" name="Oval 279"/>
            <p:cNvSpPr>
              <a:spLocks noChangeArrowheads="1"/>
            </p:cNvSpPr>
            <p:nvPr/>
          </p:nvSpPr>
          <p:spPr bwMode="auto">
            <a:xfrm>
              <a:off x="10370172" y="1219325"/>
              <a:ext cx="6217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5" name="Freeform 280"/>
            <p:cNvSpPr/>
            <p:nvPr/>
          </p:nvSpPr>
          <p:spPr bwMode="auto">
            <a:xfrm>
              <a:off x="10395319" y="993693"/>
              <a:ext cx="587833" cy="508198"/>
            </a:xfrm>
            <a:custGeom>
              <a:avLst/>
              <a:gdLst>
                <a:gd name="T0" fmla="*/ 416 w 1683"/>
                <a:gd name="T1" fmla="*/ 1455 h 1455"/>
                <a:gd name="T2" fmla="*/ 0 w 1683"/>
                <a:gd name="T3" fmla="*/ 731 h 1455"/>
                <a:gd name="T4" fmla="*/ 421 w 1683"/>
                <a:gd name="T5" fmla="*/ 0 h 1455"/>
                <a:gd name="T6" fmla="*/ 1264 w 1683"/>
                <a:gd name="T7" fmla="*/ 0 h 1455"/>
                <a:gd name="T8" fmla="*/ 1683 w 1683"/>
                <a:gd name="T9" fmla="*/ 723 h 1455"/>
                <a:gd name="T10" fmla="*/ 1654 w 1683"/>
                <a:gd name="T11" fmla="*/ 739 h 1455"/>
                <a:gd name="T12" fmla="*/ 1246 w 1683"/>
                <a:gd name="T13" fmla="*/ 32 h 1455"/>
                <a:gd name="T14" fmla="*/ 440 w 1683"/>
                <a:gd name="T15" fmla="*/ 32 h 1455"/>
                <a:gd name="T16" fmla="*/ 34 w 1683"/>
                <a:gd name="T17" fmla="*/ 731 h 1455"/>
                <a:gd name="T18" fmla="*/ 442 w 1683"/>
                <a:gd name="T19" fmla="*/ 1439 h 1455"/>
                <a:gd name="T20" fmla="*/ 416 w 1683"/>
                <a:gd name="T21" fmla="*/ 1455 h 14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683" h="1455">
                  <a:moveTo>
                    <a:pt x="416" y="1455"/>
                  </a:moveTo>
                  <a:lnTo>
                    <a:pt x="0" y="731"/>
                  </a:lnTo>
                  <a:lnTo>
                    <a:pt x="421" y="0"/>
                  </a:lnTo>
                  <a:lnTo>
                    <a:pt x="1264" y="0"/>
                  </a:lnTo>
                  <a:lnTo>
                    <a:pt x="1683" y="723"/>
                  </a:lnTo>
                  <a:lnTo>
                    <a:pt x="1654" y="739"/>
                  </a:lnTo>
                  <a:lnTo>
                    <a:pt x="1246" y="32"/>
                  </a:lnTo>
                  <a:lnTo>
                    <a:pt x="440" y="32"/>
                  </a:lnTo>
                  <a:lnTo>
                    <a:pt x="34" y="731"/>
                  </a:lnTo>
                  <a:lnTo>
                    <a:pt x="442" y="1439"/>
                  </a:lnTo>
                  <a:lnTo>
                    <a:pt x="416" y="1455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6" name="Oval 281"/>
            <p:cNvSpPr>
              <a:spLocks noChangeArrowheads="1"/>
            </p:cNvSpPr>
            <p:nvPr/>
          </p:nvSpPr>
          <p:spPr bwMode="auto">
            <a:xfrm>
              <a:off x="10514423" y="968544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7" name="Freeform 282"/>
            <p:cNvSpPr/>
            <p:nvPr/>
          </p:nvSpPr>
          <p:spPr bwMode="auto">
            <a:xfrm>
              <a:off x="9964661" y="742912"/>
              <a:ext cx="436945" cy="258116"/>
            </a:xfrm>
            <a:custGeom>
              <a:avLst/>
              <a:gdLst>
                <a:gd name="T0" fmla="*/ 27 w 1251"/>
                <a:gd name="T1" fmla="*/ 739 h 739"/>
                <a:gd name="T2" fmla="*/ 0 w 1251"/>
                <a:gd name="T3" fmla="*/ 723 h 739"/>
                <a:gd name="T4" fmla="*/ 416 w 1251"/>
                <a:gd name="T5" fmla="*/ 0 h 739"/>
                <a:gd name="T6" fmla="*/ 1251 w 1251"/>
                <a:gd name="T7" fmla="*/ 0 h 739"/>
                <a:gd name="T8" fmla="*/ 1251 w 1251"/>
                <a:gd name="T9" fmla="*/ 32 h 739"/>
                <a:gd name="T10" fmla="*/ 435 w 1251"/>
                <a:gd name="T11" fmla="*/ 32 h 739"/>
                <a:gd name="T12" fmla="*/ 27 w 1251"/>
                <a:gd name="T13" fmla="*/ 739 h 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51" h="739">
                  <a:moveTo>
                    <a:pt x="27" y="739"/>
                  </a:moveTo>
                  <a:lnTo>
                    <a:pt x="0" y="723"/>
                  </a:lnTo>
                  <a:lnTo>
                    <a:pt x="416" y="0"/>
                  </a:lnTo>
                  <a:lnTo>
                    <a:pt x="1251" y="0"/>
                  </a:lnTo>
                  <a:lnTo>
                    <a:pt x="1251" y="32"/>
                  </a:lnTo>
                  <a:lnTo>
                    <a:pt x="435" y="32"/>
                  </a:lnTo>
                  <a:lnTo>
                    <a:pt x="27" y="739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8" name="Oval 283"/>
            <p:cNvSpPr>
              <a:spLocks noChangeArrowheads="1"/>
            </p:cNvSpPr>
            <p:nvPr/>
          </p:nvSpPr>
          <p:spPr bwMode="auto">
            <a:xfrm>
              <a:off x="10083066" y="718811"/>
              <a:ext cx="61473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9" name="Freeform 284"/>
            <p:cNvSpPr/>
            <p:nvPr/>
          </p:nvSpPr>
          <p:spPr bwMode="auto">
            <a:xfrm>
              <a:off x="11259081" y="1492460"/>
              <a:ext cx="587833" cy="510992"/>
            </a:xfrm>
            <a:custGeom>
              <a:avLst/>
              <a:gdLst>
                <a:gd name="T0" fmla="*/ 1257 w 1683"/>
                <a:gd name="T1" fmla="*/ 1463 h 1463"/>
                <a:gd name="T2" fmla="*/ 421 w 1683"/>
                <a:gd name="T3" fmla="*/ 1463 h 1463"/>
                <a:gd name="T4" fmla="*/ 0 w 1683"/>
                <a:gd name="T5" fmla="*/ 731 h 1463"/>
                <a:gd name="T6" fmla="*/ 421 w 1683"/>
                <a:gd name="T7" fmla="*/ 0 h 1463"/>
                <a:gd name="T8" fmla="*/ 1267 w 1683"/>
                <a:gd name="T9" fmla="*/ 0 h 1463"/>
                <a:gd name="T10" fmla="*/ 1683 w 1683"/>
                <a:gd name="T11" fmla="*/ 723 h 1463"/>
                <a:gd name="T12" fmla="*/ 1657 w 1683"/>
                <a:gd name="T13" fmla="*/ 739 h 1463"/>
                <a:gd name="T14" fmla="*/ 1249 w 1683"/>
                <a:gd name="T15" fmla="*/ 32 h 1463"/>
                <a:gd name="T16" fmla="*/ 440 w 1683"/>
                <a:gd name="T17" fmla="*/ 32 h 1463"/>
                <a:gd name="T18" fmla="*/ 37 w 1683"/>
                <a:gd name="T19" fmla="*/ 731 h 1463"/>
                <a:gd name="T20" fmla="*/ 440 w 1683"/>
                <a:gd name="T21" fmla="*/ 1431 h 1463"/>
                <a:gd name="T22" fmla="*/ 1257 w 1683"/>
                <a:gd name="T23" fmla="*/ 1431 h 1463"/>
                <a:gd name="T24" fmla="*/ 1257 w 1683"/>
                <a:gd name="T25" fmla="*/ 1463 h 1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83" h="1463">
                  <a:moveTo>
                    <a:pt x="1257" y="1463"/>
                  </a:moveTo>
                  <a:lnTo>
                    <a:pt x="421" y="1463"/>
                  </a:lnTo>
                  <a:lnTo>
                    <a:pt x="0" y="731"/>
                  </a:lnTo>
                  <a:lnTo>
                    <a:pt x="421" y="0"/>
                  </a:lnTo>
                  <a:lnTo>
                    <a:pt x="1267" y="0"/>
                  </a:lnTo>
                  <a:lnTo>
                    <a:pt x="1683" y="723"/>
                  </a:lnTo>
                  <a:lnTo>
                    <a:pt x="1657" y="739"/>
                  </a:lnTo>
                  <a:lnTo>
                    <a:pt x="1249" y="32"/>
                  </a:lnTo>
                  <a:lnTo>
                    <a:pt x="440" y="32"/>
                  </a:lnTo>
                  <a:lnTo>
                    <a:pt x="37" y="731"/>
                  </a:lnTo>
                  <a:lnTo>
                    <a:pt x="440" y="1431"/>
                  </a:lnTo>
                  <a:lnTo>
                    <a:pt x="1257" y="1431"/>
                  </a:lnTo>
                  <a:lnTo>
                    <a:pt x="1257" y="1463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0" name="Oval 285"/>
            <p:cNvSpPr>
              <a:spLocks noChangeArrowheads="1"/>
            </p:cNvSpPr>
            <p:nvPr/>
          </p:nvSpPr>
          <p:spPr bwMode="auto">
            <a:xfrm>
              <a:off x="11234981" y="1718092"/>
              <a:ext cx="61473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1" name="Oval 286"/>
            <p:cNvSpPr>
              <a:spLocks noChangeArrowheads="1"/>
            </p:cNvSpPr>
            <p:nvPr/>
          </p:nvSpPr>
          <p:spPr bwMode="auto">
            <a:xfrm>
              <a:off x="11811636" y="1718092"/>
              <a:ext cx="61473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2" name="Oval 287"/>
            <p:cNvSpPr>
              <a:spLocks noChangeArrowheads="1"/>
            </p:cNvSpPr>
            <p:nvPr/>
          </p:nvSpPr>
          <p:spPr bwMode="auto">
            <a:xfrm>
              <a:off x="11379232" y="1467312"/>
              <a:ext cx="61473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3" name="Oval 288"/>
            <p:cNvSpPr>
              <a:spLocks noChangeArrowheads="1"/>
            </p:cNvSpPr>
            <p:nvPr/>
          </p:nvSpPr>
          <p:spPr bwMode="auto">
            <a:xfrm>
              <a:off x="11379232" y="1966079"/>
              <a:ext cx="61473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4" name="Oval 289"/>
            <p:cNvSpPr>
              <a:spLocks noChangeArrowheads="1"/>
            </p:cNvSpPr>
            <p:nvPr/>
          </p:nvSpPr>
          <p:spPr bwMode="auto">
            <a:xfrm>
              <a:off x="11666338" y="1966079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5" name="Freeform 290"/>
            <p:cNvSpPr/>
            <p:nvPr/>
          </p:nvSpPr>
          <p:spPr bwMode="auto">
            <a:xfrm>
              <a:off x="9532257" y="995439"/>
              <a:ext cx="586087" cy="258465"/>
            </a:xfrm>
            <a:custGeom>
              <a:avLst/>
              <a:gdLst>
                <a:gd name="T0" fmla="*/ 27 w 1678"/>
                <a:gd name="T1" fmla="*/ 740 h 740"/>
                <a:gd name="T2" fmla="*/ 0 w 1678"/>
                <a:gd name="T3" fmla="*/ 724 h 740"/>
                <a:gd name="T4" fmla="*/ 416 w 1678"/>
                <a:gd name="T5" fmla="*/ 0 h 740"/>
                <a:gd name="T6" fmla="*/ 1262 w 1678"/>
                <a:gd name="T7" fmla="*/ 0 h 740"/>
                <a:gd name="T8" fmla="*/ 1678 w 1678"/>
                <a:gd name="T9" fmla="*/ 724 h 740"/>
                <a:gd name="T10" fmla="*/ 1651 w 1678"/>
                <a:gd name="T11" fmla="*/ 740 h 740"/>
                <a:gd name="T12" fmla="*/ 1243 w 1678"/>
                <a:gd name="T13" fmla="*/ 32 h 740"/>
                <a:gd name="T14" fmla="*/ 435 w 1678"/>
                <a:gd name="T15" fmla="*/ 32 h 740"/>
                <a:gd name="T16" fmla="*/ 27 w 1678"/>
                <a:gd name="T17" fmla="*/ 740 h 7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8" h="740">
                  <a:moveTo>
                    <a:pt x="27" y="740"/>
                  </a:moveTo>
                  <a:lnTo>
                    <a:pt x="0" y="724"/>
                  </a:lnTo>
                  <a:lnTo>
                    <a:pt x="416" y="0"/>
                  </a:lnTo>
                  <a:lnTo>
                    <a:pt x="1262" y="0"/>
                  </a:lnTo>
                  <a:lnTo>
                    <a:pt x="1678" y="724"/>
                  </a:lnTo>
                  <a:lnTo>
                    <a:pt x="1651" y="740"/>
                  </a:lnTo>
                  <a:lnTo>
                    <a:pt x="1243" y="32"/>
                  </a:lnTo>
                  <a:lnTo>
                    <a:pt x="435" y="32"/>
                  </a:lnTo>
                  <a:lnTo>
                    <a:pt x="27" y="740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6" name="Rectangle 291"/>
            <p:cNvSpPr>
              <a:spLocks noChangeArrowheads="1"/>
            </p:cNvSpPr>
            <p:nvPr/>
          </p:nvSpPr>
          <p:spPr bwMode="auto">
            <a:xfrm>
              <a:off x="9681398" y="1496302"/>
              <a:ext cx="287804" cy="11177"/>
            </a:xfrm>
            <a:prstGeom prst="rect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7" name="Oval 292"/>
            <p:cNvSpPr>
              <a:spLocks noChangeArrowheads="1"/>
            </p:cNvSpPr>
            <p:nvPr/>
          </p:nvSpPr>
          <p:spPr bwMode="auto">
            <a:xfrm>
              <a:off x="9506060" y="1221072"/>
              <a:ext cx="61473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8" name="Oval 293"/>
            <p:cNvSpPr>
              <a:spLocks noChangeArrowheads="1"/>
            </p:cNvSpPr>
            <p:nvPr/>
          </p:nvSpPr>
          <p:spPr bwMode="auto">
            <a:xfrm>
              <a:off x="9937767" y="971339"/>
              <a:ext cx="62171" cy="61473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9" name="Freeform 294"/>
            <p:cNvSpPr/>
            <p:nvPr/>
          </p:nvSpPr>
          <p:spPr bwMode="auto">
            <a:xfrm>
              <a:off x="10828422" y="1241679"/>
              <a:ext cx="587134" cy="258116"/>
            </a:xfrm>
            <a:custGeom>
              <a:avLst/>
              <a:gdLst>
                <a:gd name="T0" fmla="*/ 1652 w 1681"/>
                <a:gd name="T1" fmla="*/ 739 h 739"/>
                <a:gd name="T2" fmla="*/ 1244 w 1681"/>
                <a:gd name="T3" fmla="*/ 32 h 739"/>
                <a:gd name="T4" fmla="*/ 435 w 1681"/>
                <a:gd name="T5" fmla="*/ 32 h 739"/>
                <a:gd name="T6" fmla="*/ 27 w 1681"/>
                <a:gd name="T7" fmla="*/ 739 h 739"/>
                <a:gd name="T8" fmla="*/ 0 w 1681"/>
                <a:gd name="T9" fmla="*/ 723 h 739"/>
                <a:gd name="T10" fmla="*/ 416 w 1681"/>
                <a:gd name="T11" fmla="*/ 0 h 739"/>
                <a:gd name="T12" fmla="*/ 1262 w 1681"/>
                <a:gd name="T13" fmla="*/ 0 h 739"/>
                <a:gd name="T14" fmla="*/ 1681 w 1681"/>
                <a:gd name="T15" fmla="*/ 723 h 739"/>
                <a:gd name="T16" fmla="*/ 1652 w 1681"/>
                <a:gd name="T17" fmla="*/ 739 h 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81" h="739">
                  <a:moveTo>
                    <a:pt x="1652" y="739"/>
                  </a:moveTo>
                  <a:lnTo>
                    <a:pt x="1244" y="32"/>
                  </a:lnTo>
                  <a:lnTo>
                    <a:pt x="435" y="32"/>
                  </a:lnTo>
                  <a:lnTo>
                    <a:pt x="27" y="739"/>
                  </a:lnTo>
                  <a:lnTo>
                    <a:pt x="0" y="723"/>
                  </a:lnTo>
                  <a:lnTo>
                    <a:pt x="416" y="0"/>
                  </a:lnTo>
                  <a:lnTo>
                    <a:pt x="1262" y="0"/>
                  </a:lnTo>
                  <a:lnTo>
                    <a:pt x="1681" y="723"/>
                  </a:lnTo>
                  <a:lnTo>
                    <a:pt x="1652" y="739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0" name="Freeform 295"/>
            <p:cNvSpPr/>
            <p:nvPr/>
          </p:nvSpPr>
          <p:spPr bwMode="auto">
            <a:xfrm>
              <a:off x="10826676" y="2240960"/>
              <a:ext cx="587833" cy="508198"/>
            </a:xfrm>
            <a:custGeom>
              <a:avLst/>
              <a:gdLst>
                <a:gd name="T0" fmla="*/ 419 w 1683"/>
                <a:gd name="T1" fmla="*/ 1455 h 1455"/>
                <a:gd name="T2" fmla="*/ 0 w 1683"/>
                <a:gd name="T3" fmla="*/ 732 h 1455"/>
                <a:gd name="T4" fmla="*/ 421 w 1683"/>
                <a:gd name="T5" fmla="*/ 0 h 1455"/>
                <a:gd name="T6" fmla="*/ 1267 w 1683"/>
                <a:gd name="T7" fmla="*/ 0 h 1455"/>
                <a:gd name="T8" fmla="*/ 1683 w 1683"/>
                <a:gd name="T9" fmla="*/ 724 h 1455"/>
                <a:gd name="T10" fmla="*/ 1657 w 1683"/>
                <a:gd name="T11" fmla="*/ 740 h 1455"/>
                <a:gd name="T12" fmla="*/ 1249 w 1683"/>
                <a:gd name="T13" fmla="*/ 32 h 1455"/>
                <a:gd name="T14" fmla="*/ 440 w 1683"/>
                <a:gd name="T15" fmla="*/ 32 h 1455"/>
                <a:gd name="T16" fmla="*/ 37 w 1683"/>
                <a:gd name="T17" fmla="*/ 732 h 1455"/>
                <a:gd name="T18" fmla="*/ 445 w 1683"/>
                <a:gd name="T19" fmla="*/ 1439 h 1455"/>
                <a:gd name="T20" fmla="*/ 419 w 1683"/>
                <a:gd name="T21" fmla="*/ 1455 h 14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683" h="1455">
                  <a:moveTo>
                    <a:pt x="419" y="1455"/>
                  </a:moveTo>
                  <a:lnTo>
                    <a:pt x="0" y="732"/>
                  </a:lnTo>
                  <a:lnTo>
                    <a:pt x="421" y="0"/>
                  </a:lnTo>
                  <a:lnTo>
                    <a:pt x="1267" y="0"/>
                  </a:lnTo>
                  <a:lnTo>
                    <a:pt x="1683" y="724"/>
                  </a:lnTo>
                  <a:lnTo>
                    <a:pt x="1657" y="740"/>
                  </a:lnTo>
                  <a:lnTo>
                    <a:pt x="1249" y="32"/>
                  </a:lnTo>
                  <a:lnTo>
                    <a:pt x="440" y="32"/>
                  </a:lnTo>
                  <a:lnTo>
                    <a:pt x="37" y="732"/>
                  </a:lnTo>
                  <a:lnTo>
                    <a:pt x="445" y="1439"/>
                  </a:lnTo>
                  <a:lnTo>
                    <a:pt x="419" y="1455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1" name="Oval 296"/>
            <p:cNvSpPr>
              <a:spLocks noChangeArrowheads="1"/>
            </p:cNvSpPr>
            <p:nvPr/>
          </p:nvSpPr>
          <p:spPr bwMode="auto">
            <a:xfrm>
              <a:off x="10802576" y="2466592"/>
              <a:ext cx="61473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2" name="Oval 297"/>
            <p:cNvSpPr>
              <a:spLocks noChangeArrowheads="1"/>
            </p:cNvSpPr>
            <p:nvPr/>
          </p:nvSpPr>
          <p:spPr bwMode="auto">
            <a:xfrm>
              <a:off x="11379232" y="2466592"/>
              <a:ext cx="61473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3" name="Oval 298"/>
            <p:cNvSpPr>
              <a:spLocks noChangeArrowheads="1"/>
            </p:cNvSpPr>
            <p:nvPr/>
          </p:nvSpPr>
          <p:spPr bwMode="auto">
            <a:xfrm>
              <a:off x="10946827" y="2215812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4" name="Oval 299"/>
            <p:cNvSpPr>
              <a:spLocks noChangeArrowheads="1"/>
            </p:cNvSpPr>
            <p:nvPr/>
          </p:nvSpPr>
          <p:spPr bwMode="auto">
            <a:xfrm>
              <a:off x="10946827" y="2714579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5" name="Oval 300"/>
            <p:cNvSpPr>
              <a:spLocks noChangeArrowheads="1"/>
            </p:cNvSpPr>
            <p:nvPr/>
          </p:nvSpPr>
          <p:spPr bwMode="auto">
            <a:xfrm>
              <a:off x="11233933" y="2215812"/>
              <a:ext cx="62521" cy="6252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6" name="Freeform 301"/>
            <p:cNvSpPr/>
            <p:nvPr/>
          </p:nvSpPr>
          <p:spPr bwMode="auto">
            <a:xfrm>
              <a:off x="11260827" y="1995069"/>
              <a:ext cx="154730" cy="256369"/>
            </a:xfrm>
            <a:custGeom>
              <a:avLst/>
              <a:gdLst>
                <a:gd name="T0" fmla="*/ 30 w 443"/>
                <a:gd name="T1" fmla="*/ 734 h 734"/>
                <a:gd name="T2" fmla="*/ 0 w 443"/>
                <a:gd name="T3" fmla="*/ 718 h 734"/>
                <a:gd name="T4" fmla="*/ 414 w 443"/>
                <a:gd name="T5" fmla="*/ 0 h 734"/>
                <a:gd name="T6" fmla="*/ 443 w 443"/>
                <a:gd name="T7" fmla="*/ 16 h 734"/>
                <a:gd name="T8" fmla="*/ 30 w 443"/>
                <a:gd name="T9" fmla="*/ 734 h 7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3" h="734">
                  <a:moveTo>
                    <a:pt x="30" y="734"/>
                  </a:moveTo>
                  <a:lnTo>
                    <a:pt x="0" y="718"/>
                  </a:lnTo>
                  <a:lnTo>
                    <a:pt x="414" y="0"/>
                  </a:lnTo>
                  <a:lnTo>
                    <a:pt x="443" y="16"/>
                  </a:lnTo>
                  <a:lnTo>
                    <a:pt x="30" y="734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7" name="Freeform 302"/>
            <p:cNvSpPr/>
            <p:nvPr/>
          </p:nvSpPr>
          <p:spPr bwMode="auto">
            <a:xfrm>
              <a:off x="10826676" y="1742193"/>
              <a:ext cx="439740" cy="509246"/>
            </a:xfrm>
            <a:custGeom>
              <a:avLst/>
              <a:gdLst>
                <a:gd name="T0" fmla="*/ 419 w 1259"/>
                <a:gd name="T1" fmla="*/ 1458 h 1458"/>
                <a:gd name="T2" fmla="*/ 0 w 1259"/>
                <a:gd name="T3" fmla="*/ 732 h 1458"/>
                <a:gd name="T4" fmla="*/ 421 w 1259"/>
                <a:gd name="T5" fmla="*/ 0 h 1458"/>
                <a:gd name="T6" fmla="*/ 1259 w 1259"/>
                <a:gd name="T7" fmla="*/ 0 h 1458"/>
                <a:gd name="T8" fmla="*/ 1259 w 1259"/>
                <a:gd name="T9" fmla="*/ 32 h 1458"/>
                <a:gd name="T10" fmla="*/ 440 w 1259"/>
                <a:gd name="T11" fmla="*/ 32 h 1458"/>
                <a:gd name="T12" fmla="*/ 37 w 1259"/>
                <a:gd name="T13" fmla="*/ 732 h 1458"/>
                <a:gd name="T14" fmla="*/ 445 w 1259"/>
                <a:gd name="T15" fmla="*/ 1442 h 1458"/>
                <a:gd name="T16" fmla="*/ 419 w 1259"/>
                <a:gd name="T17" fmla="*/ 1458 h 14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9" h="1458">
                  <a:moveTo>
                    <a:pt x="419" y="1458"/>
                  </a:moveTo>
                  <a:lnTo>
                    <a:pt x="0" y="732"/>
                  </a:lnTo>
                  <a:lnTo>
                    <a:pt x="421" y="0"/>
                  </a:lnTo>
                  <a:lnTo>
                    <a:pt x="1259" y="0"/>
                  </a:lnTo>
                  <a:lnTo>
                    <a:pt x="1259" y="32"/>
                  </a:lnTo>
                  <a:lnTo>
                    <a:pt x="440" y="32"/>
                  </a:lnTo>
                  <a:lnTo>
                    <a:pt x="37" y="732"/>
                  </a:lnTo>
                  <a:lnTo>
                    <a:pt x="445" y="1442"/>
                  </a:lnTo>
                  <a:lnTo>
                    <a:pt x="419" y="1458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8" name="心形 97"/>
            <p:cNvSpPr/>
            <p:nvPr/>
          </p:nvSpPr>
          <p:spPr>
            <a:xfrm>
              <a:off x="11413874" y="1622237"/>
              <a:ext cx="277200" cy="244800"/>
            </a:xfrm>
            <a:prstGeom prst="heart">
              <a:avLst/>
            </a:prstGeom>
            <a:pattFill prst="wdDnDiag">
              <a:fgClr>
                <a:srgbClr val="127FB8"/>
              </a:fgClr>
              <a:bgClr>
                <a:schemeClr val="bg1">
                  <a:lumMod val="95000"/>
                </a:schemeClr>
              </a:bgClr>
            </a:patt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99" name="矩形 98"/>
          <p:cNvSpPr/>
          <p:nvPr userDrawn="1"/>
        </p:nvSpPr>
        <p:spPr>
          <a:xfrm>
            <a:off x="706669" y="3293447"/>
            <a:ext cx="5169294" cy="14126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127FB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谢 谢 观 看</a:t>
            </a:r>
            <a:endParaRPr kumimoji="0" lang="en-US" altLang="zh-CN" sz="6600" b="1" i="0" u="none" strike="noStrike" kern="1200" cap="none" spc="0" normalizeH="0" baseline="0" noProof="0" dirty="0">
              <a:ln>
                <a:noFill/>
              </a:ln>
              <a:solidFill>
                <a:srgbClr val="127FB8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F3E693-59B5-40BA-8F31-B80878202BBF}" type="datetimeFigureOut">
              <a:rPr lang="zh-CN" altLang="en-US" smtClean="0"/>
              <a:t>2026-08-16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6FA2E8-89B6-44E7-B22B-439693C1E7C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49" r:id="rId6"/>
    <p:sldLayoutId id="2147483650" r:id="rId7"/>
    <p:sldLayoutId id="2147483651" r:id="rId8"/>
    <p:sldLayoutId id="2147483662" r:id="rId9"/>
    <p:sldLayoutId id="2147483652" r:id="rId10"/>
    <p:sldLayoutId id="2147483653" r:id="rId11"/>
    <p:sldLayoutId id="2147483654" r:id="rId12"/>
    <p:sldLayoutId id="2147483655" r:id="rId13"/>
    <p:sldLayoutId id="2147483656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37"/>
          <p:cNvSpPr txBox="1"/>
          <p:nvPr/>
        </p:nvSpPr>
        <p:spPr>
          <a:xfrm>
            <a:off x="3399023" y="4088151"/>
            <a:ext cx="48357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spc="12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            </a:t>
            </a:r>
            <a:r>
              <a:rPr lang="en-US" altLang="zh-CN" sz="2400" b="1" spc="120" dirty="0" err="1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Guoqin</a:t>
            </a:r>
            <a:r>
              <a:rPr lang="en-US" altLang="zh-CN" sz="2400" b="1" spc="12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Mai</a:t>
            </a:r>
            <a:endParaRPr lang="zh-CN" altLang="en-US" sz="2400" b="1" spc="12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5096142" y="1548343"/>
            <a:ext cx="199971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第六章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 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1952149" y="1923451"/>
            <a:ext cx="7538550" cy="1787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第一步：下载数据</a:t>
            </a:r>
            <a:endParaRPr lang="en-US" altLang="zh-CN" sz="2400" b="1" dirty="0">
              <a:solidFill>
                <a:schemeClr val="bg2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</a:pP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第二步：上传数据</a:t>
            </a:r>
            <a:endParaRPr lang="en-US" altLang="zh-CN" sz="2400" b="1" dirty="0">
              <a:solidFill>
                <a:schemeClr val="bg2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</a:pPr>
            <a:r>
              <a:rPr lang="en-US" altLang="zh-CN" sz="4800" b="1" dirty="0">
                <a:solidFill>
                  <a:srgbClr val="2B2F3A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Run the code on the server</a:t>
            </a:r>
          </a:p>
        </p:txBody>
      </p:sp>
      <p:grpSp>
        <p:nvGrpSpPr>
          <p:cNvPr id="124" name="Group 2" hidden="1"/>
          <p:cNvGrpSpPr/>
          <p:nvPr/>
        </p:nvGrpSpPr>
        <p:grpSpPr>
          <a:xfrm rot="16200000" flipH="1">
            <a:off x="148269" y="4023095"/>
            <a:ext cx="2686637" cy="2983173"/>
            <a:chOff x="6025662" y="-1"/>
            <a:chExt cx="6166338" cy="6846945"/>
          </a:xfrm>
        </p:grpSpPr>
        <p:sp>
          <p:nvSpPr>
            <p:cNvPr id="125" name="Freeform 215"/>
            <p:cNvSpPr/>
            <p:nvPr/>
          </p:nvSpPr>
          <p:spPr bwMode="auto">
            <a:xfrm>
              <a:off x="8076298" y="3429484"/>
              <a:ext cx="1328344" cy="1149575"/>
            </a:xfrm>
            <a:custGeom>
              <a:avLst/>
              <a:gdLst>
                <a:gd name="T0" fmla="*/ 416 w 1657"/>
                <a:gd name="T1" fmla="*/ 1434 h 1434"/>
                <a:gd name="T2" fmla="*/ 0 w 1657"/>
                <a:gd name="T3" fmla="*/ 718 h 1434"/>
                <a:gd name="T4" fmla="*/ 416 w 1657"/>
                <a:gd name="T5" fmla="*/ 0 h 1434"/>
                <a:gd name="T6" fmla="*/ 1244 w 1657"/>
                <a:gd name="T7" fmla="*/ 0 h 1434"/>
                <a:gd name="T8" fmla="*/ 1657 w 1657"/>
                <a:gd name="T9" fmla="*/ 718 h 1434"/>
                <a:gd name="T10" fmla="*/ 1244 w 1657"/>
                <a:gd name="T11" fmla="*/ 1434 h 1434"/>
                <a:gd name="T12" fmla="*/ 416 w 1657"/>
                <a:gd name="T13" fmla="*/ 1434 h 1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7" h="1434">
                  <a:moveTo>
                    <a:pt x="416" y="1434"/>
                  </a:moveTo>
                  <a:lnTo>
                    <a:pt x="0" y="718"/>
                  </a:lnTo>
                  <a:lnTo>
                    <a:pt x="416" y="0"/>
                  </a:lnTo>
                  <a:lnTo>
                    <a:pt x="1244" y="0"/>
                  </a:lnTo>
                  <a:lnTo>
                    <a:pt x="1657" y="718"/>
                  </a:lnTo>
                  <a:lnTo>
                    <a:pt x="1244" y="1434"/>
                  </a:lnTo>
                  <a:lnTo>
                    <a:pt x="416" y="1434"/>
                  </a:lnTo>
                  <a:close/>
                </a:path>
              </a:pathLst>
            </a:custGeom>
            <a:solidFill>
              <a:srgbClr val="127FB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26" name="Freeform 216"/>
            <p:cNvSpPr/>
            <p:nvPr/>
          </p:nvSpPr>
          <p:spPr bwMode="auto">
            <a:xfrm>
              <a:off x="8076298" y="3429484"/>
              <a:ext cx="1328344" cy="1149575"/>
            </a:xfrm>
            <a:custGeom>
              <a:avLst/>
              <a:gdLst>
                <a:gd name="T0" fmla="*/ 416 w 1657"/>
                <a:gd name="T1" fmla="*/ 1434 h 1434"/>
                <a:gd name="T2" fmla="*/ 0 w 1657"/>
                <a:gd name="T3" fmla="*/ 718 h 1434"/>
                <a:gd name="T4" fmla="*/ 416 w 1657"/>
                <a:gd name="T5" fmla="*/ 0 h 1434"/>
                <a:gd name="T6" fmla="*/ 1244 w 1657"/>
                <a:gd name="T7" fmla="*/ 0 h 1434"/>
                <a:gd name="T8" fmla="*/ 1657 w 1657"/>
                <a:gd name="T9" fmla="*/ 718 h 1434"/>
                <a:gd name="T10" fmla="*/ 1244 w 1657"/>
                <a:gd name="T11" fmla="*/ 1434 h 1434"/>
                <a:gd name="T12" fmla="*/ 416 w 1657"/>
                <a:gd name="T13" fmla="*/ 1434 h 1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7" h="1434">
                  <a:moveTo>
                    <a:pt x="416" y="1434"/>
                  </a:moveTo>
                  <a:lnTo>
                    <a:pt x="0" y="718"/>
                  </a:lnTo>
                  <a:lnTo>
                    <a:pt x="416" y="0"/>
                  </a:lnTo>
                  <a:lnTo>
                    <a:pt x="1244" y="0"/>
                  </a:lnTo>
                  <a:lnTo>
                    <a:pt x="1657" y="718"/>
                  </a:lnTo>
                  <a:lnTo>
                    <a:pt x="1244" y="1434"/>
                  </a:lnTo>
                  <a:lnTo>
                    <a:pt x="416" y="143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27" name="Freeform 217"/>
            <p:cNvSpPr/>
            <p:nvPr/>
          </p:nvSpPr>
          <p:spPr bwMode="auto">
            <a:xfrm>
              <a:off x="8076298" y="2291132"/>
              <a:ext cx="1328344" cy="1151178"/>
            </a:xfrm>
            <a:custGeom>
              <a:avLst/>
              <a:gdLst>
                <a:gd name="T0" fmla="*/ 416 w 1657"/>
                <a:gd name="T1" fmla="*/ 1436 h 1436"/>
                <a:gd name="T2" fmla="*/ 0 w 1657"/>
                <a:gd name="T3" fmla="*/ 718 h 1436"/>
                <a:gd name="T4" fmla="*/ 416 w 1657"/>
                <a:gd name="T5" fmla="*/ 0 h 1436"/>
                <a:gd name="T6" fmla="*/ 1244 w 1657"/>
                <a:gd name="T7" fmla="*/ 0 h 1436"/>
                <a:gd name="T8" fmla="*/ 1657 w 1657"/>
                <a:gd name="T9" fmla="*/ 718 h 1436"/>
                <a:gd name="T10" fmla="*/ 1244 w 1657"/>
                <a:gd name="T11" fmla="*/ 1436 h 1436"/>
                <a:gd name="T12" fmla="*/ 416 w 1657"/>
                <a:gd name="T13" fmla="*/ 1436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7" h="1436">
                  <a:moveTo>
                    <a:pt x="416" y="1436"/>
                  </a:moveTo>
                  <a:lnTo>
                    <a:pt x="0" y="718"/>
                  </a:lnTo>
                  <a:lnTo>
                    <a:pt x="416" y="0"/>
                  </a:lnTo>
                  <a:lnTo>
                    <a:pt x="1244" y="0"/>
                  </a:lnTo>
                  <a:lnTo>
                    <a:pt x="1657" y="718"/>
                  </a:lnTo>
                  <a:lnTo>
                    <a:pt x="1244" y="1436"/>
                  </a:lnTo>
                  <a:lnTo>
                    <a:pt x="416" y="1436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28" name="Freeform 218"/>
            <p:cNvSpPr/>
            <p:nvPr/>
          </p:nvSpPr>
          <p:spPr bwMode="auto">
            <a:xfrm>
              <a:off x="8076298" y="1135946"/>
              <a:ext cx="1328344" cy="1151178"/>
            </a:xfrm>
            <a:custGeom>
              <a:avLst/>
              <a:gdLst>
                <a:gd name="T0" fmla="*/ 416 w 1657"/>
                <a:gd name="T1" fmla="*/ 1436 h 1436"/>
                <a:gd name="T2" fmla="*/ 0 w 1657"/>
                <a:gd name="T3" fmla="*/ 718 h 1436"/>
                <a:gd name="T4" fmla="*/ 416 w 1657"/>
                <a:gd name="T5" fmla="*/ 0 h 1436"/>
                <a:gd name="T6" fmla="*/ 1244 w 1657"/>
                <a:gd name="T7" fmla="*/ 0 h 1436"/>
                <a:gd name="T8" fmla="*/ 1657 w 1657"/>
                <a:gd name="T9" fmla="*/ 718 h 1436"/>
                <a:gd name="T10" fmla="*/ 1244 w 1657"/>
                <a:gd name="T11" fmla="*/ 1436 h 1436"/>
                <a:gd name="T12" fmla="*/ 416 w 1657"/>
                <a:gd name="T13" fmla="*/ 1436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7" h="1436">
                  <a:moveTo>
                    <a:pt x="416" y="1436"/>
                  </a:moveTo>
                  <a:lnTo>
                    <a:pt x="0" y="718"/>
                  </a:lnTo>
                  <a:lnTo>
                    <a:pt x="416" y="0"/>
                  </a:lnTo>
                  <a:lnTo>
                    <a:pt x="1244" y="0"/>
                  </a:lnTo>
                  <a:lnTo>
                    <a:pt x="1657" y="718"/>
                  </a:lnTo>
                  <a:lnTo>
                    <a:pt x="1244" y="1436"/>
                  </a:lnTo>
                  <a:lnTo>
                    <a:pt x="416" y="1436"/>
                  </a:lnTo>
                  <a:close/>
                </a:path>
              </a:pathLst>
            </a:custGeom>
            <a:solidFill>
              <a:sysClr val="window" lastClr="FFFFFF">
                <a:lumMod val="85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29" name="Freeform 219"/>
            <p:cNvSpPr/>
            <p:nvPr/>
          </p:nvSpPr>
          <p:spPr bwMode="auto">
            <a:xfrm>
              <a:off x="8076298" y="1135946"/>
              <a:ext cx="1328344" cy="1151178"/>
            </a:xfrm>
            <a:custGeom>
              <a:avLst/>
              <a:gdLst>
                <a:gd name="T0" fmla="*/ 416 w 1657"/>
                <a:gd name="T1" fmla="*/ 1436 h 1436"/>
                <a:gd name="T2" fmla="*/ 0 w 1657"/>
                <a:gd name="T3" fmla="*/ 718 h 1436"/>
                <a:gd name="T4" fmla="*/ 416 w 1657"/>
                <a:gd name="T5" fmla="*/ 0 h 1436"/>
                <a:gd name="T6" fmla="*/ 1244 w 1657"/>
                <a:gd name="T7" fmla="*/ 0 h 1436"/>
                <a:gd name="T8" fmla="*/ 1657 w 1657"/>
                <a:gd name="T9" fmla="*/ 718 h 1436"/>
                <a:gd name="T10" fmla="*/ 1244 w 1657"/>
                <a:gd name="T11" fmla="*/ 1436 h 1436"/>
                <a:gd name="T12" fmla="*/ 416 w 1657"/>
                <a:gd name="T13" fmla="*/ 1436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7" h="1436">
                  <a:moveTo>
                    <a:pt x="416" y="1436"/>
                  </a:moveTo>
                  <a:lnTo>
                    <a:pt x="0" y="718"/>
                  </a:lnTo>
                  <a:lnTo>
                    <a:pt x="416" y="0"/>
                  </a:lnTo>
                  <a:lnTo>
                    <a:pt x="1244" y="0"/>
                  </a:lnTo>
                  <a:lnTo>
                    <a:pt x="1657" y="718"/>
                  </a:lnTo>
                  <a:lnTo>
                    <a:pt x="1244" y="1436"/>
                  </a:lnTo>
                  <a:lnTo>
                    <a:pt x="416" y="143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30" name="Freeform 220"/>
            <p:cNvSpPr/>
            <p:nvPr/>
          </p:nvSpPr>
          <p:spPr bwMode="auto">
            <a:xfrm>
              <a:off x="8444258" y="-1"/>
              <a:ext cx="3422269" cy="2484332"/>
            </a:xfrm>
            <a:custGeom>
              <a:avLst/>
              <a:gdLst>
                <a:gd name="T0" fmla="*/ 4269 w 4269"/>
                <a:gd name="T1" fmla="*/ 0 h 3099"/>
                <a:gd name="T2" fmla="*/ 395 w 4269"/>
                <a:gd name="T3" fmla="*/ 0 h 3099"/>
                <a:gd name="T4" fmla="*/ 0 w 4269"/>
                <a:gd name="T5" fmla="*/ 680 h 3099"/>
                <a:gd name="T6" fmla="*/ 427 w 4269"/>
                <a:gd name="T7" fmla="*/ 1417 h 3099"/>
                <a:gd name="T8" fmla="*/ 785 w 4269"/>
                <a:gd name="T9" fmla="*/ 1417 h 3099"/>
                <a:gd name="T10" fmla="*/ 1198 w 4269"/>
                <a:gd name="T11" fmla="*/ 2135 h 3099"/>
                <a:gd name="T12" fmla="*/ 1019 w 4269"/>
                <a:gd name="T13" fmla="*/ 2447 h 3099"/>
                <a:gd name="T14" fmla="*/ 1396 w 4269"/>
                <a:gd name="T15" fmla="*/ 3099 h 3099"/>
                <a:gd name="T16" fmla="*/ 3402 w 4269"/>
                <a:gd name="T17" fmla="*/ 3099 h 3099"/>
                <a:gd name="T18" fmla="*/ 2940 w 4269"/>
                <a:gd name="T19" fmla="*/ 2300 h 3099"/>
                <a:gd name="T20" fmla="*/ 4269 w 4269"/>
                <a:gd name="T21" fmla="*/ 0 h 30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269" h="3099">
                  <a:moveTo>
                    <a:pt x="4269" y="0"/>
                  </a:moveTo>
                  <a:lnTo>
                    <a:pt x="395" y="0"/>
                  </a:lnTo>
                  <a:lnTo>
                    <a:pt x="0" y="680"/>
                  </a:lnTo>
                  <a:lnTo>
                    <a:pt x="427" y="1417"/>
                  </a:lnTo>
                  <a:lnTo>
                    <a:pt x="785" y="1417"/>
                  </a:lnTo>
                  <a:lnTo>
                    <a:pt x="1198" y="2135"/>
                  </a:lnTo>
                  <a:lnTo>
                    <a:pt x="1019" y="2447"/>
                  </a:lnTo>
                  <a:lnTo>
                    <a:pt x="1396" y="3099"/>
                  </a:lnTo>
                  <a:lnTo>
                    <a:pt x="3402" y="3099"/>
                  </a:lnTo>
                  <a:lnTo>
                    <a:pt x="2940" y="2300"/>
                  </a:lnTo>
                  <a:lnTo>
                    <a:pt x="4269" y="0"/>
                  </a:lnTo>
                  <a:close/>
                </a:path>
              </a:pathLst>
            </a:custGeom>
            <a:solidFill>
              <a:srgbClr val="127FB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31" name="Freeform 221"/>
            <p:cNvSpPr/>
            <p:nvPr/>
          </p:nvSpPr>
          <p:spPr bwMode="auto">
            <a:xfrm>
              <a:off x="8444258" y="-1"/>
              <a:ext cx="3422269" cy="2484332"/>
            </a:xfrm>
            <a:custGeom>
              <a:avLst/>
              <a:gdLst>
                <a:gd name="T0" fmla="*/ 4269 w 4269"/>
                <a:gd name="T1" fmla="*/ 0 h 3099"/>
                <a:gd name="T2" fmla="*/ 395 w 4269"/>
                <a:gd name="T3" fmla="*/ 0 h 3099"/>
                <a:gd name="T4" fmla="*/ 0 w 4269"/>
                <a:gd name="T5" fmla="*/ 680 h 3099"/>
                <a:gd name="T6" fmla="*/ 427 w 4269"/>
                <a:gd name="T7" fmla="*/ 1417 h 3099"/>
                <a:gd name="T8" fmla="*/ 785 w 4269"/>
                <a:gd name="T9" fmla="*/ 1417 h 3099"/>
                <a:gd name="T10" fmla="*/ 1198 w 4269"/>
                <a:gd name="T11" fmla="*/ 2135 h 3099"/>
                <a:gd name="T12" fmla="*/ 1019 w 4269"/>
                <a:gd name="T13" fmla="*/ 2447 h 3099"/>
                <a:gd name="T14" fmla="*/ 1396 w 4269"/>
                <a:gd name="T15" fmla="*/ 3099 h 3099"/>
                <a:gd name="T16" fmla="*/ 3402 w 4269"/>
                <a:gd name="T17" fmla="*/ 3099 h 3099"/>
                <a:gd name="T18" fmla="*/ 2940 w 4269"/>
                <a:gd name="T19" fmla="*/ 2300 h 3099"/>
                <a:gd name="T20" fmla="*/ 4269 w 4269"/>
                <a:gd name="T21" fmla="*/ 0 h 30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269" h="3099">
                  <a:moveTo>
                    <a:pt x="4269" y="0"/>
                  </a:moveTo>
                  <a:lnTo>
                    <a:pt x="395" y="0"/>
                  </a:lnTo>
                  <a:lnTo>
                    <a:pt x="0" y="680"/>
                  </a:lnTo>
                  <a:lnTo>
                    <a:pt x="427" y="1417"/>
                  </a:lnTo>
                  <a:lnTo>
                    <a:pt x="785" y="1417"/>
                  </a:lnTo>
                  <a:lnTo>
                    <a:pt x="1198" y="2135"/>
                  </a:lnTo>
                  <a:lnTo>
                    <a:pt x="1019" y="2447"/>
                  </a:lnTo>
                  <a:lnTo>
                    <a:pt x="1396" y="3099"/>
                  </a:lnTo>
                  <a:lnTo>
                    <a:pt x="3402" y="3099"/>
                  </a:lnTo>
                  <a:lnTo>
                    <a:pt x="2940" y="2300"/>
                  </a:lnTo>
                  <a:lnTo>
                    <a:pt x="426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32" name="Freeform 222"/>
            <p:cNvSpPr/>
            <p:nvPr/>
          </p:nvSpPr>
          <p:spPr bwMode="auto">
            <a:xfrm>
              <a:off x="8786566" y="1135946"/>
              <a:ext cx="618077" cy="825706"/>
            </a:xfrm>
            <a:custGeom>
              <a:avLst/>
              <a:gdLst>
                <a:gd name="T0" fmla="*/ 358 w 771"/>
                <a:gd name="T1" fmla="*/ 0 h 1030"/>
                <a:gd name="T2" fmla="*/ 0 w 771"/>
                <a:gd name="T3" fmla="*/ 0 h 1030"/>
                <a:gd name="T4" fmla="*/ 592 w 771"/>
                <a:gd name="T5" fmla="*/ 1030 h 1030"/>
                <a:gd name="T6" fmla="*/ 771 w 771"/>
                <a:gd name="T7" fmla="*/ 718 h 1030"/>
                <a:gd name="T8" fmla="*/ 358 w 771"/>
                <a:gd name="T9" fmla="*/ 0 h 10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1" h="1030">
                  <a:moveTo>
                    <a:pt x="358" y="0"/>
                  </a:moveTo>
                  <a:lnTo>
                    <a:pt x="0" y="0"/>
                  </a:lnTo>
                  <a:lnTo>
                    <a:pt x="592" y="1030"/>
                  </a:lnTo>
                  <a:lnTo>
                    <a:pt x="771" y="718"/>
                  </a:lnTo>
                  <a:lnTo>
                    <a:pt x="358" y="0"/>
                  </a:lnTo>
                  <a:close/>
                </a:path>
              </a:pathLst>
            </a:custGeom>
            <a:solidFill>
              <a:sysClr val="window" lastClr="FFFFFF">
                <a:lumMod val="50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33" name="Freeform 223"/>
            <p:cNvSpPr/>
            <p:nvPr/>
          </p:nvSpPr>
          <p:spPr bwMode="auto">
            <a:xfrm>
              <a:off x="8786566" y="1135946"/>
              <a:ext cx="618077" cy="825706"/>
            </a:xfrm>
            <a:custGeom>
              <a:avLst/>
              <a:gdLst>
                <a:gd name="T0" fmla="*/ 358 w 771"/>
                <a:gd name="T1" fmla="*/ 0 h 1030"/>
                <a:gd name="T2" fmla="*/ 0 w 771"/>
                <a:gd name="T3" fmla="*/ 0 h 1030"/>
                <a:gd name="T4" fmla="*/ 592 w 771"/>
                <a:gd name="T5" fmla="*/ 1030 h 1030"/>
                <a:gd name="T6" fmla="*/ 771 w 771"/>
                <a:gd name="T7" fmla="*/ 718 h 1030"/>
                <a:gd name="T8" fmla="*/ 358 w 771"/>
                <a:gd name="T9" fmla="*/ 0 h 10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1" h="1030">
                  <a:moveTo>
                    <a:pt x="358" y="0"/>
                  </a:moveTo>
                  <a:lnTo>
                    <a:pt x="0" y="0"/>
                  </a:lnTo>
                  <a:lnTo>
                    <a:pt x="592" y="1030"/>
                  </a:lnTo>
                  <a:lnTo>
                    <a:pt x="771" y="718"/>
                  </a:lnTo>
                  <a:lnTo>
                    <a:pt x="35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34" name="Freeform 224"/>
            <p:cNvSpPr/>
            <p:nvPr/>
          </p:nvSpPr>
          <p:spPr bwMode="auto">
            <a:xfrm>
              <a:off x="11171492" y="-1"/>
              <a:ext cx="1020508" cy="3776602"/>
            </a:xfrm>
            <a:custGeom>
              <a:avLst/>
              <a:gdLst>
                <a:gd name="T0" fmla="*/ 1273 w 1273"/>
                <a:gd name="T1" fmla="*/ 0 h 4711"/>
                <a:gd name="T2" fmla="*/ 867 w 1273"/>
                <a:gd name="T3" fmla="*/ 0 h 4711"/>
                <a:gd name="T4" fmla="*/ 1273 w 1273"/>
                <a:gd name="T5" fmla="*/ 0 h 4711"/>
                <a:gd name="T6" fmla="*/ 1273 w 1273"/>
                <a:gd name="T7" fmla="*/ 2247 h 4711"/>
                <a:gd name="T8" fmla="*/ 782 w 1273"/>
                <a:gd name="T9" fmla="*/ 3099 h 4711"/>
                <a:gd name="T10" fmla="*/ 0 w 1273"/>
                <a:gd name="T11" fmla="*/ 3099 h 4711"/>
                <a:gd name="T12" fmla="*/ 931 w 1273"/>
                <a:gd name="T13" fmla="*/ 4711 h 4711"/>
                <a:gd name="T14" fmla="*/ 1273 w 1273"/>
                <a:gd name="T15" fmla="*/ 4711 h 4711"/>
                <a:gd name="T16" fmla="*/ 1273 w 1273"/>
                <a:gd name="T17" fmla="*/ 0 h 47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73" h="4711">
                  <a:moveTo>
                    <a:pt x="1273" y="0"/>
                  </a:moveTo>
                  <a:lnTo>
                    <a:pt x="867" y="0"/>
                  </a:lnTo>
                  <a:lnTo>
                    <a:pt x="1273" y="0"/>
                  </a:lnTo>
                  <a:lnTo>
                    <a:pt x="1273" y="2247"/>
                  </a:lnTo>
                  <a:lnTo>
                    <a:pt x="782" y="3099"/>
                  </a:lnTo>
                  <a:lnTo>
                    <a:pt x="0" y="3099"/>
                  </a:lnTo>
                  <a:lnTo>
                    <a:pt x="931" y="4711"/>
                  </a:lnTo>
                  <a:lnTo>
                    <a:pt x="1273" y="4711"/>
                  </a:lnTo>
                  <a:lnTo>
                    <a:pt x="1273" y="0"/>
                  </a:lnTo>
                  <a:close/>
                </a:path>
              </a:pathLst>
            </a:custGeom>
            <a:solidFill>
              <a:srgbClr val="5B9BD5">
                <a:lumMod val="75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35" name="Freeform 225"/>
            <p:cNvSpPr/>
            <p:nvPr/>
          </p:nvSpPr>
          <p:spPr bwMode="auto">
            <a:xfrm>
              <a:off x="11171492" y="-1"/>
              <a:ext cx="1020508" cy="3776602"/>
            </a:xfrm>
            <a:custGeom>
              <a:avLst/>
              <a:gdLst>
                <a:gd name="T0" fmla="*/ 1273 w 1273"/>
                <a:gd name="T1" fmla="*/ 0 h 4711"/>
                <a:gd name="T2" fmla="*/ 867 w 1273"/>
                <a:gd name="T3" fmla="*/ 0 h 4711"/>
                <a:gd name="T4" fmla="*/ 1273 w 1273"/>
                <a:gd name="T5" fmla="*/ 0 h 4711"/>
                <a:gd name="T6" fmla="*/ 1273 w 1273"/>
                <a:gd name="T7" fmla="*/ 2247 h 4711"/>
                <a:gd name="T8" fmla="*/ 782 w 1273"/>
                <a:gd name="T9" fmla="*/ 3099 h 4711"/>
                <a:gd name="T10" fmla="*/ 0 w 1273"/>
                <a:gd name="T11" fmla="*/ 3099 h 4711"/>
                <a:gd name="T12" fmla="*/ 931 w 1273"/>
                <a:gd name="T13" fmla="*/ 4711 h 4711"/>
                <a:gd name="T14" fmla="*/ 1273 w 1273"/>
                <a:gd name="T15" fmla="*/ 4711 h 4711"/>
                <a:gd name="T16" fmla="*/ 1273 w 1273"/>
                <a:gd name="T17" fmla="*/ 0 h 47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73" h="4711">
                  <a:moveTo>
                    <a:pt x="1273" y="0"/>
                  </a:moveTo>
                  <a:lnTo>
                    <a:pt x="867" y="0"/>
                  </a:lnTo>
                  <a:lnTo>
                    <a:pt x="1273" y="0"/>
                  </a:lnTo>
                  <a:lnTo>
                    <a:pt x="1273" y="2247"/>
                  </a:lnTo>
                  <a:lnTo>
                    <a:pt x="782" y="3099"/>
                  </a:lnTo>
                  <a:lnTo>
                    <a:pt x="0" y="3099"/>
                  </a:lnTo>
                  <a:lnTo>
                    <a:pt x="931" y="4711"/>
                  </a:lnTo>
                  <a:lnTo>
                    <a:pt x="1273" y="4711"/>
                  </a:lnTo>
                  <a:lnTo>
                    <a:pt x="127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36" name="Freeform 226"/>
            <p:cNvSpPr/>
            <p:nvPr/>
          </p:nvSpPr>
          <p:spPr bwMode="auto">
            <a:xfrm>
              <a:off x="10801127" y="-1"/>
              <a:ext cx="1390873" cy="2484332"/>
            </a:xfrm>
            <a:custGeom>
              <a:avLst/>
              <a:gdLst>
                <a:gd name="T0" fmla="*/ 1735 w 1735"/>
                <a:gd name="T1" fmla="*/ 0 h 3099"/>
                <a:gd name="T2" fmla="*/ 1329 w 1735"/>
                <a:gd name="T3" fmla="*/ 0 h 3099"/>
                <a:gd name="T4" fmla="*/ 0 w 1735"/>
                <a:gd name="T5" fmla="*/ 2300 h 3099"/>
                <a:gd name="T6" fmla="*/ 462 w 1735"/>
                <a:gd name="T7" fmla="*/ 3099 h 3099"/>
                <a:gd name="T8" fmla="*/ 1244 w 1735"/>
                <a:gd name="T9" fmla="*/ 3099 h 3099"/>
                <a:gd name="T10" fmla="*/ 1735 w 1735"/>
                <a:gd name="T11" fmla="*/ 2247 h 3099"/>
                <a:gd name="T12" fmla="*/ 1735 w 1735"/>
                <a:gd name="T13" fmla="*/ 0 h 30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35" h="3099">
                  <a:moveTo>
                    <a:pt x="1735" y="0"/>
                  </a:moveTo>
                  <a:lnTo>
                    <a:pt x="1329" y="0"/>
                  </a:lnTo>
                  <a:lnTo>
                    <a:pt x="0" y="2300"/>
                  </a:lnTo>
                  <a:lnTo>
                    <a:pt x="462" y="3099"/>
                  </a:lnTo>
                  <a:lnTo>
                    <a:pt x="1244" y="3099"/>
                  </a:lnTo>
                  <a:lnTo>
                    <a:pt x="1735" y="2247"/>
                  </a:lnTo>
                  <a:lnTo>
                    <a:pt x="1735" y="0"/>
                  </a:lnTo>
                  <a:close/>
                </a:path>
              </a:pathLst>
            </a:custGeom>
            <a:solidFill>
              <a:srgbClr val="24436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37" name="Freeform 227"/>
            <p:cNvSpPr/>
            <p:nvPr/>
          </p:nvSpPr>
          <p:spPr bwMode="auto">
            <a:xfrm>
              <a:off x="10801127" y="-1"/>
              <a:ext cx="1390873" cy="2484332"/>
            </a:xfrm>
            <a:custGeom>
              <a:avLst/>
              <a:gdLst>
                <a:gd name="T0" fmla="*/ 1735 w 1735"/>
                <a:gd name="T1" fmla="*/ 0 h 3099"/>
                <a:gd name="T2" fmla="*/ 1329 w 1735"/>
                <a:gd name="T3" fmla="*/ 0 h 3099"/>
                <a:gd name="T4" fmla="*/ 0 w 1735"/>
                <a:gd name="T5" fmla="*/ 2300 h 3099"/>
                <a:gd name="T6" fmla="*/ 462 w 1735"/>
                <a:gd name="T7" fmla="*/ 3099 h 3099"/>
                <a:gd name="T8" fmla="*/ 1244 w 1735"/>
                <a:gd name="T9" fmla="*/ 3099 h 3099"/>
                <a:gd name="T10" fmla="*/ 1735 w 1735"/>
                <a:gd name="T11" fmla="*/ 2247 h 3099"/>
                <a:gd name="T12" fmla="*/ 1735 w 1735"/>
                <a:gd name="T13" fmla="*/ 0 h 30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35" h="3099">
                  <a:moveTo>
                    <a:pt x="1735" y="0"/>
                  </a:moveTo>
                  <a:lnTo>
                    <a:pt x="1329" y="0"/>
                  </a:lnTo>
                  <a:lnTo>
                    <a:pt x="0" y="2300"/>
                  </a:lnTo>
                  <a:lnTo>
                    <a:pt x="462" y="3099"/>
                  </a:lnTo>
                  <a:lnTo>
                    <a:pt x="1244" y="3099"/>
                  </a:lnTo>
                  <a:lnTo>
                    <a:pt x="1735" y="2247"/>
                  </a:lnTo>
                  <a:lnTo>
                    <a:pt x="173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38" name="Freeform 228"/>
            <p:cNvSpPr/>
            <p:nvPr/>
          </p:nvSpPr>
          <p:spPr bwMode="auto">
            <a:xfrm>
              <a:off x="7088658" y="-1"/>
              <a:ext cx="1327542" cy="575589"/>
            </a:xfrm>
            <a:custGeom>
              <a:avLst/>
              <a:gdLst>
                <a:gd name="T0" fmla="*/ 1656 w 1656"/>
                <a:gd name="T1" fmla="*/ 0 h 718"/>
                <a:gd name="T2" fmla="*/ 0 w 1656"/>
                <a:gd name="T3" fmla="*/ 0 h 718"/>
                <a:gd name="T4" fmla="*/ 413 w 1656"/>
                <a:gd name="T5" fmla="*/ 718 h 718"/>
                <a:gd name="T6" fmla="*/ 1243 w 1656"/>
                <a:gd name="T7" fmla="*/ 718 h 718"/>
                <a:gd name="T8" fmla="*/ 1656 w 1656"/>
                <a:gd name="T9" fmla="*/ 0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56" h="718">
                  <a:moveTo>
                    <a:pt x="1656" y="0"/>
                  </a:moveTo>
                  <a:lnTo>
                    <a:pt x="0" y="0"/>
                  </a:lnTo>
                  <a:lnTo>
                    <a:pt x="413" y="718"/>
                  </a:lnTo>
                  <a:lnTo>
                    <a:pt x="1243" y="718"/>
                  </a:lnTo>
                  <a:lnTo>
                    <a:pt x="1656" y="0"/>
                  </a:lnTo>
                  <a:close/>
                </a:path>
              </a:pathLst>
            </a:custGeom>
            <a:solidFill>
              <a:sysClr val="window" lastClr="FFFFFF">
                <a:lumMod val="75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39" name="Freeform 229"/>
            <p:cNvSpPr/>
            <p:nvPr/>
          </p:nvSpPr>
          <p:spPr bwMode="auto">
            <a:xfrm>
              <a:off x="7088658" y="-1"/>
              <a:ext cx="1327542" cy="575589"/>
            </a:xfrm>
            <a:custGeom>
              <a:avLst/>
              <a:gdLst>
                <a:gd name="T0" fmla="*/ 1656 w 1656"/>
                <a:gd name="T1" fmla="*/ 0 h 718"/>
                <a:gd name="T2" fmla="*/ 0 w 1656"/>
                <a:gd name="T3" fmla="*/ 0 h 718"/>
                <a:gd name="T4" fmla="*/ 413 w 1656"/>
                <a:gd name="T5" fmla="*/ 718 h 718"/>
                <a:gd name="T6" fmla="*/ 1243 w 1656"/>
                <a:gd name="T7" fmla="*/ 718 h 718"/>
                <a:gd name="T8" fmla="*/ 1656 w 1656"/>
                <a:gd name="T9" fmla="*/ 0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56" h="718">
                  <a:moveTo>
                    <a:pt x="1656" y="0"/>
                  </a:moveTo>
                  <a:lnTo>
                    <a:pt x="0" y="0"/>
                  </a:lnTo>
                  <a:lnTo>
                    <a:pt x="413" y="718"/>
                  </a:lnTo>
                  <a:lnTo>
                    <a:pt x="1243" y="718"/>
                  </a:lnTo>
                  <a:lnTo>
                    <a:pt x="165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40" name="Freeform 230"/>
            <p:cNvSpPr/>
            <p:nvPr/>
          </p:nvSpPr>
          <p:spPr bwMode="auto">
            <a:xfrm>
              <a:off x="6093803" y="2302356"/>
              <a:ext cx="1328344" cy="1148773"/>
            </a:xfrm>
            <a:custGeom>
              <a:avLst/>
              <a:gdLst>
                <a:gd name="T0" fmla="*/ 413 w 1657"/>
                <a:gd name="T1" fmla="*/ 1433 h 1433"/>
                <a:gd name="T2" fmla="*/ 0 w 1657"/>
                <a:gd name="T3" fmla="*/ 715 h 1433"/>
                <a:gd name="T4" fmla="*/ 413 w 1657"/>
                <a:gd name="T5" fmla="*/ 0 h 1433"/>
                <a:gd name="T6" fmla="*/ 1243 w 1657"/>
                <a:gd name="T7" fmla="*/ 0 h 1433"/>
                <a:gd name="T8" fmla="*/ 1657 w 1657"/>
                <a:gd name="T9" fmla="*/ 715 h 1433"/>
                <a:gd name="T10" fmla="*/ 1243 w 1657"/>
                <a:gd name="T11" fmla="*/ 1433 h 1433"/>
                <a:gd name="T12" fmla="*/ 413 w 1657"/>
                <a:gd name="T13" fmla="*/ 1433 h 1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7" h="1433">
                  <a:moveTo>
                    <a:pt x="413" y="1433"/>
                  </a:moveTo>
                  <a:lnTo>
                    <a:pt x="0" y="715"/>
                  </a:lnTo>
                  <a:lnTo>
                    <a:pt x="413" y="0"/>
                  </a:lnTo>
                  <a:lnTo>
                    <a:pt x="1243" y="0"/>
                  </a:lnTo>
                  <a:lnTo>
                    <a:pt x="1657" y="715"/>
                  </a:lnTo>
                  <a:lnTo>
                    <a:pt x="1243" y="1433"/>
                  </a:lnTo>
                  <a:lnTo>
                    <a:pt x="413" y="1433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41" name="Freeform 231"/>
            <p:cNvSpPr/>
            <p:nvPr/>
          </p:nvSpPr>
          <p:spPr bwMode="auto">
            <a:xfrm>
              <a:off x="9073558" y="4007478"/>
              <a:ext cx="1327542" cy="1151178"/>
            </a:xfrm>
            <a:custGeom>
              <a:avLst/>
              <a:gdLst>
                <a:gd name="T0" fmla="*/ 413 w 1656"/>
                <a:gd name="T1" fmla="*/ 1436 h 1436"/>
                <a:gd name="T2" fmla="*/ 0 w 1656"/>
                <a:gd name="T3" fmla="*/ 718 h 1436"/>
                <a:gd name="T4" fmla="*/ 413 w 1656"/>
                <a:gd name="T5" fmla="*/ 0 h 1436"/>
                <a:gd name="T6" fmla="*/ 1240 w 1656"/>
                <a:gd name="T7" fmla="*/ 0 h 1436"/>
                <a:gd name="T8" fmla="*/ 1656 w 1656"/>
                <a:gd name="T9" fmla="*/ 718 h 1436"/>
                <a:gd name="T10" fmla="*/ 1240 w 1656"/>
                <a:gd name="T11" fmla="*/ 1436 h 1436"/>
                <a:gd name="T12" fmla="*/ 413 w 1656"/>
                <a:gd name="T13" fmla="*/ 1436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6" h="1436">
                  <a:moveTo>
                    <a:pt x="413" y="1436"/>
                  </a:moveTo>
                  <a:lnTo>
                    <a:pt x="0" y="718"/>
                  </a:lnTo>
                  <a:lnTo>
                    <a:pt x="413" y="0"/>
                  </a:lnTo>
                  <a:lnTo>
                    <a:pt x="1240" y="0"/>
                  </a:lnTo>
                  <a:lnTo>
                    <a:pt x="1656" y="718"/>
                  </a:lnTo>
                  <a:lnTo>
                    <a:pt x="1240" y="1436"/>
                  </a:lnTo>
                  <a:lnTo>
                    <a:pt x="413" y="1436"/>
                  </a:lnTo>
                  <a:close/>
                </a:path>
              </a:pathLst>
            </a:custGeom>
            <a:solidFill>
              <a:sysClr val="window" lastClr="FFFFFF">
                <a:lumMod val="50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42" name="Freeform 232"/>
            <p:cNvSpPr/>
            <p:nvPr/>
          </p:nvSpPr>
          <p:spPr bwMode="auto">
            <a:xfrm>
              <a:off x="9073558" y="4007478"/>
              <a:ext cx="1327542" cy="1151178"/>
            </a:xfrm>
            <a:custGeom>
              <a:avLst/>
              <a:gdLst>
                <a:gd name="T0" fmla="*/ 413 w 1656"/>
                <a:gd name="T1" fmla="*/ 1436 h 1436"/>
                <a:gd name="T2" fmla="*/ 0 w 1656"/>
                <a:gd name="T3" fmla="*/ 718 h 1436"/>
                <a:gd name="T4" fmla="*/ 413 w 1656"/>
                <a:gd name="T5" fmla="*/ 0 h 1436"/>
                <a:gd name="T6" fmla="*/ 1240 w 1656"/>
                <a:gd name="T7" fmla="*/ 0 h 1436"/>
                <a:gd name="T8" fmla="*/ 1656 w 1656"/>
                <a:gd name="T9" fmla="*/ 718 h 1436"/>
                <a:gd name="T10" fmla="*/ 1240 w 1656"/>
                <a:gd name="T11" fmla="*/ 1436 h 1436"/>
                <a:gd name="T12" fmla="*/ 413 w 1656"/>
                <a:gd name="T13" fmla="*/ 1436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6" h="1436">
                  <a:moveTo>
                    <a:pt x="413" y="1436"/>
                  </a:moveTo>
                  <a:lnTo>
                    <a:pt x="0" y="718"/>
                  </a:lnTo>
                  <a:lnTo>
                    <a:pt x="413" y="0"/>
                  </a:lnTo>
                  <a:lnTo>
                    <a:pt x="1240" y="0"/>
                  </a:lnTo>
                  <a:lnTo>
                    <a:pt x="1656" y="718"/>
                  </a:lnTo>
                  <a:lnTo>
                    <a:pt x="1240" y="1436"/>
                  </a:lnTo>
                  <a:lnTo>
                    <a:pt x="413" y="143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43" name="Freeform 233"/>
            <p:cNvSpPr/>
            <p:nvPr/>
          </p:nvSpPr>
          <p:spPr bwMode="auto">
            <a:xfrm>
              <a:off x="10061199" y="3429484"/>
              <a:ext cx="1325939" cy="1149575"/>
            </a:xfrm>
            <a:custGeom>
              <a:avLst/>
              <a:gdLst>
                <a:gd name="T0" fmla="*/ 414 w 1654"/>
                <a:gd name="T1" fmla="*/ 1434 h 1434"/>
                <a:gd name="T2" fmla="*/ 0 w 1654"/>
                <a:gd name="T3" fmla="*/ 718 h 1434"/>
                <a:gd name="T4" fmla="*/ 414 w 1654"/>
                <a:gd name="T5" fmla="*/ 0 h 1434"/>
                <a:gd name="T6" fmla="*/ 1241 w 1654"/>
                <a:gd name="T7" fmla="*/ 0 h 1434"/>
                <a:gd name="T8" fmla="*/ 1654 w 1654"/>
                <a:gd name="T9" fmla="*/ 718 h 1434"/>
                <a:gd name="T10" fmla="*/ 1241 w 1654"/>
                <a:gd name="T11" fmla="*/ 1434 h 1434"/>
                <a:gd name="T12" fmla="*/ 414 w 1654"/>
                <a:gd name="T13" fmla="*/ 1434 h 1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4" h="1434">
                  <a:moveTo>
                    <a:pt x="414" y="1434"/>
                  </a:moveTo>
                  <a:lnTo>
                    <a:pt x="0" y="718"/>
                  </a:lnTo>
                  <a:lnTo>
                    <a:pt x="414" y="0"/>
                  </a:lnTo>
                  <a:lnTo>
                    <a:pt x="1241" y="0"/>
                  </a:lnTo>
                  <a:lnTo>
                    <a:pt x="1654" y="718"/>
                  </a:lnTo>
                  <a:lnTo>
                    <a:pt x="1241" y="1434"/>
                  </a:lnTo>
                  <a:lnTo>
                    <a:pt x="414" y="1434"/>
                  </a:lnTo>
                  <a:close/>
                </a:path>
              </a:pathLst>
            </a:custGeom>
            <a:solidFill>
              <a:srgbClr val="127FB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44" name="Freeform 234"/>
            <p:cNvSpPr/>
            <p:nvPr/>
          </p:nvSpPr>
          <p:spPr bwMode="auto">
            <a:xfrm>
              <a:off x="10061199" y="3429484"/>
              <a:ext cx="1325939" cy="1149575"/>
            </a:xfrm>
            <a:custGeom>
              <a:avLst/>
              <a:gdLst>
                <a:gd name="T0" fmla="*/ 414 w 1654"/>
                <a:gd name="T1" fmla="*/ 1434 h 1434"/>
                <a:gd name="T2" fmla="*/ 0 w 1654"/>
                <a:gd name="T3" fmla="*/ 718 h 1434"/>
                <a:gd name="T4" fmla="*/ 414 w 1654"/>
                <a:gd name="T5" fmla="*/ 0 h 1434"/>
                <a:gd name="T6" fmla="*/ 1241 w 1654"/>
                <a:gd name="T7" fmla="*/ 0 h 1434"/>
                <a:gd name="T8" fmla="*/ 1654 w 1654"/>
                <a:gd name="T9" fmla="*/ 718 h 1434"/>
                <a:gd name="T10" fmla="*/ 1241 w 1654"/>
                <a:gd name="T11" fmla="*/ 1434 h 1434"/>
                <a:gd name="T12" fmla="*/ 414 w 1654"/>
                <a:gd name="T13" fmla="*/ 1434 h 1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4" h="1434">
                  <a:moveTo>
                    <a:pt x="414" y="1434"/>
                  </a:moveTo>
                  <a:lnTo>
                    <a:pt x="0" y="718"/>
                  </a:lnTo>
                  <a:lnTo>
                    <a:pt x="414" y="0"/>
                  </a:lnTo>
                  <a:lnTo>
                    <a:pt x="1241" y="0"/>
                  </a:lnTo>
                  <a:lnTo>
                    <a:pt x="1654" y="718"/>
                  </a:lnTo>
                  <a:lnTo>
                    <a:pt x="1241" y="1434"/>
                  </a:lnTo>
                  <a:lnTo>
                    <a:pt x="414" y="143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45" name="Freeform 235"/>
            <p:cNvSpPr>
              <a:spLocks noEditPoints="1"/>
            </p:cNvSpPr>
            <p:nvPr/>
          </p:nvSpPr>
          <p:spPr bwMode="auto">
            <a:xfrm>
              <a:off x="10121322" y="3872800"/>
              <a:ext cx="1236153" cy="79364"/>
            </a:xfrm>
            <a:custGeom>
              <a:avLst/>
              <a:gdLst>
                <a:gd name="T0" fmla="*/ 1526 w 1542"/>
                <a:gd name="T1" fmla="*/ 72 h 99"/>
                <a:gd name="T2" fmla="*/ 1526 w 1542"/>
                <a:gd name="T3" fmla="*/ 72 h 99"/>
                <a:gd name="T4" fmla="*/ 1542 w 1542"/>
                <a:gd name="T5" fmla="*/ 99 h 99"/>
                <a:gd name="T6" fmla="*/ 1526 w 1542"/>
                <a:gd name="T7" fmla="*/ 72 h 99"/>
                <a:gd name="T8" fmla="*/ 19 w 1542"/>
                <a:gd name="T9" fmla="*/ 0 h 99"/>
                <a:gd name="T10" fmla="*/ 0 w 1542"/>
                <a:gd name="T11" fmla="*/ 35 h 99"/>
                <a:gd name="T12" fmla="*/ 19 w 1542"/>
                <a:gd name="T13" fmla="*/ 0 h 99"/>
                <a:gd name="T14" fmla="*/ 19 w 1542"/>
                <a:gd name="T15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2" h="99">
                  <a:moveTo>
                    <a:pt x="1526" y="72"/>
                  </a:moveTo>
                  <a:lnTo>
                    <a:pt x="1526" y="72"/>
                  </a:lnTo>
                  <a:lnTo>
                    <a:pt x="1542" y="99"/>
                  </a:lnTo>
                  <a:lnTo>
                    <a:pt x="1526" y="72"/>
                  </a:lnTo>
                  <a:close/>
                  <a:moveTo>
                    <a:pt x="19" y="0"/>
                  </a:moveTo>
                  <a:lnTo>
                    <a:pt x="0" y="35"/>
                  </a:lnTo>
                  <a:lnTo>
                    <a:pt x="19" y="0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FFC4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46" name="Freeform 236"/>
            <p:cNvSpPr>
              <a:spLocks noEditPoints="1"/>
            </p:cNvSpPr>
            <p:nvPr/>
          </p:nvSpPr>
          <p:spPr bwMode="auto">
            <a:xfrm>
              <a:off x="10121322" y="3872800"/>
              <a:ext cx="1236153" cy="79364"/>
            </a:xfrm>
            <a:custGeom>
              <a:avLst/>
              <a:gdLst>
                <a:gd name="T0" fmla="*/ 1526 w 1542"/>
                <a:gd name="T1" fmla="*/ 72 h 99"/>
                <a:gd name="T2" fmla="*/ 1526 w 1542"/>
                <a:gd name="T3" fmla="*/ 72 h 99"/>
                <a:gd name="T4" fmla="*/ 1542 w 1542"/>
                <a:gd name="T5" fmla="*/ 99 h 99"/>
                <a:gd name="T6" fmla="*/ 1526 w 1542"/>
                <a:gd name="T7" fmla="*/ 72 h 99"/>
                <a:gd name="T8" fmla="*/ 19 w 1542"/>
                <a:gd name="T9" fmla="*/ 0 h 99"/>
                <a:gd name="T10" fmla="*/ 0 w 1542"/>
                <a:gd name="T11" fmla="*/ 35 h 99"/>
                <a:gd name="T12" fmla="*/ 19 w 1542"/>
                <a:gd name="T13" fmla="*/ 0 h 99"/>
                <a:gd name="T14" fmla="*/ 19 w 1542"/>
                <a:gd name="T15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2" h="99">
                  <a:moveTo>
                    <a:pt x="1526" y="72"/>
                  </a:moveTo>
                  <a:lnTo>
                    <a:pt x="1526" y="72"/>
                  </a:lnTo>
                  <a:lnTo>
                    <a:pt x="1542" y="99"/>
                  </a:lnTo>
                  <a:lnTo>
                    <a:pt x="1526" y="72"/>
                  </a:lnTo>
                  <a:moveTo>
                    <a:pt x="19" y="0"/>
                  </a:moveTo>
                  <a:lnTo>
                    <a:pt x="0" y="35"/>
                  </a:lnTo>
                  <a:lnTo>
                    <a:pt x="19" y="0"/>
                  </a:lnTo>
                  <a:lnTo>
                    <a:pt x="1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47" name="Freeform 237"/>
            <p:cNvSpPr/>
            <p:nvPr/>
          </p:nvSpPr>
          <p:spPr bwMode="auto">
            <a:xfrm>
              <a:off x="10118918" y="3620278"/>
              <a:ext cx="1242567" cy="656557"/>
            </a:xfrm>
            <a:custGeom>
              <a:avLst/>
              <a:gdLst>
                <a:gd name="T0" fmla="*/ 1054 w 1550"/>
                <a:gd name="T1" fmla="*/ 0 h 819"/>
                <a:gd name="T2" fmla="*/ 985 w 1550"/>
                <a:gd name="T3" fmla="*/ 475 h 819"/>
                <a:gd name="T4" fmla="*/ 755 w 1550"/>
                <a:gd name="T5" fmla="*/ 475 h 819"/>
                <a:gd name="T6" fmla="*/ 683 w 1550"/>
                <a:gd name="T7" fmla="*/ 243 h 819"/>
                <a:gd name="T8" fmla="*/ 593 w 1550"/>
                <a:gd name="T9" fmla="*/ 659 h 819"/>
                <a:gd name="T10" fmla="*/ 521 w 1550"/>
                <a:gd name="T11" fmla="*/ 0 h 819"/>
                <a:gd name="T12" fmla="*/ 451 w 1550"/>
                <a:gd name="T13" fmla="*/ 475 h 819"/>
                <a:gd name="T14" fmla="*/ 222 w 1550"/>
                <a:gd name="T15" fmla="*/ 475 h 819"/>
                <a:gd name="T16" fmla="*/ 152 w 1550"/>
                <a:gd name="T17" fmla="*/ 243 h 819"/>
                <a:gd name="T18" fmla="*/ 59 w 1550"/>
                <a:gd name="T19" fmla="*/ 659 h 819"/>
                <a:gd name="T20" fmla="*/ 22 w 1550"/>
                <a:gd name="T21" fmla="*/ 315 h 819"/>
                <a:gd name="T22" fmla="*/ 3 w 1550"/>
                <a:gd name="T23" fmla="*/ 350 h 819"/>
                <a:gd name="T24" fmla="*/ 0 w 1550"/>
                <a:gd name="T25" fmla="*/ 352 h 819"/>
                <a:gd name="T26" fmla="*/ 35 w 1550"/>
                <a:gd name="T27" fmla="*/ 665 h 819"/>
                <a:gd name="T28" fmla="*/ 62 w 1550"/>
                <a:gd name="T29" fmla="*/ 710 h 819"/>
                <a:gd name="T30" fmla="*/ 72 w 1550"/>
                <a:gd name="T31" fmla="*/ 729 h 819"/>
                <a:gd name="T32" fmla="*/ 155 w 1550"/>
                <a:gd name="T33" fmla="*/ 347 h 819"/>
                <a:gd name="T34" fmla="*/ 203 w 1550"/>
                <a:gd name="T35" fmla="*/ 499 h 819"/>
                <a:gd name="T36" fmla="*/ 473 w 1550"/>
                <a:gd name="T37" fmla="*/ 499 h 819"/>
                <a:gd name="T38" fmla="*/ 518 w 1550"/>
                <a:gd name="T39" fmla="*/ 205 h 819"/>
                <a:gd name="T40" fmla="*/ 585 w 1550"/>
                <a:gd name="T41" fmla="*/ 819 h 819"/>
                <a:gd name="T42" fmla="*/ 689 w 1550"/>
                <a:gd name="T43" fmla="*/ 347 h 819"/>
                <a:gd name="T44" fmla="*/ 737 w 1550"/>
                <a:gd name="T45" fmla="*/ 499 h 819"/>
                <a:gd name="T46" fmla="*/ 1006 w 1550"/>
                <a:gd name="T47" fmla="*/ 499 h 819"/>
                <a:gd name="T48" fmla="*/ 1051 w 1550"/>
                <a:gd name="T49" fmla="*/ 205 h 819"/>
                <a:gd name="T50" fmla="*/ 1118 w 1550"/>
                <a:gd name="T51" fmla="*/ 819 h 819"/>
                <a:gd name="T52" fmla="*/ 1222 w 1550"/>
                <a:gd name="T53" fmla="*/ 347 h 819"/>
                <a:gd name="T54" fmla="*/ 1270 w 1550"/>
                <a:gd name="T55" fmla="*/ 499 h 819"/>
                <a:gd name="T56" fmla="*/ 1540 w 1550"/>
                <a:gd name="T57" fmla="*/ 499 h 819"/>
                <a:gd name="T58" fmla="*/ 1550 w 1550"/>
                <a:gd name="T59" fmla="*/ 424 h 819"/>
                <a:gd name="T60" fmla="*/ 1545 w 1550"/>
                <a:gd name="T61" fmla="*/ 414 h 819"/>
                <a:gd name="T62" fmla="*/ 1529 w 1550"/>
                <a:gd name="T63" fmla="*/ 387 h 819"/>
                <a:gd name="T64" fmla="*/ 1518 w 1550"/>
                <a:gd name="T65" fmla="*/ 475 h 819"/>
                <a:gd name="T66" fmla="*/ 1289 w 1550"/>
                <a:gd name="T67" fmla="*/ 475 h 819"/>
                <a:gd name="T68" fmla="*/ 1217 w 1550"/>
                <a:gd name="T69" fmla="*/ 243 h 819"/>
                <a:gd name="T70" fmla="*/ 1126 w 1550"/>
                <a:gd name="T71" fmla="*/ 659 h 819"/>
                <a:gd name="T72" fmla="*/ 1054 w 1550"/>
                <a:gd name="T73" fmla="*/ 0 h 8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550" h="819">
                  <a:moveTo>
                    <a:pt x="1054" y="0"/>
                  </a:moveTo>
                  <a:lnTo>
                    <a:pt x="985" y="475"/>
                  </a:lnTo>
                  <a:lnTo>
                    <a:pt x="755" y="475"/>
                  </a:lnTo>
                  <a:lnTo>
                    <a:pt x="683" y="243"/>
                  </a:lnTo>
                  <a:lnTo>
                    <a:pt x="593" y="659"/>
                  </a:lnTo>
                  <a:lnTo>
                    <a:pt x="521" y="0"/>
                  </a:lnTo>
                  <a:lnTo>
                    <a:pt x="451" y="475"/>
                  </a:lnTo>
                  <a:lnTo>
                    <a:pt x="222" y="475"/>
                  </a:lnTo>
                  <a:lnTo>
                    <a:pt x="152" y="243"/>
                  </a:lnTo>
                  <a:lnTo>
                    <a:pt x="59" y="659"/>
                  </a:lnTo>
                  <a:lnTo>
                    <a:pt x="22" y="315"/>
                  </a:lnTo>
                  <a:lnTo>
                    <a:pt x="3" y="350"/>
                  </a:lnTo>
                  <a:lnTo>
                    <a:pt x="0" y="352"/>
                  </a:lnTo>
                  <a:lnTo>
                    <a:pt x="35" y="665"/>
                  </a:lnTo>
                  <a:lnTo>
                    <a:pt x="62" y="710"/>
                  </a:lnTo>
                  <a:lnTo>
                    <a:pt x="72" y="729"/>
                  </a:lnTo>
                  <a:lnTo>
                    <a:pt x="155" y="347"/>
                  </a:lnTo>
                  <a:lnTo>
                    <a:pt x="203" y="499"/>
                  </a:lnTo>
                  <a:lnTo>
                    <a:pt x="473" y="499"/>
                  </a:lnTo>
                  <a:lnTo>
                    <a:pt x="518" y="205"/>
                  </a:lnTo>
                  <a:lnTo>
                    <a:pt x="585" y="819"/>
                  </a:lnTo>
                  <a:lnTo>
                    <a:pt x="689" y="347"/>
                  </a:lnTo>
                  <a:lnTo>
                    <a:pt x="737" y="499"/>
                  </a:lnTo>
                  <a:lnTo>
                    <a:pt x="1006" y="499"/>
                  </a:lnTo>
                  <a:lnTo>
                    <a:pt x="1051" y="205"/>
                  </a:lnTo>
                  <a:lnTo>
                    <a:pt x="1118" y="819"/>
                  </a:lnTo>
                  <a:lnTo>
                    <a:pt x="1222" y="347"/>
                  </a:lnTo>
                  <a:lnTo>
                    <a:pt x="1270" y="499"/>
                  </a:lnTo>
                  <a:lnTo>
                    <a:pt x="1540" y="499"/>
                  </a:lnTo>
                  <a:lnTo>
                    <a:pt x="1550" y="424"/>
                  </a:lnTo>
                  <a:lnTo>
                    <a:pt x="1545" y="414"/>
                  </a:lnTo>
                  <a:lnTo>
                    <a:pt x="1529" y="387"/>
                  </a:lnTo>
                  <a:lnTo>
                    <a:pt x="1518" y="475"/>
                  </a:lnTo>
                  <a:lnTo>
                    <a:pt x="1289" y="475"/>
                  </a:lnTo>
                  <a:lnTo>
                    <a:pt x="1217" y="243"/>
                  </a:lnTo>
                  <a:lnTo>
                    <a:pt x="1126" y="659"/>
                  </a:lnTo>
                  <a:lnTo>
                    <a:pt x="1054" y="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48" name="Freeform 238"/>
            <p:cNvSpPr/>
            <p:nvPr/>
          </p:nvSpPr>
          <p:spPr bwMode="auto">
            <a:xfrm>
              <a:off x="10118918" y="3620278"/>
              <a:ext cx="1242567" cy="656557"/>
            </a:xfrm>
            <a:custGeom>
              <a:avLst/>
              <a:gdLst>
                <a:gd name="T0" fmla="*/ 1054 w 1550"/>
                <a:gd name="T1" fmla="*/ 0 h 819"/>
                <a:gd name="T2" fmla="*/ 985 w 1550"/>
                <a:gd name="T3" fmla="*/ 475 h 819"/>
                <a:gd name="T4" fmla="*/ 755 w 1550"/>
                <a:gd name="T5" fmla="*/ 475 h 819"/>
                <a:gd name="T6" fmla="*/ 683 w 1550"/>
                <a:gd name="T7" fmla="*/ 243 h 819"/>
                <a:gd name="T8" fmla="*/ 593 w 1550"/>
                <a:gd name="T9" fmla="*/ 659 h 819"/>
                <a:gd name="T10" fmla="*/ 521 w 1550"/>
                <a:gd name="T11" fmla="*/ 0 h 819"/>
                <a:gd name="T12" fmla="*/ 451 w 1550"/>
                <a:gd name="T13" fmla="*/ 475 h 819"/>
                <a:gd name="T14" fmla="*/ 222 w 1550"/>
                <a:gd name="T15" fmla="*/ 475 h 819"/>
                <a:gd name="T16" fmla="*/ 152 w 1550"/>
                <a:gd name="T17" fmla="*/ 243 h 819"/>
                <a:gd name="T18" fmla="*/ 59 w 1550"/>
                <a:gd name="T19" fmla="*/ 659 h 819"/>
                <a:gd name="T20" fmla="*/ 22 w 1550"/>
                <a:gd name="T21" fmla="*/ 315 h 819"/>
                <a:gd name="T22" fmla="*/ 3 w 1550"/>
                <a:gd name="T23" fmla="*/ 350 h 819"/>
                <a:gd name="T24" fmla="*/ 0 w 1550"/>
                <a:gd name="T25" fmla="*/ 352 h 819"/>
                <a:gd name="T26" fmla="*/ 35 w 1550"/>
                <a:gd name="T27" fmla="*/ 665 h 819"/>
                <a:gd name="T28" fmla="*/ 62 w 1550"/>
                <a:gd name="T29" fmla="*/ 710 h 819"/>
                <a:gd name="T30" fmla="*/ 72 w 1550"/>
                <a:gd name="T31" fmla="*/ 729 h 819"/>
                <a:gd name="T32" fmla="*/ 155 w 1550"/>
                <a:gd name="T33" fmla="*/ 347 h 819"/>
                <a:gd name="T34" fmla="*/ 203 w 1550"/>
                <a:gd name="T35" fmla="*/ 499 h 819"/>
                <a:gd name="T36" fmla="*/ 473 w 1550"/>
                <a:gd name="T37" fmla="*/ 499 h 819"/>
                <a:gd name="T38" fmla="*/ 518 w 1550"/>
                <a:gd name="T39" fmla="*/ 205 h 819"/>
                <a:gd name="T40" fmla="*/ 585 w 1550"/>
                <a:gd name="T41" fmla="*/ 819 h 819"/>
                <a:gd name="T42" fmla="*/ 689 w 1550"/>
                <a:gd name="T43" fmla="*/ 347 h 819"/>
                <a:gd name="T44" fmla="*/ 737 w 1550"/>
                <a:gd name="T45" fmla="*/ 499 h 819"/>
                <a:gd name="T46" fmla="*/ 1006 w 1550"/>
                <a:gd name="T47" fmla="*/ 499 h 819"/>
                <a:gd name="T48" fmla="*/ 1051 w 1550"/>
                <a:gd name="T49" fmla="*/ 205 h 819"/>
                <a:gd name="T50" fmla="*/ 1118 w 1550"/>
                <a:gd name="T51" fmla="*/ 819 h 819"/>
                <a:gd name="T52" fmla="*/ 1222 w 1550"/>
                <a:gd name="T53" fmla="*/ 347 h 819"/>
                <a:gd name="T54" fmla="*/ 1270 w 1550"/>
                <a:gd name="T55" fmla="*/ 499 h 819"/>
                <a:gd name="T56" fmla="*/ 1540 w 1550"/>
                <a:gd name="T57" fmla="*/ 499 h 819"/>
                <a:gd name="T58" fmla="*/ 1550 w 1550"/>
                <a:gd name="T59" fmla="*/ 424 h 819"/>
                <a:gd name="T60" fmla="*/ 1545 w 1550"/>
                <a:gd name="T61" fmla="*/ 414 h 819"/>
                <a:gd name="T62" fmla="*/ 1529 w 1550"/>
                <a:gd name="T63" fmla="*/ 387 h 819"/>
                <a:gd name="T64" fmla="*/ 1518 w 1550"/>
                <a:gd name="T65" fmla="*/ 475 h 819"/>
                <a:gd name="T66" fmla="*/ 1289 w 1550"/>
                <a:gd name="T67" fmla="*/ 475 h 819"/>
                <a:gd name="T68" fmla="*/ 1217 w 1550"/>
                <a:gd name="T69" fmla="*/ 243 h 819"/>
                <a:gd name="T70" fmla="*/ 1126 w 1550"/>
                <a:gd name="T71" fmla="*/ 659 h 819"/>
                <a:gd name="T72" fmla="*/ 1054 w 1550"/>
                <a:gd name="T73" fmla="*/ 0 h 8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550" h="819">
                  <a:moveTo>
                    <a:pt x="1054" y="0"/>
                  </a:moveTo>
                  <a:lnTo>
                    <a:pt x="985" y="475"/>
                  </a:lnTo>
                  <a:lnTo>
                    <a:pt x="755" y="475"/>
                  </a:lnTo>
                  <a:lnTo>
                    <a:pt x="683" y="243"/>
                  </a:lnTo>
                  <a:lnTo>
                    <a:pt x="593" y="659"/>
                  </a:lnTo>
                  <a:lnTo>
                    <a:pt x="521" y="0"/>
                  </a:lnTo>
                  <a:lnTo>
                    <a:pt x="451" y="475"/>
                  </a:lnTo>
                  <a:lnTo>
                    <a:pt x="222" y="475"/>
                  </a:lnTo>
                  <a:lnTo>
                    <a:pt x="152" y="243"/>
                  </a:lnTo>
                  <a:lnTo>
                    <a:pt x="59" y="659"/>
                  </a:lnTo>
                  <a:lnTo>
                    <a:pt x="22" y="315"/>
                  </a:lnTo>
                  <a:lnTo>
                    <a:pt x="3" y="350"/>
                  </a:lnTo>
                  <a:lnTo>
                    <a:pt x="0" y="352"/>
                  </a:lnTo>
                  <a:lnTo>
                    <a:pt x="35" y="665"/>
                  </a:lnTo>
                  <a:lnTo>
                    <a:pt x="62" y="710"/>
                  </a:lnTo>
                  <a:lnTo>
                    <a:pt x="72" y="729"/>
                  </a:lnTo>
                  <a:lnTo>
                    <a:pt x="155" y="347"/>
                  </a:lnTo>
                  <a:lnTo>
                    <a:pt x="203" y="499"/>
                  </a:lnTo>
                  <a:lnTo>
                    <a:pt x="473" y="499"/>
                  </a:lnTo>
                  <a:lnTo>
                    <a:pt x="518" y="205"/>
                  </a:lnTo>
                  <a:lnTo>
                    <a:pt x="585" y="819"/>
                  </a:lnTo>
                  <a:lnTo>
                    <a:pt x="689" y="347"/>
                  </a:lnTo>
                  <a:lnTo>
                    <a:pt x="737" y="499"/>
                  </a:lnTo>
                  <a:lnTo>
                    <a:pt x="1006" y="499"/>
                  </a:lnTo>
                  <a:lnTo>
                    <a:pt x="1051" y="205"/>
                  </a:lnTo>
                  <a:lnTo>
                    <a:pt x="1118" y="819"/>
                  </a:lnTo>
                  <a:lnTo>
                    <a:pt x="1222" y="347"/>
                  </a:lnTo>
                  <a:lnTo>
                    <a:pt x="1270" y="499"/>
                  </a:lnTo>
                  <a:lnTo>
                    <a:pt x="1540" y="499"/>
                  </a:lnTo>
                  <a:lnTo>
                    <a:pt x="1550" y="424"/>
                  </a:lnTo>
                  <a:lnTo>
                    <a:pt x="1545" y="414"/>
                  </a:lnTo>
                  <a:lnTo>
                    <a:pt x="1529" y="387"/>
                  </a:lnTo>
                  <a:lnTo>
                    <a:pt x="1518" y="475"/>
                  </a:lnTo>
                  <a:lnTo>
                    <a:pt x="1289" y="475"/>
                  </a:lnTo>
                  <a:lnTo>
                    <a:pt x="1217" y="243"/>
                  </a:lnTo>
                  <a:lnTo>
                    <a:pt x="1126" y="659"/>
                  </a:lnTo>
                  <a:lnTo>
                    <a:pt x="105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49" name="Freeform 239"/>
            <p:cNvSpPr>
              <a:spLocks noEditPoints="1"/>
            </p:cNvSpPr>
            <p:nvPr/>
          </p:nvSpPr>
          <p:spPr bwMode="auto">
            <a:xfrm>
              <a:off x="9240303" y="3716477"/>
              <a:ext cx="125860" cy="476986"/>
            </a:xfrm>
            <a:custGeom>
              <a:avLst/>
              <a:gdLst>
                <a:gd name="T0" fmla="*/ 125 w 157"/>
                <a:gd name="T1" fmla="*/ 499 h 595"/>
                <a:gd name="T2" fmla="*/ 69 w 157"/>
                <a:gd name="T3" fmla="*/ 595 h 595"/>
                <a:gd name="T4" fmla="*/ 69 w 157"/>
                <a:gd name="T5" fmla="*/ 595 h 595"/>
                <a:gd name="T6" fmla="*/ 125 w 157"/>
                <a:gd name="T7" fmla="*/ 499 h 595"/>
                <a:gd name="T8" fmla="*/ 149 w 157"/>
                <a:gd name="T9" fmla="*/ 262 h 595"/>
                <a:gd name="T10" fmla="*/ 149 w 157"/>
                <a:gd name="T11" fmla="*/ 262 h 595"/>
                <a:gd name="T12" fmla="*/ 157 w 157"/>
                <a:gd name="T13" fmla="*/ 275 h 595"/>
                <a:gd name="T14" fmla="*/ 149 w 157"/>
                <a:gd name="T15" fmla="*/ 262 h 595"/>
                <a:gd name="T16" fmla="*/ 0 w 157"/>
                <a:gd name="T17" fmla="*/ 0 h 595"/>
                <a:gd name="T18" fmla="*/ 0 w 157"/>
                <a:gd name="T19" fmla="*/ 0 h 595"/>
                <a:gd name="T20" fmla="*/ 18 w 157"/>
                <a:gd name="T21" fmla="*/ 35 h 595"/>
                <a:gd name="T22" fmla="*/ 0 w 157"/>
                <a:gd name="T23" fmla="*/ 0 h 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7" h="595">
                  <a:moveTo>
                    <a:pt x="125" y="499"/>
                  </a:moveTo>
                  <a:lnTo>
                    <a:pt x="69" y="595"/>
                  </a:lnTo>
                  <a:lnTo>
                    <a:pt x="69" y="595"/>
                  </a:lnTo>
                  <a:lnTo>
                    <a:pt x="125" y="499"/>
                  </a:lnTo>
                  <a:close/>
                  <a:moveTo>
                    <a:pt x="149" y="262"/>
                  </a:moveTo>
                  <a:lnTo>
                    <a:pt x="149" y="262"/>
                  </a:lnTo>
                  <a:lnTo>
                    <a:pt x="157" y="275"/>
                  </a:lnTo>
                  <a:lnTo>
                    <a:pt x="149" y="262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18" y="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4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50" name="Freeform 240"/>
            <p:cNvSpPr>
              <a:spLocks noEditPoints="1"/>
            </p:cNvSpPr>
            <p:nvPr/>
          </p:nvSpPr>
          <p:spPr bwMode="auto">
            <a:xfrm>
              <a:off x="9240303" y="3716477"/>
              <a:ext cx="125860" cy="476986"/>
            </a:xfrm>
            <a:custGeom>
              <a:avLst/>
              <a:gdLst>
                <a:gd name="T0" fmla="*/ 125 w 157"/>
                <a:gd name="T1" fmla="*/ 499 h 595"/>
                <a:gd name="T2" fmla="*/ 69 w 157"/>
                <a:gd name="T3" fmla="*/ 595 h 595"/>
                <a:gd name="T4" fmla="*/ 69 w 157"/>
                <a:gd name="T5" fmla="*/ 595 h 595"/>
                <a:gd name="T6" fmla="*/ 125 w 157"/>
                <a:gd name="T7" fmla="*/ 499 h 595"/>
                <a:gd name="T8" fmla="*/ 149 w 157"/>
                <a:gd name="T9" fmla="*/ 262 h 595"/>
                <a:gd name="T10" fmla="*/ 149 w 157"/>
                <a:gd name="T11" fmla="*/ 262 h 595"/>
                <a:gd name="T12" fmla="*/ 157 w 157"/>
                <a:gd name="T13" fmla="*/ 275 h 595"/>
                <a:gd name="T14" fmla="*/ 149 w 157"/>
                <a:gd name="T15" fmla="*/ 262 h 595"/>
                <a:gd name="T16" fmla="*/ 0 w 157"/>
                <a:gd name="T17" fmla="*/ 0 h 595"/>
                <a:gd name="T18" fmla="*/ 0 w 157"/>
                <a:gd name="T19" fmla="*/ 0 h 595"/>
                <a:gd name="T20" fmla="*/ 18 w 157"/>
                <a:gd name="T21" fmla="*/ 35 h 595"/>
                <a:gd name="T22" fmla="*/ 0 w 157"/>
                <a:gd name="T23" fmla="*/ 0 h 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7" h="595">
                  <a:moveTo>
                    <a:pt x="125" y="499"/>
                  </a:moveTo>
                  <a:lnTo>
                    <a:pt x="69" y="595"/>
                  </a:lnTo>
                  <a:lnTo>
                    <a:pt x="69" y="595"/>
                  </a:lnTo>
                  <a:lnTo>
                    <a:pt x="125" y="499"/>
                  </a:lnTo>
                  <a:moveTo>
                    <a:pt x="149" y="262"/>
                  </a:moveTo>
                  <a:lnTo>
                    <a:pt x="149" y="262"/>
                  </a:lnTo>
                  <a:lnTo>
                    <a:pt x="157" y="275"/>
                  </a:lnTo>
                  <a:lnTo>
                    <a:pt x="149" y="262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18" y="35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51" name="Freeform 241"/>
            <p:cNvSpPr/>
            <p:nvPr/>
          </p:nvSpPr>
          <p:spPr bwMode="auto">
            <a:xfrm>
              <a:off x="8081108" y="3620278"/>
              <a:ext cx="1293873" cy="656557"/>
            </a:xfrm>
            <a:custGeom>
              <a:avLst/>
              <a:gdLst>
                <a:gd name="T0" fmla="*/ 928 w 1614"/>
                <a:gd name="T1" fmla="*/ 0 h 819"/>
                <a:gd name="T2" fmla="*/ 859 w 1614"/>
                <a:gd name="T3" fmla="*/ 475 h 819"/>
                <a:gd name="T4" fmla="*/ 629 w 1614"/>
                <a:gd name="T5" fmla="*/ 475 h 819"/>
                <a:gd name="T6" fmla="*/ 560 w 1614"/>
                <a:gd name="T7" fmla="*/ 243 h 819"/>
                <a:gd name="T8" fmla="*/ 469 w 1614"/>
                <a:gd name="T9" fmla="*/ 659 h 819"/>
                <a:gd name="T10" fmla="*/ 394 w 1614"/>
                <a:gd name="T11" fmla="*/ 0 h 819"/>
                <a:gd name="T12" fmla="*/ 325 w 1614"/>
                <a:gd name="T13" fmla="*/ 475 h 819"/>
                <a:gd name="T14" fmla="*/ 0 w 1614"/>
                <a:gd name="T15" fmla="*/ 475 h 819"/>
                <a:gd name="T16" fmla="*/ 0 w 1614"/>
                <a:gd name="T17" fmla="*/ 488 h 819"/>
                <a:gd name="T18" fmla="*/ 8 w 1614"/>
                <a:gd name="T19" fmla="*/ 499 h 819"/>
                <a:gd name="T20" fmla="*/ 349 w 1614"/>
                <a:gd name="T21" fmla="*/ 499 h 819"/>
                <a:gd name="T22" fmla="*/ 392 w 1614"/>
                <a:gd name="T23" fmla="*/ 205 h 819"/>
                <a:gd name="T24" fmla="*/ 458 w 1614"/>
                <a:gd name="T25" fmla="*/ 819 h 819"/>
                <a:gd name="T26" fmla="*/ 563 w 1614"/>
                <a:gd name="T27" fmla="*/ 347 h 819"/>
                <a:gd name="T28" fmla="*/ 611 w 1614"/>
                <a:gd name="T29" fmla="*/ 499 h 819"/>
                <a:gd name="T30" fmla="*/ 883 w 1614"/>
                <a:gd name="T31" fmla="*/ 499 h 819"/>
                <a:gd name="T32" fmla="*/ 925 w 1614"/>
                <a:gd name="T33" fmla="*/ 205 h 819"/>
                <a:gd name="T34" fmla="*/ 992 w 1614"/>
                <a:gd name="T35" fmla="*/ 819 h 819"/>
                <a:gd name="T36" fmla="*/ 1096 w 1614"/>
                <a:gd name="T37" fmla="*/ 347 h 819"/>
                <a:gd name="T38" fmla="*/ 1144 w 1614"/>
                <a:gd name="T39" fmla="*/ 499 h 819"/>
                <a:gd name="T40" fmla="*/ 1416 w 1614"/>
                <a:gd name="T41" fmla="*/ 499 h 819"/>
                <a:gd name="T42" fmla="*/ 1459 w 1614"/>
                <a:gd name="T43" fmla="*/ 205 h 819"/>
                <a:gd name="T44" fmla="*/ 1515 w 1614"/>
                <a:gd name="T45" fmla="*/ 715 h 819"/>
                <a:gd name="T46" fmla="*/ 1571 w 1614"/>
                <a:gd name="T47" fmla="*/ 619 h 819"/>
                <a:gd name="T48" fmla="*/ 1614 w 1614"/>
                <a:gd name="T49" fmla="*/ 416 h 819"/>
                <a:gd name="T50" fmla="*/ 1603 w 1614"/>
                <a:gd name="T51" fmla="*/ 395 h 819"/>
                <a:gd name="T52" fmla="*/ 1595 w 1614"/>
                <a:gd name="T53" fmla="*/ 382 h 819"/>
                <a:gd name="T54" fmla="*/ 1536 w 1614"/>
                <a:gd name="T55" fmla="*/ 659 h 819"/>
                <a:gd name="T56" fmla="*/ 1483 w 1614"/>
                <a:gd name="T57" fmla="*/ 187 h 819"/>
                <a:gd name="T58" fmla="*/ 1464 w 1614"/>
                <a:gd name="T59" fmla="*/ 155 h 819"/>
                <a:gd name="T60" fmla="*/ 1446 w 1614"/>
                <a:gd name="T61" fmla="*/ 120 h 819"/>
                <a:gd name="T62" fmla="*/ 1392 w 1614"/>
                <a:gd name="T63" fmla="*/ 475 h 819"/>
                <a:gd name="T64" fmla="*/ 1163 w 1614"/>
                <a:gd name="T65" fmla="*/ 475 h 819"/>
                <a:gd name="T66" fmla="*/ 1094 w 1614"/>
                <a:gd name="T67" fmla="*/ 243 h 819"/>
                <a:gd name="T68" fmla="*/ 1003 w 1614"/>
                <a:gd name="T69" fmla="*/ 659 h 819"/>
                <a:gd name="T70" fmla="*/ 928 w 1614"/>
                <a:gd name="T71" fmla="*/ 0 h 8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14" h="819">
                  <a:moveTo>
                    <a:pt x="928" y="0"/>
                  </a:moveTo>
                  <a:lnTo>
                    <a:pt x="859" y="475"/>
                  </a:lnTo>
                  <a:lnTo>
                    <a:pt x="629" y="475"/>
                  </a:lnTo>
                  <a:lnTo>
                    <a:pt x="560" y="243"/>
                  </a:lnTo>
                  <a:lnTo>
                    <a:pt x="469" y="659"/>
                  </a:lnTo>
                  <a:lnTo>
                    <a:pt x="394" y="0"/>
                  </a:lnTo>
                  <a:lnTo>
                    <a:pt x="325" y="475"/>
                  </a:lnTo>
                  <a:lnTo>
                    <a:pt x="0" y="475"/>
                  </a:lnTo>
                  <a:lnTo>
                    <a:pt x="0" y="488"/>
                  </a:lnTo>
                  <a:lnTo>
                    <a:pt x="8" y="499"/>
                  </a:lnTo>
                  <a:lnTo>
                    <a:pt x="349" y="499"/>
                  </a:lnTo>
                  <a:lnTo>
                    <a:pt x="392" y="205"/>
                  </a:lnTo>
                  <a:lnTo>
                    <a:pt x="458" y="819"/>
                  </a:lnTo>
                  <a:lnTo>
                    <a:pt x="563" y="347"/>
                  </a:lnTo>
                  <a:lnTo>
                    <a:pt x="611" y="499"/>
                  </a:lnTo>
                  <a:lnTo>
                    <a:pt x="883" y="499"/>
                  </a:lnTo>
                  <a:lnTo>
                    <a:pt x="925" y="205"/>
                  </a:lnTo>
                  <a:lnTo>
                    <a:pt x="992" y="819"/>
                  </a:lnTo>
                  <a:lnTo>
                    <a:pt x="1096" y="347"/>
                  </a:lnTo>
                  <a:lnTo>
                    <a:pt x="1144" y="499"/>
                  </a:lnTo>
                  <a:lnTo>
                    <a:pt x="1416" y="499"/>
                  </a:lnTo>
                  <a:lnTo>
                    <a:pt x="1459" y="205"/>
                  </a:lnTo>
                  <a:lnTo>
                    <a:pt x="1515" y="715"/>
                  </a:lnTo>
                  <a:lnTo>
                    <a:pt x="1571" y="619"/>
                  </a:lnTo>
                  <a:lnTo>
                    <a:pt x="1614" y="416"/>
                  </a:lnTo>
                  <a:lnTo>
                    <a:pt x="1603" y="395"/>
                  </a:lnTo>
                  <a:lnTo>
                    <a:pt x="1595" y="382"/>
                  </a:lnTo>
                  <a:lnTo>
                    <a:pt x="1536" y="659"/>
                  </a:lnTo>
                  <a:lnTo>
                    <a:pt x="1483" y="187"/>
                  </a:lnTo>
                  <a:lnTo>
                    <a:pt x="1464" y="155"/>
                  </a:lnTo>
                  <a:lnTo>
                    <a:pt x="1446" y="120"/>
                  </a:lnTo>
                  <a:lnTo>
                    <a:pt x="1392" y="475"/>
                  </a:lnTo>
                  <a:lnTo>
                    <a:pt x="1163" y="475"/>
                  </a:lnTo>
                  <a:lnTo>
                    <a:pt x="1094" y="243"/>
                  </a:lnTo>
                  <a:lnTo>
                    <a:pt x="1003" y="659"/>
                  </a:lnTo>
                  <a:lnTo>
                    <a:pt x="928" y="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52" name="Freeform 242"/>
            <p:cNvSpPr/>
            <p:nvPr/>
          </p:nvSpPr>
          <p:spPr bwMode="auto">
            <a:xfrm>
              <a:off x="8081108" y="3620278"/>
              <a:ext cx="1293873" cy="656557"/>
            </a:xfrm>
            <a:custGeom>
              <a:avLst/>
              <a:gdLst>
                <a:gd name="T0" fmla="*/ 928 w 1614"/>
                <a:gd name="T1" fmla="*/ 0 h 819"/>
                <a:gd name="T2" fmla="*/ 859 w 1614"/>
                <a:gd name="T3" fmla="*/ 475 h 819"/>
                <a:gd name="T4" fmla="*/ 629 w 1614"/>
                <a:gd name="T5" fmla="*/ 475 h 819"/>
                <a:gd name="T6" fmla="*/ 560 w 1614"/>
                <a:gd name="T7" fmla="*/ 243 h 819"/>
                <a:gd name="T8" fmla="*/ 469 w 1614"/>
                <a:gd name="T9" fmla="*/ 659 h 819"/>
                <a:gd name="T10" fmla="*/ 394 w 1614"/>
                <a:gd name="T11" fmla="*/ 0 h 819"/>
                <a:gd name="T12" fmla="*/ 325 w 1614"/>
                <a:gd name="T13" fmla="*/ 475 h 819"/>
                <a:gd name="T14" fmla="*/ 0 w 1614"/>
                <a:gd name="T15" fmla="*/ 475 h 819"/>
                <a:gd name="T16" fmla="*/ 0 w 1614"/>
                <a:gd name="T17" fmla="*/ 488 h 819"/>
                <a:gd name="T18" fmla="*/ 8 w 1614"/>
                <a:gd name="T19" fmla="*/ 499 h 819"/>
                <a:gd name="T20" fmla="*/ 349 w 1614"/>
                <a:gd name="T21" fmla="*/ 499 h 819"/>
                <a:gd name="T22" fmla="*/ 392 w 1614"/>
                <a:gd name="T23" fmla="*/ 205 h 819"/>
                <a:gd name="T24" fmla="*/ 458 w 1614"/>
                <a:gd name="T25" fmla="*/ 819 h 819"/>
                <a:gd name="T26" fmla="*/ 563 w 1614"/>
                <a:gd name="T27" fmla="*/ 347 h 819"/>
                <a:gd name="T28" fmla="*/ 611 w 1614"/>
                <a:gd name="T29" fmla="*/ 499 h 819"/>
                <a:gd name="T30" fmla="*/ 883 w 1614"/>
                <a:gd name="T31" fmla="*/ 499 h 819"/>
                <a:gd name="T32" fmla="*/ 925 w 1614"/>
                <a:gd name="T33" fmla="*/ 205 h 819"/>
                <a:gd name="T34" fmla="*/ 992 w 1614"/>
                <a:gd name="T35" fmla="*/ 819 h 819"/>
                <a:gd name="T36" fmla="*/ 1096 w 1614"/>
                <a:gd name="T37" fmla="*/ 347 h 819"/>
                <a:gd name="T38" fmla="*/ 1144 w 1614"/>
                <a:gd name="T39" fmla="*/ 499 h 819"/>
                <a:gd name="T40" fmla="*/ 1416 w 1614"/>
                <a:gd name="T41" fmla="*/ 499 h 819"/>
                <a:gd name="T42" fmla="*/ 1459 w 1614"/>
                <a:gd name="T43" fmla="*/ 205 h 819"/>
                <a:gd name="T44" fmla="*/ 1515 w 1614"/>
                <a:gd name="T45" fmla="*/ 715 h 819"/>
                <a:gd name="T46" fmla="*/ 1571 w 1614"/>
                <a:gd name="T47" fmla="*/ 619 h 819"/>
                <a:gd name="T48" fmla="*/ 1614 w 1614"/>
                <a:gd name="T49" fmla="*/ 416 h 819"/>
                <a:gd name="T50" fmla="*/ 1603 w 1614"/>
                <a:gd name="T51" fmla="*/ 395 h 819"/>
                <a:gd name="T52" fmla="*/ 1595 w 1614"/>
                <a:gd name="T53" fmla="*/ 382 h 819"/>
                <a:gd name="T54" fmla="*/ 1536 w 1614"/>
                <a:gd name="T55" fmla="*/ 659 h 819"/>
                <a:gd name="T56" fmla="*/ 1483 w 1614"/>
                <a:gd name="T57" fmla="*/ 187 h 819"/>
                <a:gd name="T58" fmla="*/ 1464 w 1614"/>
                <a:gd name="T59" fmla="*/ 155 h 819"/>
                <a:gd name="T60" fmla="*/ 1446 w 1614"/>
                <a:gd name="T61" fmla="*/ 120 h 819"/>
                <a:gd name="T62" fmla="*/ 1392 w 1614"/>
                <a:gd name="T63" fmla="*/ 475 h 819"/>
                <a:gd name="T64" fmla="*/ 1163 w 1614"/>
                <a:gd name="T65" fmla="*/ 475 h 819"/>
                <a:gd name="T66" fmla="*/ 1094 w 1614"/>
                <a:gd name="T67" fmla="*/ 243 h 819"/>
                <a:gd name="T68" fmla="*/ 1003 w 1614"/>
                <a:gd name="T69" fmla="*/ 659 h 819"/>
                <a:gd name="T70" fmla="*/ 928 w 1614"/>
                <a:gd name="T71" fmla="*/ 0 h 8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14" h="819">
                  <a:moveTo>
                    <a:pt x="928" y="0"/>
                  </a:moveTo>
                  <a:lnTo>
                    <a:pt x="859" y="475"/>
                  </a:lnTo>
                  <a:lnTo>
                    <a:pt x="629" y="475"/>
                  </a:lnTo>
                  <a:lnTo>
                    <a:pt x="560" y="243"/>
                  </a:lnTo>
                  <a:lnTo>
                    <a:pt x="469" y="659"/>
                  </a:lnTo>
                  <a:lnTo>
                    <a:pt x="394" y="0"/>
                  </a:lnTo>
                  <a:lnTo>
                    <a:pt x="325" y="475"/>
                  </a:lnTo>
                  <a:lnTo>
                    <a:pt x="0" y="475"/>
                  </a:lnTo>
                  <a:lnTo>
                    <a:pt x="0" y="488"/>
                  </a:lnTo>
                  <a:lnTo>
                    <a:pt x="8" y="499"/>
                  </a:lnTo>
                  <a:lnTo>
                    <a:pt x="349" y="499"/>
                  </a:lnTo>
                  <a:lnTo>
                    <a:pt x="392" y="205"/>
                  </a:lnTo>
                  <a:lnTo>
                    <a:pt x="458" y="819"/>
                  </a:lnTo>
                  <a:lnTo>
                    <a:pt x="563" y="347"/>
                  </a:lnTo>
                  <a:lnTo>
                    <a:pt x="611" y="499"/>
                  </a:lnTo>
                  <a:lnTo>
                    <a:pt x="883" y="499"/>
                  </a:lnTo>
                  <a:lnTo>
                    <a:pt x="925" y="205"/>
                  </a:lnTo>
                  <a:lnTo>
                    <a:pt x="992" y="819"/>
                  </a:lnTo>
                  <a:lnTo>
                    <a:pt x="1096" y="347"/>
                  </a:lnTo>
                  <a:lnTo>
                    <a:pt x="1144" y="499"/>
                  </a:lnTo>
                  <a:lnTo>
                    <a:pt x="1416" y="499"/>
                  </a:lnTo>
                  <a:lnTo>
                    <a:pt x="1459" y="205"/>
                  </a:lnTo>
                  <a:lnTo>
                    <a:pt x="1515" y="715"/>
                  </a:lnTo>
                  <a:lnTo>
                    <a:pt x="1571" y="619"/>
                  </a:lnTo>
                  <a:lnTo>
                    <a:pt x="1614" y="416"/>
                  </a:lnTo>
                  <a:lnTo>
                    <a:pt x="1603" y="395"/>
                  </a:lnTo>
                  <a:lnTo>
                    <a:pt x="1595" y="382"/>
                  </a:lnTo>
                  <a:lnTo>
                    <a:pt x="1536" y="659"/>
                  </a:lnTo>
                  <a:lnTo>
                    <a:pt x="1483" y="187"/>
                  </a:lnTo>
                  <a:lnTo>
                    <a:pt x="1464" y="155"/>
                  </a:lnTo>
                  <a:lnTo>
                    <a:pt x="1446" y="120"/>
                  </a:lnTo>
                  <a:lnTo>
                    <a:pt x="1392" y="475"/>
                  </a:lnTo>
                  <a:lnTo>
                    <a:pt x="1163" y="475"/>
                  </a:lnTo>
                  <a:lnTo>
                    <a:pt x="1094" y="243"/>
                  </a:lnTo>
                  <a:lnTo>
                    <a:pt x="1003" y="659"/>
                  </a:lnTo>
                  <a:lnTo>
                    <a:pt x="92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53" name="Freeform 243"/>
            <p:cNvSpPr/>
            <p:nvPr/>
          </p:nvSpPr>
          <p:spPr bwMode="auto">
            <a:xfrm>
              <a:off x="7088658" y="2865118"/>
              <a:ext cx="1327542" cy="1148773"/>
            </a:xfrm>
            <a:custGeom>
              <a:avLst/>
              <a:gdLst>
                <a:gd name="T0" fmla="*/ 413 w 1656"/>
                <a:gd name="T1" fmla="*/ 1433 h 1433"/>
                <a:gd name="T2" fmla="*/ 0 w 1656"/>
                <a:gd name="T3" fmla="*/ 718 h 1433"/>
                <a:gd name="T4" fmla="*/ 413 w 1656"/>
                <a:gd name="T5" fmla="*/ 0 h 1433"/>
                <a:gd name="T6" fmla="*/ 1240 w 1656"/>
                <a:gd name="T7" fmla="*/ 0 h 1433"/>
                <a:gd name="T8" fmla="*/ 1656 w 1656"/>
                <a:gd name="T9" fmla="*/ 718 h 1433"/>
                <a:gd name="T10" fmla="*/ 1240 w 1656"/>
                <a:gd name="T11" fmla="*/ 1433 h 1433"/>
                <a:gd name="T12" fmla="*/ 413 w 1656"/>
                <a:gd name="T13" fmla="*/ 1433 h 1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6" h="1433">
                  <a:moveTo>
                    <a:pt x="413" y="1433"/>
                  </a:moveTo>
                  <a:lnTo>
                    <a:pt x="0" y="718"/>
                  </a:lnTo>
                  <a:lnTo>
                    <a:pt x="413" y="0"/>
                  </a:lnTo>
                  <a:lnTo>
                    <a:pt x="1240" y="0"/>
                  </a:lnTo>
                  <a:lnTo>
                    <a:pt x="1656" y="718"/>
                  </a:lnTo>
                  <a:lnTo>
                    <a:pt x="1240" y="1433"/>
                  </a:lnTo>
                  <a:lnTo>
                    <a:pt x="413" y="1433"/>
                  </a:lnTo>
                  <a:close/>
                </a:path>
              </a:pathLst>
            </a:custGeom>
            <a:solidFill>
              <a:srgbClr val="24436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54" name="Freeform 244"/>
            <p:cNvSpPr/>
            <p:nvPr/>
          </p:nvSpPr>
          <p:spPr bwMode="auto">
            <a:xfrm>
              <a:off x="7428560" y="3115235"/>
              <a:ext cx="646135" cy="648540"/>
            </a:xfrm>
            <a:custGeom>
              <a:avLst/>
              <a:gdLst>
                <a:gd name="T0" fmla="*/ 806 w 806"/>
                <a:gd name="T1" fmla="*/ 555 h 809"/>
                <a:gd name="T2" fmla="*/ 555 w 806"/>
                <a:gd name="T3" fmla="*/ 555 h 809"/>
                <a:gd name="T4" fmla="*/ 555 w 806"/>
                <a:gd name="T5" fmla="*/ 809 h 809"/>
                <a:gd name="T6" fmla="*/ 251 w 806"/>
                <a:gd name="T7" fmla="*/ 809 h 809"/>
                <a:gd name="T8" fmla="*/ 251 w 806"/>
                <a:gd name="T9" fmla="*/ 555 h 809"/>
                <a:gd name="T10" fmla="*/ 0 w 806"/>
                <a:gd name="T11" fmla="*/ 555 h 809"/>
                <a:gd name="T12" fmla="*/ 0 w 806"/>
                <a:gd name="T13" fmla="*/ 254 h 809"/>
                <a:gd name="T14" fmla="*/ 251 w 806"/>
                <a:gd name="T15" fmla="*/ 254 h 809"/>
                <a:gd name="T16" fmla="*/ 251 w 806"/>
                <a:gd name="T17" fmla="*/ 0 h 809"/>
                <a:gd name="T18" fmla="*/ 555 w 806"/>
                <a:gd name="T19" fmla="*/ 0 h 809"/>
                <a:gd name="T20" fmla="*/ 555 w 806"/>
                <a:gd name="T21" fmla="*/ 254 h 809"/>
                <a:gd name="T22" fmla="*/ 806 w 806"/>
                <a:gd name="T23" fmla="*/ 254 h 809"/>
                <a:gd name="T24" fmla="*/ 806 w 806"/>
                <a:gd name="T25" fmla="*/ 555 h 8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06" h="809">
                  <a:moveTo>
                    <a:pt x="806" y="555"/>
                  </a:moveTo>
                  <a:lnTo>
                    <a:pt x="555" y="555"/>
                  </a:lnTo>
                  <a:lnTo>
                    <a:pt x="555" y="809"/>
                  </a:lnTo>
                  <a:lnTo>
                    <a:pt x="251" y="809"/>
                  </a:lnTo>
                  <a:lnTo>
                    <a:pt x="251" y="555"/>
                  </a:lnTo>
                  <a:lnTo>
                    <a:pt x="0" y="555"/>
                  </a:lnTo>
                  <a:lnTo>
                    <a:pt x="0" y="254"/>
                  </a:lnTo>
                  <a:lnTo>
                    <a:pt x="251" y="254"/>
                  </a:lnTo>
                  <a:lnTo>
                    <a:pt x="251" y="0"/>
                  </a:lnTo>
                  <a:lnTo>
                    <a:pt x="555" y="0"/>
                  </a:lnTo>
                  <a:lnTo>
                    <a:pt x="555" y="254"/>
                  </a:lnTo>
                  <a:lnTo>
                    <a:pt x="806" y="254"/>
                  </a:lnTo>
                  <a:lnTo>
                    <a:pt x="806" y="555"/>
                  </a:lnTo>
                  <a:close/>
                </a:path>
              </a:pathLst>
            </a:custGeom>
            <a:solidFill>
              <a:srgbClr val="FFFB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55" name="Freeform 245"/>
            <p:cNvSpPr/>
            <p:nvPr/>
          </p:nvSpPr>
          <p:spPr bwMode="auto">
            <a:xfrm>
              <a:off x="8065877" y="3425476"/>
              <a:ext cx="1351592" cy="1172823"/>
            </a:xfrm>
            <a:custGeom>
              <a:avLst/>
              <a:gdLst>
                <a:gd name="T0" fmla="*/ 1259 w 1686"/>
                <a:gd name="T1" fmla="*/ 1463 h 1463"/>
                <a:gd name="T2" fmla="*/ 424 w 1686"/>
                <a:gd name="T3" fmla="*/ 1463 h 1463"/>
                <a:gd name="T4" fmla="*/ 0 w 1686"/>
                <a:gd name="T5" fmla="*/ 731 h 1463"/>
                <a:gd name="T6" fmla="*/ 424 w 1686"/>
                <a:gd name="T7" fmla="*/ 0 h 1463"/>
                <a:gd name="T8" fmla="*/ 1267 w 1686"/>
                <a:gd name="T9" fmla="*/ 0 h 1463"/>
                <a:gd name="T10" fmla="*/ 1686 w 1686"/>
                <a:gd name="T11" fmla="*/ 723 h 1463"/>
                <a:gd name="T12" fmla="*/ 1657 w 1686"/>
                <a:gd name="T13" fmla="*/ 739 h 1463"/>
                <a:gd name="T14" fmla="*/ 1249 w 1686"/>
                <a:gd name="T15" fmla="*/ 32 h 1463"/>
                <a:gd name="T16" fmla="*/ 443 w 1686"/>
                <a:gd name="T17" fmla="*/ 32 h 1463"/>
                <a:gd name="T18" fmla="*/ 37 w 1686"/>
                <a:gd name="T19" fmla="*/ 731 h 1463"/>
                <a:gd name="T20" fmla="*/ 443 w 1686"/>
                <a:gd name="T21" fmla="*/ 1431 h 1463"/>
                <a:gd name="T22" fmla="*/ 1259 w 1686"/>
                <a:gd name="T23" fmla="*/ 1431 h 1463"/>
                <a:gd name="T24" fmla="*/ 1259 w 1686"/>
                <a:gd name="T25" fmla="*/ 1463 h 1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86" h="1463">
                  <a:moveTo>
                    <a:pt x="1259" y="1463"/>
                  </a:moveTo>
                  <a:lnTo>
                    <a:pt x="424" y="1463"/>
                  </a:lnTo>
                  <a:lnTo>
                    <a:pt x="0" y="731"/>
                  </a:lnTo>
                  <a:lnTo>
                    <a:pt x="424" y="0"/>
                  </a:lnTo>
                  <a:lnTo>
                    <a:pt x="1267" y="0"/>
                  </a:lnTo>
                  <a:lnTo>
                    <a:pt x="1686" y="723"/>
                  </a:lnTo>
                  <a:lnTo>
                    <a:pt x="1657" y="739"/>
                  </a:lnTo>
                  <a:lnTo>
                    <a:pt x="1249" y="32"/>
                  </a:lnTo>
                  <a:lnTo>
                    <a:pt x="443" y="32"/>
                  </a:lnTo>
                  <a:lnTo>
                    <a:pt x="37" y="731"/>
                  </a:lnTo>
                  <a:lnTo>
                    <a:pt x="443" y="1431"/>
                  </a:lnTo>
                  <a:lnTo>
                    <a:pt x="1259" y="1431"/>
                  </a:lnTo>
                  <a:lnTo>
                    <a:pt x="1259" y="1463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56" name="Oval 246"/>
            <p:cNvSpPr>
              <a:spLocks noChangeArrowheads="1"/>
            </p:cNvSpPr>
            <p:nvPr/>
          </p:nvSpPr>
          <p:spPr bwMode="auto">
            <a:xfrm>
              <a:off x="8010563" y="3943345"/>
              <a:ext cx="142695" cy="14109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57" name="Oval 247"/>
            <p:cNvSpPr>
              <a:spLocks noChangeArrowheads="1"/>
            </p:cNvSpPr>
            <p:nvPr/>
          </p:nvSpPr>
          <p:spPr bwMode="auto">
            <a:xfrm>
              <a:off x="9334096" y="3943345"/>
              <a:ext cx="143497" cy="14109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58" name="Oval 248"/>
            <p:cNvSpPr>
              <a:spLocks noChangeArrowheads="1"/>
            </p:cNvSpPr>
            <p:nvPr/>
          </p:nvSpPr>
          <p:spPr bwMode="auto">
            <a:xfrm>
              <a:off x="8341646" y="3367756"/>
              <a:ext cx="143497" cy="143497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59" name="Oval 249"/>
            <p:cNvSpPr>
              <a:spLocks noChangeArrowheads="1"/>
            </p:cNvSpPr>
            <p:nvPr/>
          </p:nvSpPr>
          <p:spPr bwMode="auto">
            <a:xfrm>
              <a:off x="8341646" y="4512521"/>
              <a:ext cx="143497" cy="143497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60" name="Oval 250"/>
            <p:cNvSpPr>
              <a:spLocks noChangeArrowheads="1"/>
            </p:cNvSpPr>
            <p:nvPr/>
          </p:nvSpPr>
          <p:spPr bwMode="auto">
            <a:xfrm>
              <a:off x="9003013" y="3367756"/>
              <a:ext cx="141091" cy="143497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61" name="Oval 251"/>
            <p:cNvSpPr>
              <a:spLocks noChangeArrowheads="1"/>
            </p:cNvSpPr>
            <p:nvPr/>
          </p:nvSpPr>
          <p:spPr bwMode="auto">
            <a:xfrm>
              <a:off x="9003013" y="4512521"/>
              <a:ext cx="141091" cy="143497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62" name="Freeform 252"/>
            <p:cNvSpPr/>
            <p:nvPr/>
          </p:nvSpPr>
          <p:spPr bwMode="auto">
            <a:xfrm>
              <a:off x="9062335" y="1707527"/>
              <a:ext cx="1347584" cy="592424"/>
            </a:xfrm>
            <a:custGeom>
              <a:avLst/>
              <a:gdLst>
                <a:gd name="T0" fmla="*/ 1652 w 1681"/>
                <a:gd name="T1" fmla="*/ 739 h 739"/>
                <a:gd name="T2" fmla="*/ 1244 w 1681"/>
                <a:gd name="T3" fmla="*/ 29 h 739"/>
                <a:gd name="T4" fmla="*/ 438 w 1681"/>
                <a:gd name="T5" fmla="*/ 29 h 739"/>
                <a:gd name="T6" fmla="*/ 27 w 1681"/>
                <a:gd name="T7" fmla="*/ 739 h 739"/>
                <a:gd name="T8" fmla="*/ 0 w 1681"/>
                <a:gd name="T9" fmla="*/ 723 h 739"/>
                <a:gd name="T10" fmla="*/ 419 w 1681"/>
                <a:gd name="T11" fmla="*/ 0 h 739"/>
                <a:gd name="T12" fmla="*/ 1262 w 1681"/>
                <a:gd name="T13" fmla="*/ 0 h 739"/>
                <a:gd name="T14" fmla="*/ 1681 w 1681"/>
                <a:gd name="T15" fmla="*/ 723 h 739"/>
                <a:gd name="T16" fmla="*/ 1652 w 1681"/>
                <a:gd name="T17" fmla="*/ 739 h 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81" h="739">
                  <a:moveTo>
                    <a:pt x="1652" y="739"/>
                  </a:moveTo>
                  <a:lnTo>
                    <a:pt x="1244" y="29"/>
                  </a:lnTo>
                  <a:lnTo>
                    <a:pt x="438" y="29"/>
                  </a:lnTo>
                  <a:lnTo>
                    <a:pt x="27" y="739"/>
                  </a:lnTo>
                  <a:lnTo>
                    <a:pt x="0" y="723"/>
                  </a:lnTo>
                  <a:lnTo>
                    <a:pt x="419" y="0"/>
                  </a:lnTo>
                  <a:lnTo>
                    <a:pt x="1262" y="0"/>
                  </a:lnTo>
                  <a:lnTo>
                    <a:pt x="1681" y="723"/>
                  </a:lnTo>
                  <a:lnTo>
                    <a:pt x="1652" y="739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63" name="Oval 253"/>
            <p:cNvSpPr>
              <a:spLocks noChangeArrowheads="1"/>
            </p:cNvSpPr>
            <p:nvPr/>
          </p:nvSpPr>
          <p:spPr bwMode="auto">
            <a:xfrm>
              <a:off x="9003013" y="2222991"/>
              <a:ext cx="142695" cy="143497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64" name="Oval 254"/>
            <p:cNvSpPr>
              <a:spLocks noChangeArrowheads="1"/>
            </p:cNvSpPr>
            <p:nvPr/>
          </p:nvSpPr>
          <p:spPr bwMode="auto">
            <a:xfrm>
              <a:off x="10326546" y="2222991"/>
              <a:ext cx="143497" cy="143497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65" name="Oval 255"/>
            <p:cNvSpPr>
              <a:spLocks noChangeArrowheads="1"/>
            </p:cNvSpPr>
            <p:nvPr/>
          </p:nvSpPr>
          <p:spPr bwMode="auto">
            <a:xfrm>
              <a:off x="9334096" y="1649807"/>
              <a:ext cx="143497" cy="142695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66" name="Oval 256"/>
            <p:cNvSpPr>
              <a:spLocks noChangeArrowheads="1"/>
            </p:cNvSpPr>
            <p:nvPr/>
          </p:nvSpPr>
          <p:spPr bwMode="auto">
            <a:xfrm>
              <a:off x="9334096" y="2794572"/>
              <a:ext cx="143497" cy="14109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67" name="Oval 257"/>
            <p:cNvSpPr>
              <a:spLocks noChangeArrowheads="1"/>
            </p:cNvSpPr>
            <p:nvPr/>
          </p:nvSpPr>
          <p:spPr bwMode="auto">
            <a:xfrm>
              <a:off x="9995463" y="1649807"/>
              <a:ext cx="141091" cy="142695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68" name="Oval 258"/>
            <p:cNvSpPr>
              <a:spLocks noChangeArrowheads="1"/>
            </p:cNvSpPr>
            <p:nvPr/>
          </p:nvSpPr>
          <p:spPr bwMode="auto">
            <a:xfrm>
              <a:off x="9995463" y="2794572"/>
              <a:ext cx="141091" cy="14109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69" name="Freeform 259"/>
            <p:cNvSpPr/>
            <p:nvPr/>
          </p:nvSpPr>
          <p:spPr bwMode="auto">
            <a:xfrm>
              <a:off x="10054785" y="1138351"/>
              <a:ext cx="352729" cy="586011"/>
            </a:xfrm>
            <a:custGeom>
              <a:avLst/>
              <a:gdLst>
                <a:gd name="T0" fmla="*/ 27 w 440"/>
                <a:gd name="T1" fmla="*/ 731 h 731"/>
                <a:gd name="T2" fmla="*/ 0 w 440"/>
                <a:gd name="T3" fmla="*/ 715 h 731"/>
                <a:gd name="T4" fmla="*/ 414 w 440"/>
                <a:gd name="T5" fmla="*/ 0 h 731"/>
                <a:gd name="T6" fmla="*/ 440 w 440"/>
                <a:gd name="T7" fmla="*/ 16 h 731"/>
                <a:gd name="T8" fmla="*/ 27 w 440"/>
                <a:gd name="T9" fmla="*/ 731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0" h="731">
                  <a:moveTo>
                    <a:pt x="27" y="731"/>
                  </a:moveTo>
                  <a:lnTo>
                    <a:pt x="0" y="715"/>
                  </a:lnTo>
                  <a:lnTo>
                    <a:pt x="414" y="0"/>
                  </a:lnTo>
                  <a:lnTo>
                    <a:pt x="440" y="16"/>
                  </a:lnTo>
                  <a:lnTo>
                    <a:pt x="27" y="731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70" name="Oval 260"/>
            <p:cNvSpPr>
              <a:spLocks noChangeArrowheads="1"/>
            </p:cNvSpPr>
            <p:nvPr/>
          </p:nvSpPr>
          <p:spPr bwMode="auto">
            <a:xfrm>
              <a:off x="10326546" y="1074218"/>
              <a:ext cx="143497" cy="142695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71" name="Freeform 261"/>
            <p:cNvSpPr/>
            <p:nvPr/>
          </p:nvSpPr>
          <p:spPr bwMode="auto">
            <a:xfrm>
              <a:off x="6087390" y="3435897"/>
              <a:ext cx="352729" cy="586812"/>
            </a:xfrm>
            <a:custGeom>
              <a:avLst/>
              <a:gdLst>
                <a:gd name="T0" fmla="*/ 27 w 440"/>
                <a:gd name="T1" fmla="*/ 732 h 732"/>
                <a:gd name="T2" fmla="*/ 0 w 440"/>
                <a:gd name="T3" fmla="*/ 716 h 732"/>
                <a:gd name="T4" fmla="*/ 411 w 440"/>
                <a:gd name="T5" fmla="*/ 0 h 732"/>
                <a:gd name="T6" fmla="*/ 440 w 440"/>
                <a:gd name="T7" fmla="*/ 16 h 732"/>
                <a:gd name="T8" fmla="*/ 27 w 440"/>
                <a:gd name="T9" fmla="*/ 732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0" h="732">
                  <a:moveTo>
                    <a:pt x="27" y="732"/>
                  </a:moveTo>
                  <a:lnTo>
                    <a:pt x="0" y="716"/>
                  </a:lnTo>
                  <a:lnTo>
                    <a:pt x="411" y="0"/>
                  </a:lnTo>
                  <a:lnTo>
                    <a:pt x="440" y="16"/>
                  </a:lnTo>
                  <a:lnTo>
                    <a:pt x="27" y="732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72" name="Oval 262"/>
            <p:cNvSpPr>
              <a:spLocks noChangeArrowheads="1"/>
            </p:cNvSpPr>
            <p:nvPr/>
          </p:nvSpPr>
          <p:spPr bwMode="auto">
            <a:xfrm>
              <a:off x="6025662" y="3947354"/>
              <a:ext cx="142695" cy="143497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73" name="Oval 263"/>
            <p:cNvSpPr>
              <a:spLocks noChangeArrowheads="1"/>
            </p:cNvSpPr>
            <p:nvPr/>
          </p:nvSpPr>
          <p:spPr bwMode="auto">
            <a:xfrm>
              <a:off x="6359151" y="3374170"/>
              <a:ext cx="141091" cy="14109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74" name="Freeform 264"/>
            <p:cNvSpPr/>
            <p:nvPr/>
          </p:nvSpPr>
          <p:spPr bwMode="auto">
            <a:xfrm>
              <a:off x="11047235" y="2856300"/>
              <a:ext cx="352729" cy="586011"/>
            </a:xfrm>
            <a:custGeom>
              <a:avLst/>
              <a:gdLst>
                <a:gd name="T0" fmla="*/ 27 w 440"/>
                <a:gd name="T1" fmla="*/ 731 h 731"/>
                <a:gd name="T2" fmla="*/ 0 w 440"/>
                <a:gd name="T3" fmla="*/ 715 h 731"/>
                <a:gd name="T4" fmla="*/ 411 w 440"/>
                <a:gd name="T5" fmla="*/ 0 h 731"/>
                <a:gd name="T6" fmla="*/ 440 w 440"/>
                <a:gd name="T7" fmla="*/ 16 h 731"/>
                <a:gd name="T8" fmla="*/ 27 w 440"/>
                <a:gd name="T9" fmla="*/ 731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0" h="731">
                  <a:moveTo>
                    <a:pt x="27" y="731"/>
                  </a:moveTo>
                  <a:lnTo>
                    <a:pt x="0" y="715"/>
                  </a:lnTo>
                  <a:lnTo>
                    <a:pt x="411" y="0"/>
                  </a:lnTo>
                  <a:lnTo>
                    <a:pt x="440" y="16"/>
                  </a:lnTo>
                  <a:lnTo>
                    <a:pt x="27" y="731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75" name="Oval 265"/>
            <p:cNvSpPr>
              <a:spLocks noChangeArrowheads="1"/>
            </p:cNvSpPr>
            <p:nvPr/>
          </p:nvSpPr>
          <p:spPr bwMode="auto">
            <a:xfrm>
              <a:off x="10985508" y="3367756"/>
              <a:ext cx="143497" cy="143497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76" name="Oval 266"/>
            <p:cNvSpPr>
              <a:spLocks noChangeArrowheads="1"/>
            </p:cNvSpPr>
            <p:nvPr/>
          </p:nvSpPr>
          <p:spPr bwMode="auto">
            <a:xfrm>
              <a:off x="11318996" y="2794572"/>
              <a:ext cx="141091" cy="14109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77" name="Freeform 267"/>
            <p:cNvSpPr/>
            <p:nvPr/>
          </p:nvSpPr>
          <p:spPr bwMode="auto">
            <a:xfrm>
              <a:off x="8072290" y="1138351"/>
              <a:ext cx="352729" cy="586011"/>
            </a:xfrm>
            <a:custGeom>
              <a:avLst/>
              <a:gdLst>
                <a:gd name="T0" fmla="*/ 27 w 440"/>
                <a:gd name="T1" fmla="*/ 731 h 731"/>
                <a:gd name="T2" fmla="*/ 0 w 440"/>
                <a:gd name="T3" fmla="*/ 715 h 731"/>
                <a:gd name="T4" fmla="*/ 411 w 440"/>
                <a:gd name="T5" fmla="*/ 0 h 731"/>
                <a:gd name="T6" fmla="*/ 440 w 440"/>
                <a:gd name="T7" fmla="*/ 16 h 731"/>
                <a:gd name="T8" fmla="*/ 27 w 440"/>
                <a:gd name="T9" fmla="*/ 731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0" h="731">
                  <a:moveTo>
                    <a:pt x="27" y="731"/>
                  </a:moveTo>
                  <a:lnTo>
                    <a:pt x="0" y="715"/>
                  </a:lnTo>
                  <a:lnTo>
                    <a:pt x="411" y="0"/>
                  </a:lnTo>
                  <a:lnTo>
                    <a:pt x="440" y="16"/>
                  </a:lnTo>
                  <a:lnTo>
                    <a:pt x="27" y="731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78" name="Oval 268"/>
            <p:cNvSpPr>
              <a:spLocks noChangeArrowheads="1"/>
            </p:cNvSpPr>
            <p:nvPr/>
          </p:nvSpPr>
          <p:spPr bwMode="auto">
            <a:xfrm>
              <a:off x="8010563" y="1649807"/>
              <a:ext cx="142695" cy="14109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79" name="Oval 269"/>
            <p:cNvSpPr>
              <a:spLocks noChangeArrowheads="1"/>
            </p:cNvSpPr>
            <p:nvPr/>
          </p:nvSpPr>
          <p:spPr bwMode="auto">
            <a:xfrm>
              <a:off x="8344051" y="1074218"/>
              <a:ext cx="141091" cy="142695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80" name="Freeform 270"/>
            <p:cNvSpPr/>
            <p:nvPr/>
          </p:nvSpPr>
          <p:spPr bwMode="auto">
            <a:xfrm>
              <a:off x="8072290" y="562762"/>
              <a:ext cx="352729" cy="586011"/>
            </a:xfrm>
            <a:custGeom>
              <a:avLst/>
              <a:gdLst>
                <a:gd name="T0" fmla="*/ 413 w 440"/>
                <a:gd name="T1" fmla="*/ 731 h 731"/>
                <a:gd name="T2" fmla="*/ 0 w 440"/>
                <a:gd name="T3" fmla="*/ 16 h 731"/>
                <a:gd name="T4" fmla="*/ 27 w 440"/>
                <a:gd name="T5" fmla="*/ 0 h 731"/>
                <a:gd name="T6" fmla="*/ 440 w 440"/>
                <a:gd name="T7" fmla="*/ 715 h 731"/>
                <a:gd name="T8" fmla="*/ 413 w 440"/>
                <a:gd name="T9" fmla="*/ 731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0" h="731">
                  <a:moveTo>
                    <a:pt x="413" y="731"/>
                  </a:moveTo>
                  <a:lnTo>
                    <a:pt x="0" y="16"/>
                  </a:lnTo>
                  <a:lnTo>
                    <a:pt x="27" y="0"/>
                  </a:lnTo>
                  <a:lnTo>
                    <a:pt x="440" y="715"/>
                  </a:lnTo>
                  <a:lnTo>
                    <a:pt x="413" y="731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81" name="Oval 271"/>
            <p:cNvSpPr>
              <a:spLocks noChangeArrowheads="1"/>
            </p:cNvSpPr>
            <p:nvPr/>
          </p:nvSpPr>
          <p:spPr bwMode="auto">
            <a:xfrm>
              <a:off x="8010563" y="500232"/>
              <a:ext cx="142695" cy="14109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82" name="Freeform 272"/>
            <p:cNvSpPr/>
            <p:nvPr/>
          </p:nvSpPr>
          <p:spPr bwMode="auto">
            <a:xfrm>
              <a:off x="6087390" y="1717948"/>
              <a:ext cx="352729" cy="586011"/>
            </a:xfrm>
            <a:custGeom>
              <a:avLst/>
              <a:gdLst>
                <a:gd name="T0" fmla="*/ 413 w 440"/>
                <a:gd name="T1" fmla="*/ 731 h 731"/>
                <a:gd name="T2" fmla="*/ 0 w 440"/>
                <a:gd name="T3" fmla="*/ 16 h 731"/>
                <a:gd name="T4" fmla="*/ 27 w 440"/>
                <a:gd name="T5" fmla="*/ 0 h 731"/>
                <a:gd name="T6" fmla="*/ 440 w 440"/>
                <a:gd name="T7" fmla="*/ 715 h 731"/>
                <a:gd name="T8" fmla="*/ 413 w 440"/>
                <a:gd name="T9" fmla="*/ 731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0" h="731">
                  <a:moveTo>
                    <a:pt x="413" y="731"/>
                  </a:moveTo>
                  <a:lnTo>
                    <a:pt x="0" y="16"/>
                  </a:lnTo>
                  <a:lnTo>
                    <a:pt x="27" y="0"/>
                  </a:lnTo>
                  <a:lnTo>
                    <a:pt x="440" y="715"/>
                  </a:lnTo>
                  <a:lnTo>
                    <a:pt x="413" y="731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83" name="Oval 273"/>
            <p:cNvSpPr>
              <a:spLocks noChangeArrowheads="1"/>
            </p:cNvSpPr>
            <p:nvPr/>
          </p:nvSpPr>
          <p:spPr bwMode="auto">
            <a:xfrm>
              <a:off x="6359151" y="2229405"/>
              <a:ext cx="141091" cy="14109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84" name="Oval 274"/>
            <p:cNvSpPr>
              <a:spLocks noChangeArrowheads="1"/>
            </p:cNvSpPr>
            <p:nvPr/>
          </p:nvSpPr>
          <p:spPr bwMode="auto">
            <a:xfrm>
              <a:off x="6025662" y="1653816"/>
              <a:ext cx="142695" cy="143497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85" name="Freeform 275"/>
            <p:cNvSpPr/>
            <p:nvPr/>
          </p:nvSpPr>
          <p:spPr bwMode="auto">
            <a:xfrm>
              <a:off x="7075832" y="2856300"/>
              <a:ext cx="1006880" cy="1172823"/>
            </a:xfrm>
            <a:custGeom>
              <a:avLst/>
              <a:gdLst>
                <a:gd name="T0" fmla="*/ 1256 w 1256"/>
                <a:gd name="T1" fmla="*/ 1463 h 1463"/>
                <a:gd name="T2" fmla="*/ 421 w 1256"/>
                <a:gd name="T3" fmla="*/ 1463 h 1463"/>
                <a:gd name="T4" fmla="*/ 0 w 1256"/>
                <a:gd name="T5" fmla="*/ 731 h 1463"/>
                <a:gd name="T6" fmla="*/ 421 w 1256"/>
                <a:gd name="T7" fmla="*/ 0 h 1463"/>
                <a:gd name="T8" fmla="*/ 1256 w 1256"/>
                <a:gd name="T9" fmla="*/ 0 h 1463"/>
                <a:gd name="T10" fmla="*/ 1256 w 1256"/>
                <a:gd name="T11" fmla="*/ 32 h 1463"/>
                <a:gd name="T12" fmla="*/ 440 w 1256"/>
                <a:gd name="T13" fmla="*/ 32 h 1463"/>
                <a:gd name="T14" fmla="*/ 37 w 1256"/>
                <a:gd name="T15" fmla="*/ 731 h 1463"/>
                <a:gd name="T16" fmla="*/ 440 w 1256"/>
                <a:gd name="T17" fmla="*/ 1431 h 1463"/>
                <a:gd name="T18" fmla="*/ 1256 w 1256"/>
                <a:gd name="T19" fmla="*/ 1431 h 1463"/>
                <a:gd name="T20" fmla="*/ 1256 w 1256"/>
                <a:gd name="T21" fmla="*/ 1463 h 1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56" h="1463">
                  <a:moveTo>
                    <a:pt x="1256" y="1463"/>
                  </a:moveTo>
                  <a:lnTo>
                    <a:pt x="421" y="1463"/>
                  </a:lnTo>
                  <a:lnTo>
                    <a:pt x="0" y="731"/>
                  </a:lnTo>
                  <a:lnTo>
                    <a:pt x="421" y="0"/>
                  </a:lnTo>
                  <a:lnTo>
                    <a:pt x="1256" y="0"/>
                  </a:lnTo>
                  <a:lnTo>
                    <a:pt x="1256" y="32"/>
                  </a:lnTo>
                  <a:lnTo>
                    <a:pt x="440" y="32"/>
                  </a:lnTo>
                  <a:lnTo>
                    <a:pt x="37" y="731"/>
                  </a:lnTo>
                  <a:lnTo>
                    <a:pt x="440" y="1431"/>
                  </a:lnTo>
                  <a:lnTo>
                    <a:pt x="1256" y="1431"/>
                  </a:lnTo>
                  <a:lnTo>
                    <a:pt x="1256" y="1463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86" name="Oval 276"/>
            <p:cNvSpPr>
              <a:spLocks noChangeArrowheads="1"/>
            </p:cNvSpPr>
            <p:nvPr/>
          </p:nvSpPr>
          <p:spPr bwMode="auto">
            <a:xfrm>
              <a:off x="7018113" y="3374170"/>
              <a:ext cx="142695" cy="14109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87" name="Oval 277"/>
            <p:cNvSpPr>
              <a:spLocks noChangeArrowheads="1"/>
            </p:cNvSpPr>
            <p:nvPr/>
          </p:nvSpPr>
          <p:spPr bwMode="auto">
            <a:xfrm>
              <a:off x="7351601" y="2798580"/>
              <a:ext cx="141091" cy="143497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88" name="Oval 278"/>
            <p:cNvSpPr>
              <a:spLocks noChangeArrowheads="1"/>
            </p:cNvSpPr>
            <p:nvPr/>
          </p:nvSpPr>
          <p:spPr bwMode="auto">
            <a:xfrm>
              <a:off x="7351601" y="3943345"/>
              <a:ext cx="141091" cy="14109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89" name="Oval 279"/>
            <p:cNvSpPr>
              <a:spLocks noChangeArrowheads="1"/>
            </p:cNvSpPr>
            <p:nvPr/>
          </p:nvSpPr>
          <p:spPr bwMode="auto">
            <a:xfrm>
              <a:off x="8010563" y="2798580"/>
              <a:ext cx="142695" cy="143497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90" name="Freeform 280"/>
            <p:cNvSpPr/>
            <p:nvPr/>
          </p:nvSpPr>
          <p:spPr bwMode="auto">
            <a:xfrm>
              <a:off x="8068282" y="2280711"/>
              <a:ext cx="1349187" cy="1166410"/>
            </a:xfrm>
            <a:custGeom>
              <a:avLst/>
              <a:gdLst>
                <a:gd name="T0" fmla="*/ 416 w 1683"/>
                <a:gd name="T1" fmla="*/ 1455 h 1455"/>
                <a:gd name="T2" fmla="*/ 0 w 1683"/>
                <a:gd name="T3" fmla="*/ 731 h 1455"/>
                <a:gd name="T4" fmla="*/ 421 w 1683"/>
                <a:gd name="T5" fmla="*/ 0 h 1455"/>
                <a:gd name="T6" fmla="*/ 1264 w 1683"/>
                <a:gd name="T7" fmla="*/ 0 h 1455"/>
                <a:gd name="T8" fmla="*/ 1683 w 1683"/>
                <a:gd name="T9" fmla="*/ 723 h 1455"/>
                <a:gd name="T10" fmla="*/ 1654 w 1683"/>
                <a:gd name="T11" fmla="*/ 739 h 1455"/>
                <a:gd name="T12" fmla="*/ 1246 w 1683"/>
                <a:gd name="T13" fmla="*/ 32 h 1455"/>
                <a:gd name="T14" fmla="*/ 440 w 1683"/>
                <a:gd name="T15" fmla="*/ 32 h 1455"/>
                <a:gd name="T16" fmla="*/ 34 w 1683"/>
                <a:gd name="T17" fmla="*/ 731 h 1455"/>
                <a:gd name="T18" fmla="*/ 442 w 1683"/>
                <a:gd name="T19" fmla="*/ 1439 h 1455"/>
                <a:gd name="T20" fmla="*/ 416 w 1683"/>
                <a:gd name="T21" fmla="*/ 1455 h 14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683" h="1455">
                  <a:moveTo>
                    <a:pt x="416" y="1455"/>
                  </a:moveTo>
                  <a:lnTo>
                    <a:pt x="0" y="731"/>
                  </a:lnTo>
                  <a:lnTo>
                    <a:pt x="421" y="0"/>
                  </a:lnTo>
                  <a:lnTo>
                    <a:pt x="1264" y="0"/>
                  </a:lnTo>
                  <a:lnTo>
                    <a:pt x="1683" y="723"/>
                  </a:lnTo>
                  <a:lnTo>
                    <a:pt x="1654" y="739"/>
                  </a:lnTo>
                  <a:lnTo>
                    <a:pt x="1246" y="32"/>
                  </a:lnTo>
                  <a:lnTo>
                    <a:pt x="440" y="32"/>
                  </a:lnTo>
                  <a:lnTo>
                    <a:pt x="34" y="731"/>
                  </a:lnTo>
                  <a:lnTo>
                    <a:pt x="442" y="1439"/>
                  </a:lnTo>
                  <a:lnTo>
                    <a:pt x="416" y="1455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91" name="Oval 281"/>
            <p:cNvSpPr>
              <a:spLocks noChangeArrowheads="1"/>
            </p:cNvSpPr>
            <p:nvPr/>
          </p:nvSpPr>
          <p:spPr bwMode="auto">
            <a:xfrm>
              <a:off x="8341646" y="2222991"/>
              <a:ext cx="143497" cy="143497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92" name="Freeform 282"/>
            <p:cNvSpPr/>
            <p:nvPr/>
          </p:nvSpPr>
          <p:spPr bwMode="auto">
            <a:xfrm>
              <a:off x="7079840" y="1705122"/>
              <a:ext cx="1002872" cy="592424"/>
            </a:xfrm>
            <a:custGeom>
              <a:avLst/>
              <a:gdLst>
                <a:gd name="T0" fmla="*/ 27 w 1251"/>
                <a:gd name="T1" fmla="*/ 739 h 739"/>
                <a:gd name="T2" fmla="*/ 0 w 1251"/>
                <a:gd name="T3" fmla="*/ 723 h 739"/>
                <a:gd name="T4" fmla="*/ 416 w 1251"/>
                <a:gd name="T5" fmla="*/ 0 h 739"/>
                <a:gd name="T6" fmla="*/ 1251 w 1251"/>
                <a:gd name="T7" fmla="*/ 0 h 739"/>
                <a:gd name="T8" fmla="*/ 1251 w 1251"/>
                <a:gd name="T9" fmla="*/ 32 h 739"/>
                <a:gd name="T10" fmla="*/ 435 w 1251"/>
                <a:gd name="T11" fmla="*/ 32 h 739"/>
                <a:gd name="T12" fmla="*/ 27 w 1251"/>
                <a:gd name="T13" fmla="*/ 739 h 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51" h="739">
                  <a:moveTo>
                    <a:pt x="27" y="739"/>
                  </a:moveTo>
                  <a:lnTo>
                    <a:pt x="0" y="723"/>
                  </a:lnTo>
                  <a:lnTo>
                    <a:pt x="416" y="0"/>
                  </a:lnTo>
                  <a:lnTo>
                    <a:pt x="1251" y="0"/>
                  </a:lnTo>
                  <a:lnTo>
                    <a:pt x="1251" y="32"/>
                  </a:lnTo>
                  <a:lnTo>
                    <a:pt x="435" y="32"/>
                  </a:lnTo>
                  <a:lnTo>
                    <a:pt x="27" y="739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93" name="Oval 283"/>
            <p:cNvSpPr>
              <a:spLocks noChangeArrowheads="1"/>
            </p:cNvSpPr>
            <p:nvPr/>
          </p:nvSpPr>
          <p:spPr bwMode="auto">
            <a:xfrm>
              <a:off x="7351601" y="1649807"/>
              <a:ext cx="141091" cy="14109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94" name="Freeform 284"/>
            <p:cNvSpPr/>
            <p:nvPr/>
          </p:nvSpPr>
          <p:spPr bwMode="auto">
            <a:xfrm>
              <a:off x="10050777" y="3425476"/>
              <a:ext cx="1349187" cy="1172823"/>
            </a:xfrm>
            <a:custGeom>
              <a:avLst/>
              <a:gdLst>
                <a:gd name="T0" fmla="*/ 1257 w 1683"/>
                <a:gd name="T1" fmla="*/ 1463 h 1463"/>
                <a:gd name="T2" fmla="*/ 421 w 1683"/>
                <a:gd name="T3" fmla="*/ 1463 h 1463"/>
                <a:gd name="T4" fmla="*/ 0 w 1683"/>
                <a:gd name="T5" fmla="*/ 731 h 1463"/>
                <a:gd name="T6" fmla="*/ 421 w 1683"/>
                <a:gd name="T7" fmla="*/ 0 h 1463"/>
                <a:gd name="T8" fmla="*/ 1267 w 1683"/>
                <a:gd name="T9" fmla="*/ 0 h 1463"/>
                <a:gd name="T10" fmla="*/ 1683 w 1683"/>
                <a:gd name="T11" fmla="*/ 723 h 1463"/>
                <a:gd name="T12" fmla="*/ 1657 w 1683"/>
                <a:gd name="T13" fmla="*/ 739 h 1463"/>
                <a:gd name="T14" fmla="*/ 1249 w 1683"/>
                <a:gd name="T15" fmla="*/ 32 h 1463"/>
                <a:gd name="T16" fmla="*/ 440 w 1683"/>
                <a:gd name="T17" fmla="*/ 32 h 1463"/>
                <a:gd name="T18" fmla="*/ 37 w 1683"/>
                <a:gd name="T19" fmla="*/ 731 h 1463"/>
                <a:gd name="T20" fmla="*/ 440 w 1683"/>
                <a:gd name="T21" fmla="*/ 1431 h 1463"/>
                <a:gd name="T22" fmla="*/ 1257 w 1683"/>
                <a:gd name="T23" fmla="*/ 1431 h 1463"/>
                <a:gd name="T24" fmla="*/ 1257 w 1683"/>
                <a:gd name="T25" fmla="*/ 1463 h 1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83" h="1463">
                  <a:moveTo>
                    <a:pt x="1257" y="1463"/>
                  </a:moveTo>
                  <a:lnTo>
                    <a:pt x="421" y="1463"/>
                  </a:lnTo>
                  <a:lnTo>
                    <a:pt x="0" y="731"/>
                  </a:lnTo>
                  <a:lnTo>
                    <a:pt x="421" y="0"/>
                  </a:lnTo>
                  <a:lnTo>
                    <a:pt x="1267" y="0"/>
                  </a:lnTo>
                  <a:lnTo>
                    <a:pt x="1683" y="723"/>
                  </a:lnTo>
                  <a:lnTo>
                    <a:pt x="1657" y="739"/>
                  </a:lnTo>
                  <a:lnTo>
                    <a:pt x="1249" y="32"/>
                  </a:lnTo>
                  <a:lnTo>
                    <a:pt x="440" y="32"/>
                  </a:lnTo>
                  <a:lnTo>
                    <a:pt x="37" y="731"/>
                  </a:lnTo>
                  <a:lnTo>
                    <a:pt x="440" y="1431"/>
                  </a:lnTo>
                  <a:lnTo>
                    <a:pt x="1257" y="1431"/>
                  </a:lnTo>
                  <a:lnTo>
                    <a:pt x="1257" y="1463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95" name="Oval 285"/>
            <p:cNvSpPr>
              <a:spLocks noChangeArrowheads="1"/>
            </p:cNvSpPr>
            <p:nvPr/>
          </p:nvSpPr>
          <p:spPr bwMode="auto">
            <a:xfrm>
              <a:off x="9995463" y="3943345"/>
              <a:ext cx="141091" cy="14109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96" name="Oval 286"/>
            <p:cNvSpPr>
              <a:spLocks noChangeArrowheads="1"/>
            </p:cNvSpPr>
            <p:nvPr/>
          </p:nvSpPr>
          <p:spPr bwMode="auto">
            <a:xfrm>
              <a:off x="11318996" y="3943345"/>
              <a:ext cx="141091" cy="14109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97" name="Oval 287"/>
            <p:cNvSpPr>
              <a:spLocks noChangeArrowheads="1"/>
            </p:cNvSpPr>
            <p:nvPr/>
          </p:nvSpPr>
          <p:spPr bwMode="auto">
            <a:xfrm>
              <a:off x="10326546" y="3367756"/>
              <a:ext cx="141091" cy="143497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98" name="Oval 288"/>
            <p:cNvSpPr>
              <a:spLocks noChangeArrowheads="1"/>
            </p:cNvSpPr>
            <p:nvPr/>
          </p:nvSpPr>
          <p:spPr bwMode="auto">
            <a:xfrm>
              <a:off x="10326546" y="4512521"/>
              <a:ext cx="141091" cy="143497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99" name="Oval 289"/>
            <p:cNvSpPr>
              <a:spLocks noChangeArrowheads="1"/>
            </p:cNvSpPr>
            <p:nvPr/>
          </p:nvSpPr>
          <p:spPr bwMode="auto">
            <a:xfrm>
              <a:off x="10985508" y="4512521"/>
              <a:ext cx="143497" cy="143497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00" name="Freeform 290"/>
            <p:cNvSpPr/>
            <p:nvPr/>
          </p:nvSpPr>
          <p:spPr bwMode="auto">
            <a:xfrm>
              <a:off x="6087390" y="2284719"/>
              <a:ext cx="1345179" cy="593225"/>
            </a:xfrm>
            <a:custGeom>
              <a:avLst/>
              <a:gdLst>
                <a:gd name="T0" fmla="*/ 27 w 1678"/>
                <a:gd name="T1" fmla="*/ 740 h 740"/>
                <a:gd name="T2" fmla="*/ 0 w 1678"/>
                <a:gd name="T3" fmla="*/ 724 h 740"/>
                <a:gd name="T4" fmla="*/ 416 w 1678"/>
                <a:gd name="T5" fmla="*/ 0 h 740"/>
                <a:gd name="T6" fmla="*/ 1262 w 1678"/>
                <a:gd name="T7" fmla="*/ 0 h 740"/>
                <a:gd name="T8" fmla="*/ 1678 w 1678"/>
                <a:gd name="T9" fmla="*/ 724 h 740"/>
                <a:gd name="T10" fmla="*/ 1651 w 1678"/>
                <a:gd name="T11" fmla="*/ 740 h 740"/>
                <a:gd name="T12" fmla="*/ 1243 w 1678"/>
                <a:gd name="T13" fmla="*/ 32 h 740"/>
                <a:gd name="T14" fmla="*/ 435 w 1678"/>
                <a:gd name="T15" fmla="*/ 32 h 740"/>
                <a:gd name="T16" fmla="*/ 27 w 1678"/>
                <a:gd name="T17" fmla="*/ 740 h 7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8" h="740">
                  <a:moveTo>
                    <a:pt x="27" y="740"/>
                  </a:moveTo>
                  <a:lnTo>
                    <a:pt x="0" y="724"/>
                  </a:lnTo>
                  <a:lnTo>
                    <a:pt x="416" y="0"/>
                  </a:lnTo>
                  <a:lnTo>
                    <a:pt x="1262" y="0"/>
                  </a:lnTo>
                  <a:lnTo>
                    <a:pt x="1678" y="724"/>
                  </a:lnTo>
                  <a:lnTo>
                    <a:pt x="1651" y="740"/>
                  </a:lnTo>
                  <a:lnTo>
                    <a:pt x="1243" y="32"/>
                  </a:lnTo>
                  <a:lnTo>
                    <a:pt x="435" y="32"/>
                  </a:lnTo>
                  <a:lnTo>
                    <a:pt x="27" y="740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01" name="Rectangle 291"/>
            <p:cNvSpPr>
              <a:spLocks noChangeArrowheads="1"/>
            </p:cNvSpPr>
            <p:nvPr/>
          </p:nvSpPr>
          <p:spPr bwMode="auto">
            <a:xfrm>
              <a:off x="6429697" y="3434294"/>
              <a:ext cx="660564" cy="25653"/>
            </a:xfrm>
            <a:prstGeom prst="rect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02" name="Oval 292"/>
            <p:cNvSpPr>
              <a:spLocks noChangeArrowheads="1"/>
            </p:cNvSpPr>
            <p:nvPr/>
          </p:nvSpPr>
          <p:spPr bwMode="auto">
            <a:xfrm>
              <a:off x="6027265" y="2802589"/>
              <a:ext cx="141091" cy="143497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03" name="Oval 293"/>
            <p:cNvSpPr>
              <a:spLocks noChangeArrowheads="1"/>
            </p:cNvSpPr>
            <p:nvPr/>
          </p:nvSpPr>
          <p:spPr bwMode="auto">
            <a:xfrm>
              <a:off x="7018113" y="2229405"/>
              <a:ext cx="142695" cy="141091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04" name="Freeform 294"/>
            <p:cNvSpPr/>
            <p:nvPr/>
          </p:nvSpPr>
          <p:spPr bwMode="auto">
            <a:xfrm>
              <a:off x="9062335" y="2849886"/>
              <a:ext cx="1347584" cy="592424"/>
            </a:xfrm>
            <a:custGeom>
              <a:avLst/>
              <a:gdLst>
                <a:gd name="T0" fmla="*/ 1652 w 1681"/>
                <a:gd name="T1" fmla="*/ 739 h 739"/>
                <a:gd name="T2" fmla="*/ 1244 w 1681"/>
                <a:gd name="T3" fmla="*/ 32 h 739"/>
                <a:gd name="T4" fmla="*/ 435 w 1681"/>
                <a:gd name="T5" fmla="*/ 32 h 739"/>
                <a:gd name="T6" fmla="*/ 27 w 1681"/>
                <a:gd name="T7" fmla="*/ 739 h 739"/>
                <a:gd name="T8" fmla="*/ 0 w 1681"/>
                <a:gd name="T9" fmla="*/ 723 h 739"/>
                <a:gd name="T10" fmla="*/ 416 w 1681"/>
                <a:gd name="T11" fmla="*/ 0 h 739"/>
                <a:gd name="T12" fmla="*/ 1262 w 1681"/>
                <a:gd name="T13" fmla="*/ 0 h 739"/>
                <a:gd name="T14" fmla="*/ 1681 w 1681"/>
                <a:gd name="T15" fmla="*/ 723 h 739"/>
                <a:gd name="T16" fmla="*/ 1652 w 1681"/>
                <a:gd name="T17" fmla="*/ 739 h 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81" h="739">
                  <a:moveTo>
                    <a:pt x="1652" y="739"/>
                  </a:moveTo>
                  <a:lnTo>
                    <a:pt x="1244" y="32"/>
                  </a:lnTo>
                  <a:lnTo>
                    <a:pt x="435" y="32"/>
                  </a:lnTo>
                  <a:lnTo>
                    <a:pt x="27" y="739"/>
                  </a:lnTo>
                  <a:lnTo>
                    <a:pt x="0" y="723"/>
                  </a:lnTo>
                  <a:lnTo>
                    <a:pt x="416" y="0"/>
                  </a:lnTo>
                  <a:lnTo>
                    <a:pt x="1262" y="0"/>
                  </a:lnTo>
                  <a:lnTo>
                    <a:pt x="1681" y="723"/>
                  </a:lnTo>
                  <a:lnTo>
                    <a:pt x="1652" y="739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05" name="Freeform 295"/>
            <p:cNvSpPr/>
            <p:nvPr/>
          </p:nvSpPr>
          <p:spPr bwMode="auto">
            <a:xfrm>
              <a:off x="9058327" y="5143425"/>
              <a:ext cx="1349187" cy="1166410"/>
            </a:xfrm>
            <a:custGeom>
              <a:avLst/>
              <a:gdLst>
                <a:gd name="T0" fmla="*/ 419 w 1683"/>
                <a:gd name="T1" fmla="*/ 1455 h 1455"/>
                <a:gd name="T2" fmla="*/ 0 w 1683"/>
                <a:gd name="T3" fmla="*/ 732 h 1455"/>
                <a:gd name="T4" fmla="*/ 421 w 1683"/>
                <a:gd name="T5" fmla="*/ 0 h 1455"/>
                <a:gd name="T6" fmla="*/ 1267 w 1683"/>
                <a:gd name="T7" fmla="*/ 0 h 1455"/>
                <a:gd name="T8" fmla="*/ 1683 w 1683"/>
                <a:gd name="T9" fmla="*/ 724 h 1455"/>
                <a:gd name="T10" fmla="*/ 1657 w 1683"/>
                <a:gd name="T11" fmla="*/ 740 h 1455"/>
                <a:gd name="T12" fmla="*/ 1249 w 1683"/>
                <a:gd name="T13" fmla="*/ 32 h 1455"/>
                <a:gd name="T14" fmla="*/ 440 w 1683"/>
                <a:gd name="T15" fmla="*/ 32 h 1455"/>
                <a:gd name="T16" fmla="*/ 37 w 1683"/>
                <a:gd name="T17" fmla="*/ 732 h 1455"/>
                <a:gd name="T18" fmla="*/ 445 w 1683"/>
                <a:gd name="T19" fmla="*/ 1439 h 1455"/>
                <a:gd name="T20" fmla="*/ 419 w 1683"/>
                <a:gd name="T21" fmla="*/ 1455 h 14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683" h="1455">
                  <a:moveTo>
                    <a:pt x="419" y="1455"/>
                  </a:moveTo>
                  <a:lnTo>
                    <a:pt x="0" y="732"/>
                  </a:lnTo>
                  <a:lnTo>
                    <a:pt x="421" y="0"/>
                  </a:lnTo>
                  <a:lnTo>
                    <a:pt x="1267" y="0"/>
                  </a:lnTo>
                  <a:lnTo>
                    <a:pt x="1683" y="724"/>
                  </a:lnTo>
                  <a:lnTo>
                    <a:pt x="1657" y="740"/>
                  </a:lnTo>
                  <a:lnTo>
                    <a:pt x="1249" y="32"/>
                  </a:lnTo>
                  <a:lnTo>
                    <a:pt x="440" y="32"/>
                  </a:lnTo>
                  <a:lnTo>
                    <a:pt x="37" y="732"/>
                  </a:lnTo>
                  <a:lnTo>
                    <a:pt x="445" y="1439"/>
                  </a:lnTo>
                  <a:lnTo>
                    <a:pt x="419" y="1455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06" name="Oval 296"/>
            <p:cNvSpPr>
              <a:spLocks noChangeArrowheads="1"/>
            </p:cNvSpPr>
            <p:nvPr/>
          </p:nvSpPr>
          <p:spPr bwMode="auto">
            <a:xfrm>
              <a:off x="9003013" y="5661294"/>
              <a:ext cx="141091" cy="143497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07" name="Oval 297"/>
            <p:cNvSpPr>
              <a:spLocks noChangeArrowheads="1"/>
            </p:cNvSpPr>
            <p:nvPr/>
          </p:nvSpPr>
          <p:spPr bwMode="auto">
            <a:xfrm>
              <a:off x="10326546" y="5661294"/>
              <a:ext cx="141091" cy="143497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08" name="Oval 298"/>
            <p:cNvSpPr>
              <a:spLocks noChangeArrowheads="1"/>
            </p:cNvSpPr>
            <p:nvPr/>
          </p:nvSpPr>
          <p:spPr bwMode="auto">
            <a:xfrm>
              <a:off x="9334096" y="5085705"/>
              <a:ext cx="143497" cy="143497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09" name="Oval 299"/>
            <p:cNvSpPr>
              <a:spLocks noChangeArrowheads="1"/>
            </p:cNvSpPr>
            <p:nvPr/>
          </p:nvSpPr>
          <p:spPr bwMode="auto">
            <a:xfrm>
              <a:off x="9334096" y="6230470"/>
              <a:ext cx="143497" cy="143497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10" name="Oval 300"/>
            <p:cNvSpPr>
              <a:spLocks noChangeArrowheads="1"/>
            </p:cNvSpPr>
            <p:nvPr/>
          </p:nvSpPr>
          <p:spPr bwMode="auto">
            <a:xfrm>
              <a:off x="9993058" y="5085705"/>
              <a:ext cx="143497" cy="143497"/>
            </a:xfrm>
            <a:prstGeom prst="ellipse">
              <a:avLst/>
            </a:pr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11" name="Freeform 301"/>
            <p:cNvSpPr/>
            <p:nvPr/>
          </p:nvSpPr>
          <p:spPr bwMode="auto">
            <a:xfrm>
              <a:off x="10054785" y="4579059"/>
              <a:ext cx="355134" cy="588416"/>
            </a:xfrm>
            <a:custGeom>
              <a:avLst/>
              <a:gdLst>
                <a:gd name="T0" fmla="*/ 30 w 443"/>
                <a:gd name="T1" fmla="*/ 734 h 734"/>
                <a:gd name="T2" fmla="*/ 0 w 443"/>
                <a:gd name="T3" fmla="*/ 718 h 734"/>
                <a:gd name="T4" fmla="*/ 414 w 443"/>
                <a:gd name="T5" fmla="*/ 0 h 734"/>
                <a:gd name="T6" fmla="*/ 443 w 443"/>
                <a:gd name="T7" fmla="*/ 16 h 734"/>
                <a:gd name="T8" fmla="*/ 30 w 443"/>
                <a:gd name="T9" fmla="*/ 734 h 7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3" h="734">
                  <a:moveTo>
                    <a:pt x="30" y="734"/>
                  </a:moveTo>
                  <a:lnTo>
                    <a:pt x="0" y="718"/>
                  </a:lnTo>
                  <a:lnTo>
                    <a:pt x="414" y="0"/>
                  </a:lnTo>
                  <a:lnTo>
                    <a:pt x="443" y="16"/>
                  </a:lnTo>
                  <a:lnTo>
                    <a:pt x="30" y="734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12" name="Freeform 302"/>
            <p:cNvSpPr/>
            <p:nvPr/>
          </p:nvSpPr>
          <p:spPr bwMode="auto">
            <a:xfrm>
              <a:off x="9058327" y="3998660"/>
              <a:ext cx="1009285" cy="1168815"/>
            </a:xfrm>
            <a:custGeom>
              <a:avLst/>
              <a:gdLst>
                <a:gd name="T0" fmla="*/ 419 w 1259"/>
                <a:gd name="T1" fmla="*/ 1458 h 1458"/>
                <a:gd name="T2" fmla="*/ 0 w 1259"/>
                <a:gd name="T3" fmla="*/ 732 h 1458"/>
                <a:gd name="T4" fmla="*/ 421 w 1259"/>
                <a:gd name="T5" fmla="*/ 0 h 1458"/>
                <a:gd name="T6" fmla="*/ 1259 w 1259"/>
                <a:gd name="T7" fmla="*/ 0 h 1458"/>
                <a:gd name="T8" fmla="*/ 1259 w 1259"/>
                <a:gd name="T9" fmla="*/ 32 h 1458"/>
                <a:gd name="T10" fmla="*/ 440 w 1259"/>
                <a:gd name="T11" fmla="*/ 32 h 1458"/>
                <a:gd name="T12" fmla="*/ 37 w 1259"/>
                <a:gd name="T13" fmla="*/ 732 h 1458"/>
                <a:gd name="T14" fmla="*/ 445 w 1259"/>
                <a:gd name="T15" fmla="*/ 1442 h 1458"/>
                <a:gd name="T16" fmla="*/ 419 w 1259"/>
                <a:gd name="T17" fmla="*/ 1458 h 14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9" h="1458">
                  <a:moveTo>
                    <a:pt x="419" y="1458"/>
                  </a:moveTo>
                  <a:lnTo>
                    <a:pt x="0" y="732"/>
                  </a:lnTo>
                  <a:lnTo>
                    <a:pt x="421" y="0"/>
                  </a:lnTo>
                  <a:lnTo>
                    <a:pt x="1259" y="0"/>
                  </a:lnTo>
                  <a:lnTo>
                    <a:pt x="1259" y="32"/>
                  </a:lnTo>
                  <a:lnTo>
                    <a:pt x="440" y="32"/>
                  </a:lnTo>
                  <a:lnTo>
                    <a:pt x="37" y="732"/>
                  </a:lnTo>
                  <a:lnTo>
                    <a:pt x="445" y="1442"/>
                  </a:lnTo>
                  <a:lnTo>
                    <a:pt x="419" y="1458"/>
                  </a:lnTo>
                  <a:close/>
                </a:path>
              </a:pathLst>
            </a:custGeom>
            <a:solidFill>
              <a:srgbClr val="1CB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13" name="Freeform 304"/>
            <p:cNvSpPr/>
            <p:nvPr/>
          </p:nvSpPr>
          <p:spPr bwMode="auto">
            <a:xfrm>
              <a:off x="9999471" y="4625555"/>
              <a:ext cx="2192529" cy="2221389"/>
            </a:xfrm>
            <a:custGeom>
              <a:avLst/>
              <a:gdLst>
                <a:gd name="T0" fmla="*/ 2735 w 2735"/>
                <a:gd name="T1" fmla="*/ 0 h 2771"/>
                <a:gd name="T2" fmla="*/ 1598 w 2735"/>
                <a:gd name="T3" fmla="*/ 0 h 2771"/>
                <a:gd name="T4" fmla="*/ 0 w 2735"/>
                <a:gd name="T5" fmla="*/ 2771 h 2771"/>
                <a:gd name="T6" fmla="*/ 2735 w 2735"/>
                <a:gd name="T7" fmla="*/ 2771 h 2771"/>
                <a:gd name="T8" fmla="*/ 2735 w 2735"/>
                <a:gd name="T9" fmla="*/ 0 h 27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35" h="2771">
                  <a:moveTo>
                    <a:pt x="2735" y="0"/>
                  </a:moveTo>
                  <a:lnTo>
                    <a:pt x="1598" y="0"/>
                  </a:lnTo>
                  <a:lnTo>
                    <a:pt x="0" y="2771"/>
                  </a:lnTo>
                  <a:lnTo>
                    <a:pt x="2735" y="2771"/>
                  </a:lnTo>
                  <a:lnTo>
                    <a:pt x="273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</p:grpSp>
      <p:sp>
        <p:nvSpPr>
          <p:cNvPr id="4" name="矩形 3">
            <a:extLst>
              <a:ext uri="{FF2B5EF4-FFF2-40B4-BE49-F238E27FC236}">
                <a16:creationId xmlns:a16="http://schemas.microsoft.com/office/drawing/2014/main" id="{F1487EC9-B5E3-B58D-DC3B-A7C02A933E22}"/>
              </a:ext>
            </a:extLst>
          </p:cNvPr>
          <p:cNvSpPr/>
          <p:nvPr/>
        </p:nvSpPr>
        <p:spPr>
          <a:xfrm>
            <a:off x="4076129" y="5725710"/>
            <a:ext cx="3708971" cy="8637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7D7CC0D5-2977-E5B7-75AD-252A7ABAA7C8}"/>
              </a:ext>
            </a:extLst>
          </p:cNvPr>
          <p:cNvGrpSpPr/>
          <p:nvPr/>
        </p:nvGrpSpPr>
        <p:grpSpPr>
          <a:xfrm>
            <a:off x="4291621" y="5713362"/>
            <a:ext cx="3493479" cy="719511"/>
            <a:chOff x="770934" y="401291"/>
            <a:chExt cx="4963738" cy="1032466"/>
          </a:xfrm>
        </p:grpSpPr>
        <p:pic>
          <p:nvPicPr>
            <p:cNvPr id="14" name="图片 13" descr="图片包含 徽标&#10;&#10;描述已自动生成">
              <a:extLst>
                <a:ext uri="{FF2B5EF4-FFF2-40B4-BE49-F238E27FC236}">
                  <a16:creationId xmlns:a16="http://schemas.microsoft.com/office/drawing/2014/main" id="{C35C3D7E-AF6A-F9D9-DD86-9C7BAFF622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4" y="401291"/>
              <a:ext cx="1032466" cy="1032466"/>
            </a:xfrm>
            <a:prstGeom prst="rect">
              <a:avLst/>
            </a:prstGeom>
          </p:spPr>
        </p:pic>
        <p:pic>
          <p:nvPicPr>
            <p:cNvPr id="15" name="图片 14" descr="图片包含 文本&#10;&#10;描述已自动生成">
              <a:extLst>
                <a:ext uri="{FF2B5EF4-FFF2-40B4-BE49-F238E27FC236}">
                  <a16:creationId xmlns:a16="http://schemas.microsoft.com/office/drawing/2014/main" id="{4FF90A05-28A9-1BDE-DBC3-C652EB01580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006" t="14764" r="2079" b="16473"/>
            <a:stretch/>
          </p:blipFill>
          <p:spPr>
            <a:xfrm>
              <a:off x="1990134" y="536331"/>
              <a:ext cx="3744538" cy="762386"/>
            </a:xfrm>
            <a:prstGeom prst="rect">
              <a:avLst/>
            </a:prstGeom>
          </p:spPr>
        </p:pic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0D541D25-07ED-E442-6DD4-F56AF1DEA763}"/>
              </a:ext>
            </a:extLst>
          </p:cNvPr>
          <p:cNvSpPr/>
          <p:nvPr/>
        </p:nvSpPr>
        <p:spPr>
          <a:xfrm>
            <a:off x="1279053" y="967954"/>
            <a:ext cx="3267182" cy="9554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5108525-68C5-A621-A5B5-28803916D7EE}"/>
              </a:ext>
            </a:extLst>
          </p:cNvPr>
          <p:cNvSpPr/>
          <p:nvPr/>
        </p:nvSpPr>
        <p:spPr>
          <a:xfrm>
            <a:off x="5096141" y="1341371"/>
            <a:ext cx="199971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第六章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021008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0ACB1-5270-5DCD-0813-51BBF1304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EF8681DD-1287-2EF6-9BD4-FFE5472567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009" t="19435" r="23092" b="19322"/>
          <a:stretch>
            <a:fillRect/>
          </a:stretch>
        </p:blipFill>
        <p:spPr>
          <a:xfrm>
            <a:off x="108488" y="1157467"/>
            <a:ext cx="9847174" cy="4923587"/>
          </a:xfrm>
          <a:prstGeom prst="rect">
            <a:avLst/>
          </a:prstGeom>
        </p:spPr>
      </p:pic>
      <p:sp>
        <p:nvSpPr>
          <p:cNvPr id="7" name="文本占位符 1">
            <a:extLst>
              <a:ext uri="{FF2B5EF4-FFF2-40B4-BE49-F238E27FC236}">
                <a16:creationId xmlns:a16="http://schemas.microsoft.com/office/drawing/2014/main" id="{C486E37F-1661-7550-BAF8-1C8B7D9C1B2E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32817" y="29664"/>
            <a:ext cx="11226426" cy="67146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1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、</a:t>
            </a: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Double click the mouse to open the software MobaXterm_Personal_22.0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C4E562A-4190-E789-705F-74A0B44F173D}"/>
              </a:ext>
            </a:extLst>
          </p:cNvPr>
          <p:cNvSpPr/>
          <p:nvPr/>
        </p:nvSpPr>
        <p:spPr>
          <a:xfrm>
            <a:off x="10729732" y="1157467"/>
            <a:ext cx="902825" cy="864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F29022C-079B-0794-B12A-EF95753B6F3B}"/>
              </a:ext>
            </a:extLst>
          </p:cNvPr>
          <p:cNvSpPr/>
          <p:nvPr/>
        </p:nvSpPr>
        <p:spPr>
          <a:xfrm>
            <a:off x="2041902" y="3857934"/>
            <a:ext cx="2421610" cy="394941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6D5626E-AE2E-F441-D08D-B9FEB9FB1FB1}"/>
              </a:ext>
            </a:extLst>
          </p:cNvPr>
          <p:cNvSpPr txBox="1"/>
          <p:nvPr/>
        </p:nvSpPr>
        <p:spPr>
          <a:xfrm>
            <a:off x="1809428" y="546923"/>
            <a:ext cx="60985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061098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049B4-D9BF-328C-8751-7D99BA07E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7D949372-2B17-A0A5-E1DE-F2B588B127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634" y="623094"/>
            <a:ext cx="10972800" cy="6172200"/>
          </a:xfrm>
          <a:prstGeom prst="rect">
            <a:avLst/>
          </a:prstGeom>
        </p:spPr>
      </p:pic>
      <p:sp>
        <p:nvSpPr>
          <p:cNvPr id="7" name="文本占位符 1">
            <a:extLst>
              <a:ext uri="{FF2B5EF4-FFF2-40B4-BE49-F238E27FC236}">
                <a16:creationId xmlns:a16="http://schemas.microsoft.com/office/drawing/2014/main" id="{35FFF078-3E11-4E4D-82BB-D7B6DFC8D366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265634" y="47623"/>
            <a:ext cx="10707166" cy="6714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2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、</a:t>
            </a: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Log in the account on the software MobaXterm_Personal_22.0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B503E17-6105-FA82-204D-181E662A44D6}"/>
              </a:ext>
            </a:extLst>
          </p:cNvPr>
          <p:cNvSpPr/>
          <p:nvPr/>
        </p:nvSpPr>
        <p:spPr>
          <a:xfrm>
            <a:off x="10729732" y="1157467"/>
            <a:ext cx="902825" cy="864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C07EB83-BC5E-9115-27C4-6CEAC52D6950}"/>
              </a:ext>
            </a:extLst>
          </p:cNvPr>
          <p:cNvSpPr/>
          <p:nvPr/>
        </p:nvSpPr>
        <p:spPr>
          <a:xfrm>
            <a:off x="755543" y="750878"/>
            <a:ext cx="1332854" cy="406589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6966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extLst>
              <a:ext uri="{FF2B5EF4-FFF2-40B4-BE49-F238E27FC236}">
                <a16:creationId xmlns:a16="http://schemas.microsoft.com/office/drawing/2014/main" id="{BD7BE495-937E-8DB0-5492-742D836928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782" y="1793614"/>
            <a:ext cx="8855611" cy="4981281"/>
          </a:xfrm>
          <a:prstGeom prst="rect">
            <a:avLst/>
          </a:prstGeom>
        </p:spPr>
      </p:pic>
      <p:sp>
        <p:nvSpPr>
          <p:cNvPr id="7" name="文本占位符 1"/>
          <p:cNvSpPr>
            <a:spLocks noGrp="1"/>
          </p:cNvSpPr>
          <p:nvPr>
            <p:ph type="body" sz="quarter" idx="4294967295"/>
          </p:nvPr>
        </p:nvSpPr>
        <p:spPr>
          <a:xfrm>
            <a:off x="265633" y="-26404"/>
            <a:ext cx="11235123" cy="671465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3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、</a:t>
            </a: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Fill in the IP, port and username on the software Mobaxterm_personal_22.0, and click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0C82429-2BC5-B3FA-F273-4139C3E90960}"/>
              </a:ext>
            </a:extLst>
          </p:cNvPr>
          <p:cNvSpPr/>
          <p:nvPr/>
        </p:nvSpPr>
        <p:spPr>
          <a:xfrm>
            <a:off x="10729732" y="1157467"/>
            <a:ext cx="902825" cy="864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E70EADB-AB60-D1E7-68C6-2EDD1A8092DB}"/>
              </a:ext>
            </a:extLst>
          </p:cNvPr>
          <p:cNvSpPr/>
          <p:nvPr/>
        </p:nvSpPr>
        <p:spPr>
          <a:xfrm>
            <a:off x="2774197" y="2471457"/>
            <a:ext cx="430078" cy="597207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85D9695-57DE-1148-A868-733A352749AC}"/>
              </a:ext>
            </a:extLst>
          </p:cNvPr>
          <p:cNvSpPr/>
          <p:nvPr/>
        </p:nvSpPr>
        <p:spPr>
          <a:xfrm>
            <a:off x="2774197" y="3316637"/>
            <a:ext cx="5718874" cy="429871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19452B8-3A4F-195E-20EF-F4A04DA03057}"/>
              </a:ext>
            </a:extLst>
          </p:cNvPr>
          <p:cNvSpPr txBox="1"/>
          <p:nvPr/>
        </p:nvSpPr>
        <p:spPr>
          <a:xfrm>
            <a:off x="3717011" y="557302"/>
            <a:ext cx="60985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/>
              <a:t>IP</a:t>
            </a:r>
            <a:r>
              <a:rPr lang="zh-CN" altLang="en-US" sz="1800" b="1" dirty="0"/>
              <a:t>：</a:t>
            </a:r>
            <a:endParaRPr lang="en-US" altLang="zh-CN" sz="1800" b="1" dirty="0"/>
          </a:p>
          <a:p>
            <a:r>
              <a:rPr lang="en-US" altLang="zh-CN" sz="1800" b="1" dirty="0"/>
              <a:t>Port </a:t>
            </a:r>
            <a:r>
              <a:rPr lang="zh-CN" altLang="en-US" sz="1800" b="1" dirty="0"/>
              <a:t>：</a:t>
            </a:r>
            <a:endParaRPr lang="en-US" altLang="zh-CN" sz="1800" b="1" dirty="0"/>
          </a:p>
          <a:p>
            <a:r>
              <a:rPr lang="en-US" altLang="zh-CN" sz="1800" b="1" dirty="0"/>
              <a:t>username</a:t>
            </a:r>
            <a:r>
              <a:rPr lang="zh-CN" altLang="en-US" sz="1800" b="1" dirty="0"/>
              <a:t>：</a:t>
            </a:r>
            <a:endParaRPr lang="en-US" altLang="zh-CN" sz="1800" b="1" dirty="0"/>
          </a:p>
          <a:p>
            <a:r>
              <a:rPr lang="en-US" altLang="zh-CN" sz="1800" b="1" dirty="0"/>
              <a:t>Password</a:t>
            </a:r>
            <a:r>
              <a:rPr lang="zh-CN" altLang="en-US" sz="1800" b="1" dirty="0"/>
              <a:t>：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CE5D884-FD95-FDD3-682B-835596C5E380}"/>
              </a:ext>
            </a:extLst>
          </p:cNvPr>
          <p:cNvSpPr/>
          <p:nvPr/>
        </p:nvSpPr>
        <p:spPr>
          <a:xfrm>
            <a:off x="4879383" y="5703491"/>
            <a:ext cx="669010" cy="597207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6842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E9C44-8A51-6938-6925-B8480B5D8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D94E9448-D966-E5E1-9907-F507A15858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341" y="1585718"/>
            <a:ext cx="8755252" cy="4924829"/>
          </a:xfrm>
          <a:prstGeom prst="rect">
            <a:avLst/>
          </a:prstGeom>
        </p:spPr>
      </p:pic>
      <p:sp>
        <p:nvSpPr>
          <p:cNvPr id="7" name="文本占位符 1">
            <a:extLst>
              <a:ext uri="{FF2B5EF4-FFF2-40B4-BE49-F238E27FC236}">
                <a16:creationId xmlns:a16="http://schemas.microsoft.com/office/drawing/2014/main" id="{4D316869-8A04-A07B-1C12-6592E48A9F0E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-664029" y="-28206"/>
            <a:ext cx="12365485" cy="671465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4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、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Write the password on the software mobaxterm_personal_22.0, </a:t>
            </a:r>
          </a:p>
          <a:p>
            <a:pPr marL="0" indent="0" algn="ctr"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that is, copy the password, right-click and paste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9843D82-1DB1-08CF-6398-CEA086218542}"/>
              </a:ext>
            </a:extLst>
          </p:cNvPr>
          <p:cNvSpPr/>
          <p:nvPr/>
        </p:nvSpPr>
        <p:spPr>
          <a:xfrm>
            <a:off x="10729732" y="1157467"/>
            <a:ext cx="902825" cy="864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29D511B-930C-FBE7-9059-A752DC3349A6}"/>
              </a:ext>
            </a:extLst>
          </p:cNvPr>
          <p:cNvSpPr/>
          <p:nvPr/>
        </p:nvSpPr>
        <p:spPr>
          <a:xfrm>
            <a:off x="7284202" y="2884726"/>
            <a:ext cx="2133601" cy="214935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C7A0DFF-A2D5-470A-8ED7-5E6BF503F48A}"/>
              </a:ext>
            </a:extLst>
          </p:cNvPr>
          <p:cNvSpPr txBox="1"/>
          <p:nvPr/>
        </p:nvSpPr>
        <p:spPr>
          <a:xfrm>
            <a:off x="3717011" y="557302"/>
            <a:ext cx="60985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/>
              <a:t>IP</a:t>
            </a:r>
            <a:r>
              <a:rPr lang="zh-CN" altLang="en-US" sz="1800" b="1" dirty="0"/>
              <a:t>：</a:t>
            </a:r>
            <a:endParaRPr lang="en-US" altLang="zh-CN" sz="1800" b="1" dirty="0"/>
          </a:p>
          <a:p>
            <a:r>
              <a:rPr lang="en-US" altLang="zh-CN" sz="1800" b="1" dirty="0"/>
              <a:t>Port </a:t>
            </a:r>
            <a:r>
              <a:rPr lang="zh-CN" altLang="en-US" sz="1800" b="1" dirty="0"/>
              <a:t>：</a:t>
            </a:r>
            <a:endParaRPr lang="en-US" altLang="zh-CN" sz="1800" b="1" dirty="0"/>
          </a:p>
          <a:p>
            <a:r>
              <a:rPr lang="en-US" altLang="zh-CN" sz="1800" b="1" dirty="0"/>
              <a:t>username</a:t>
            </a:r>
            <a:r>
              <a:rPr lang="zh-CN" altLang="en-US" sz="1800" b="1" dirty="0"/>
              <a:t>：</a:t>
            </a:r>
            <a:endParaRPr lang="en-US" altLang="zh-CN" sz="1800" b="1" dirty="0"/>
          </a:p>
          <a:p>
            <a:r>
              <a:rPr lang="en-US" altLang="zh-CN" sz="1800" b="1" dirty="0"/>
              <a:t>Password</a:t>
            </a:r>
            <a:r>
              <a:rPr lang="zh-CN" altLang="en-US" sz="1800" b="1" dirty="0"/>
              <a:t>：</a:t>
            </a:r>
          </a:p>
        </p:txBody>
      </p:sp>
    </p:spTree>
    <p:extLst>
      <p:ext uri="{BB962C8B-B14F-4D97-AF65-F5344CB8AC3E}">
        <p14:creationId xmlns:p14="http://schemas.microsoft.com/office/powerpoint/2010/main" val="1859362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47964-3D87-A433-D04E-BF2DE3AE6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">
            <a:extLst>
              <a:ext uri="{FF2B5EF4-FFF2-40B4-BE49-F238E27FC236}">
                <a16:creationId xmlns:a16="http://schemas.microsoft.com/office/drawing/2014/main" id="{E2350194-DC93-0C09-C378-A9F919CB80ED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-160149" y="47623"/>
            <a:ext cx="12352149" cy="823575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altLang="zh-CN" sz="2200" b="1" dirty="0">
                <a:solidFill>
                  <a:schemeClr val="bg1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5</a:t>
            </a:r>
            <a:r>
              <a:rPr lang="zh-CN" altLang="en-US" sz="2200" b="1" dirty="0">
                <a:solidFill>
                  <a:schemeClr val="bg1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、</a:t>
            </a:r>
            <a:r>
              <a:rPr lang="en-US" altLang="zh-CN" sz="2200" b="1" dirty="0">
                <a:solidFill>
                  <a:schemeClr val="bg1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Copy the password, and click Yes</a:t>
            </a:r>
            <a:endParaRPr lang="zh-CN" altLang="en-US" sz="2200" b="1" dirty="0">
              <a:solidFill>
                <a:srgbClr val="FF0000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50923E7-7DBA-5A03-BA8B-BDA162A41678}"/>
              </a:ext>
            </a:extLst>
          </p:cNvPr>
          <p:cNvSpPr/>
          <p:nvPr/>
        </p:nvSpPr>
        <p:spPr>
          <a:xfrm>
            <a:off x="10729732" y="1157467"/>
            <a:ext cx="902825" cy="864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58025B8-0ACE-AA40-B5A6-35149773F9B3}"/>
              </a:ext>
            </a:extLst>
          </p:cNvPr>
          <p:cNvSpPr/>
          <p:nvPr/>
        </p:nvSpPr>
        <p:spPr>
          <a:xfrm>
            <a:off x="755543" y="750878"/>
            <a:ext cx="1332854" cy="406589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031393D-7C1A-0DAC-AE1C-C121F20E5871}"/>
              </a:ext>
            </a:extLst>
          </p:cNvPr>
          <p:cNvSpPr/>
          <p:nvPr/>
        </p:nvSpPr>
        <p:spPr>
          <a:xfrm>
            <a:off x="1592699" y="3704540"/>
            <a:ext cx="1332854" cy="543681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F0EB225-5AA2-4769-2958-F7251EBF0D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771" y="648556"/>
            <a:ext cx="11436457" cy="6433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232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5BE38-559B-89BF-3F35-BA05CBA92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5E864D2-D027-5F68-E6CB-D1BC97EF08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14350"/>
            <a:ext cx="11277600" cy="6343650"/>
          </a:xfrm>
          <a:prstGeom prst="rect">
            <a:avLst/>
          </a:prstGeom>
        </p:spPr>
      </p:pic>
      <p:sp>
        <p:nvSpPr>
          <p:cNvPr id="7" name="文本占位符 1">
            <a:extLst>
              <a:ext uri="{FF2B5EF4-FFF2-40B4-BE49-F238E27FC236}">
                <a16:creationId xmlns:a16="http://schemas.microsoft.com/office/drawing/2014/main" id="{375BE70B-95B2-6746-70E7-614D10ACE68F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-1" y="47623"/>
            <a:ext cx="12352149" cy="8235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    6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、</a:t>
            </a: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Login succeeded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E2F7FBF-0DA4-BA29-0942-407A99369ADA}"/>
              </a:ext>
            </a:extLst>
          </p:cNvPr>
          <p:cNvSpPr/>
          <p:nvPr/>
        </p:nvSpPr>
        <p:spPr>
          <a:xfrm>
            <a:off x="10729732" y="1157467"/>
            <a:ext cx="902825" cy="864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265F295-494A-F243-E530-4CE4A167493D}"/>
              </a:ext>
            </a:extLst>
          </p:cNvPr>
          <p:cNvSpPr/>
          <p:nvPr/>
        </p:nvSpPr>
        <p:spPr>
          <a:xfrm>
            <a:off x="5886772" y="5153867"/>
            <a:ext cx="1815885" cy="823574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823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B747B-1C14-C30C-71E5-36B52FEA1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7C9ABFE-D0DC-6BEC-2231-594C1FC83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948" y="520532"/>
            <a:ext cx="11266609" cy="6337468"/>
          </a:xfrm>
          <a:prstGeom prst="rect">
            <a:avLst/>
          </a:prstGeom>
        </p:spPr>
      </p:pic>
      <p:sp>
        <p:nvSpPr>
          <p:cNvPr id="7" name="文本占位符 1">
            <a:extLst>
              <a:ext uri="{FF2B5EF4-FFF2-40B4-BE49-F238E27FC236}">
                <a16:creationId xmlns:a16="http://schemas.microsoft.com/office/drawing/2014/main" id="{796C6DDE-9C8E-67F4-E6FD-C2AEBDA4C158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59443" y="0"/>
            <a:ext cx="10707166" cy="67146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8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、</a:t>
            </a: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Go to the file directory and view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:</a:t>
            </a: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 cd /ifs1/User/</a:t>
            </a:r>
            <a:r>
              <a:rPr lang="en-US" altLang="zh-CN" b="1" dirty="0" err="1">
                <a:solidFill>
                  <a:schemeClr val="bg1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mgq_st</a:t>
            </a: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/test2_hebing/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A7C2BCC-1A37-1A74-2A96-725C5CD034AA}"/>
              </a:ext>
            </a:extLst>
          </p:cNvPr>
          <p:cNvSpPr/>
          <p:nvPr/>
        </p:nvSpPr>
        <p:spPr>
          <a:xfrm>
            <a:off x="10729732" y="1157467"/>
            <a:ext cx="902825" cy="864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866BB2B-B73A-7B6F-3923-80BFBDFD92C8}"/>
              </a:ext>
            </a:extLst>
          </p:cNvPr>
          <p:cNvSpPr/>
          <p:nvPr/>
        </p:nvSpPr>
        <p:spPr>
          <a:xfrm>
            <a:off x="5842170" y="5784112"/>
            <a:ext cx="3929150" cy="419176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19746AB-0F32-B867-CAD7-E209ECC3BBC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4128"/>
          <a:stretch>
            <a:fillRect/>
          </a:stretch>
        </p:blipFill>
        <p:spPr>
          <a:xfrm>
            <a:off x="4857285" y="671465"/>
            <a:ext cx="55927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246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02556-5790-5DCA-D17B-EB493D591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0805BCF-D923-9B87-9652-4FA9486847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207" y="1108759"/>
            <a:ext cx="10220873" cy="5749241"/>
          </a:xfrm>
          <a:prstGeom prst="rect">
            <a:avLst/>
          </a:prstGeom>
        </p:spPr>
      </p:pic>
      <p:sp>
        <p:nvSpPr>
          <p:cNvPr id="7" name="文本占位符 1">
            <a:extLst>
              <a:ext uri="{FF2B5EF4-FFF2-40B4-BE49-F238E27FC236}">
                <a16:creationId xmlns:a16="http://schemas.microsoft.com/office/drawing/2014/main" id="{D9DDD326-49FA-7198-C4BA-7CB24D0F4165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-203506" y="-44144"/>
            <a:ext cx="11652562" cy="671465"/>
          </a:xfrm>
        </p:spPr>
        <p:txBody>
          <a:bodyPr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9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、</a:t>
            </a: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Copy the files to be run to the file directory.</a:t>
            </a:r>
          </a:p>
          <a:p>
            <a:pPr marL="0" indent="0" algn="ctr">
              <a:buNone/>
            </a:pP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That is, after copying and pasting the code, press enter.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AA445FC-5063-D0EB-9668-4D0828515E30}"/>
              </a:ext>
            </a:extLst>
          </p:cNvPr>
          <p:cNvSpPr/>
          <p:nvPr/>
        </p:nvSpPr>
        <p:spPr>
          <a:xfrm>
            <a:off x="10729732" y="1157467"/>
            <a:ext cx="902825" cy="864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2DC2DEC-83E0-8D93-29C1-0C79C536D450}"/>
              </a:ext>
            </a:extLst>
          </p:cNvPr>
          <p:cNvSpPr txBox="1"/>
          <p:nvPr/>
        </p:nvSpPr>
        <p:spPr>
          <a:xfrm>
            <a:off x="1157207" y="729800"/>
            <a:ext cx="9349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Code</a:t>
            </a:r>
            <a:r>
              <a:rPr lang="zh-CN" altLang="en-US" dirty="0"/>
              <a:t>：</a:t>
            </a:r>
            <a:r>
              <a:rPr lang="en-US" altLang="zh-CN" dirty="0"/>
              <a:t>cp -rf /ifs1/User/</a:t>
            </a:r>
            <a:r>
              <a:rPr lang="en-US" altLang="zh-CN" dirty="0" err="1"/>
              <a:t>mgq_st</a:t>
            </a:r>
            <a:r>
              <a:rPr lang="en-US" altLang="zh-CN" dirty="0"/>
              <a:t>/test2_hebing_v1/*.fastq.gz  /ifs1/User/</a:t>
            </a:r>
            <a:r>
              <a:rPr lang="en-US" altLang="zh-CN" dirty="0" err="1"/>
              <a:t>mgq_st</a:t>
            </a:r>
            <a:r>
              <a:rPr lang="en-US" altLang="zh-CN" dirty="0"/>
              <a:t>/test2_hebing/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0A675E7-C579-A3D3-E26A-6F2E04F82B23}"/>
              </a:ext>
            </a:extLst>
          </p:cNvPr>
          <p:cNvSpPr/>
          <p:nvPr/>
        </p:nvSpPr>
        <p:spPr>
          <a:xfrm>
            <a:off x="1599780" y="2934586"/>
            <a:ext cx="817955" cy="568032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19D78B5-DFAC-0899-A562-0E56D7FB3FF8}"/>
              </a:ext>
            </a:extLst>
          </p:cNvPr>
          <p:cNvSpPr/>
          <p:nvPr/>
        </p:nvSpPr>
        <p:spPr>
          <a:xfrm>
            <a:off x="6177517" y="5837274"/>
            <a:ext cx="4965404" cy="393405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2989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6921B-E493-0A39-90E9-72CDFE09E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">
            <a:extLst>
              <a:ext uri="{FF2B5EF4-FFF2-40B4-BE49-F238E27FC236}">
                <a16:creationId xmlns:a16="http://schemas.microsoft.com/office/drawing/2014/main" id="{89321C5C-0A11-E9AD-A590-4770A12FA4FA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2469109" y="-59873"/>
            <a:ext cx="11652562" cy="729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600" b="1" dirty="0">
                <a:solidFill>
                  <a:schemeClr val="bg1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9</a:t>
            </a:r>
            <a:r>
              <a:rPr lang="zh-CN" altLang="en-US" sz="1600" b="1" dirty="0">
                <a:solidFill>
                  <a:schemeClr val="bg1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、</a:t>
            </a:r>
            <a:r>
              <a:rPr lang="en-US" altLang="zh-CN" sz="1600" b="1" dirty="0">
                <a:solidFill>
                  <a:schemeClr val="bg1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Copy the files to be run to the file directory,</a:t>
            </a:r>
          </a:p>
          <a:p>
            <a:pPr marL="0" indent="0">
              <a:buNone/>
            </a:pPr>
            <a:r>
              <a:rPr lang="en-US" altLang="zh-CN" sz="1600" b="1" dirty="0">
                <a:solidFill>
                  <a:schemeClr val="bg1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That is, after copying and pasting the code, press enter. The effect is as follows:</a:t>
            </a:r>
            <a:endParaRPr lang="zh-CN" altLang="en-US" sz="1600" b="1" dirty="0">
              <a:solidFill>
                <a:schemeClr val="bg1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F1F9F0C-BB1C-D032-56E3-E5C82FEF070B}"/>
              </a:ext>
            </a:extLst>
          </p:cNvPr>
          <p:cNvSpPr/>
          <p:nvPr/>
        </p:nvSpPr>
        <p:spPr>
          <a:xfrm>
            <a:off x="10729732" y="1157467"/>
            <a:ext cx="902825" cy="864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5129C5D-4CDF-026F-1810-E50AFF810A79}"/>
              </a:ext>
            </a:extLst>
          </p:cNvPr>
          <p:cNvSpPr txBox="1"/>
          <p:nvPr/>
        </p:nvSpPr>
        <p:spPr>
          <a:xfrm>
            <a:off x="1157207" y="729800"/>
            <a:ext cx="93490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Code</a:t>
            </a:r>
            <a:r>
              <a:rPr lang="zh-CN" altLang="en-US" dirty="0"/>
              <a:t>：</a:t>
            </a:r>
            <a:r>
              <a:rPr lang="en-US" altLang="zh-CN" dirty="0"/>
              <a:t>cp -rf /ifs1/User/</a:t>
            </a:r>
            <a:r>
              <a:rPr lang="en-US" altLang="zh-CN" dirty="0" err="1"/>
              <a:t>mgq_st</a:t>
            </a:r>
            <a:r>
              <a:rPr lang="en-US" altLang="zh-CN" dirty="0"/>
              <a:t>/test2_hebing_v1/*.fastq.gz  /ifs1/User/</a:t>
            </a:r>
            <a:r>
              <a:rPr lang="en-US" altLang="zh-CN" dirty="0" err="1"/>
              <a:t>mgq_st</a:t>
            </a:r>
            <a:r>
              <a:rPr lang="en-US" altLang="zh-CN" dirty="0"/>
              <a:t>/test2_hebing/</a:t>
            </a:r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689EA95-4168-6E15-D8EE-1D7D2BA3EA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847" y="1157467"/>
            <a:ext cx="9942622" cy="5592725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7509358B-9C5C-9373-1681-DBB90864933F}"/>
              </a:ext>
            </a:extLst>
          </p:cNvPr>
          <p:cNvSpPr/>
          <p:nvPr/>
        </p:nvSpPr>
        <p:spPr>
          <a:xfrm>
            <a:off x="5682227" y="5679267"/>
            <a:ext cx="5139241" cy="562044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771EA5C-04D3-A9AA-BB2C-986700098F3D}"/>
              </a:ext>
            </a:extLst>
          </p:cNvPr>
          <p:cNvSpPr/>
          <p:nvPr/>
        </p:nvSpPr>
        <p:spPr>
          <a:xfrm>
            <a:off x="1157207" y="2870791"/>
            <a:ext cx="1102544" cy="2808476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43046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62ED7-6B26-A513-96BF-6F0216BFA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">
            <a:extLst>
              <a:ext uri="{FF2B5EF4-FFF2-40B4-BE49-F238E27FC236}">
                <a16:creationId xmlns:a16="http://schemas.microsoft.com/office/drawing/2014/main" id="{FAF7EEFB-5EB3-332F-6BF3-ECA6E14FA087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2259750" y="-38847"/>
            <a:ext cx="11652562" cy="729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  </a:t>
            </a: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10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、</a:t>
            </a: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Create 2 sample name lists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9AF87A8-3A9A-A46D-0976-761A62A9C1AF}"/>
              </a:ext>
            </a:extLst>
          </p:cNvPr>
          <p:cNvSpPr/>
          <p:nvPr/>
        </p:nvSpPr>
        <p:spPr>
          <a:xfrm>
            <a:off x="10729732" y="1157467"/>
            <a:ext cx="902825" cy="864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3980C43-C3CD-080C-E197-9869CC38B5D5}"/>
              </a:ext>
            </a:extLst>
          </p:cNvPr>
          <p:cNvSpPr txBox="1"/>
          <p:nvPr/>
        </p:nvSpPr>
        <p:spPr>
          <a:xfrm>
            <a:off x="1312190" y="598061"/>
            <a:ext cx="681148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Code</a:t>
            </a:r>
            <a:r>
              <a:rPr lang="zh-CN" altLang="en-US" dirty="0"/>
              <a:t>：</a:t>
            </a:r>
            <a:r>
              <a:rPr lang="en-US" altLang="zh-CN" dirty="0"/>
              <a:t> ls *.</a:t>
            </a:r>
            <a:r>
              <a:rPr lang="en-US" altLang="zh-CN" dirty="0" err="1"/>
              <a:t>gz</a:t>
            </a:r>
            <a:r>
              <a:rPr lang="en-US" altLang="zh-CN" dirty="0"/>
              <a:t>&gt;/ifs1/User/</a:t>
            </a:r>
            <a:r>
              <a:rPr lang="en-US" altLang="zh-CN" dirty="0" err="1"/>
              <a:t>mgq_st</a:t>
            </a:r>
            <a:r>
              <a:rPr lang="en-US" altLang="zh-CN" dirty="0"/>
              <a:t>/test2_hebing/code/blastn_list.txt</a:t>
            </a:r>
          </a:p>
          <a:p>
            <a:endParaRPr lang="en-US" altLang="zh-CN" dirty="0"/>
          </a:p>
          <a:p>
            <a:r>
              <a:rPr lang="en-US" altLang="zh-CN" dirty="0"/>
              <a:t>            </a:t>
            </a:r>
            <a:r>
              <a:rPr lang="en-US" altLang="zh-CN"/>
              <a:t>ls  *.</a:t>
            </a:r>
            <a:r>
              <a:rPr lang="en-US" altLang="zh-CN" dirty="0" err="1"/>
              <a:t>gz</a:t>
            </a:r>
            <a:r>
              <a:rPr lang="en-US" altLang="zh-CN" dirty="0"/>
              <a:t>&gt;/ifs1/User/</a:t>
            </a:r>
            <a:r>
              <a:rPr lang="en-US" altLang="zh-CN" dirty="0" err="1"/>
              <a:t>mgq_st</a:t>
            </a:r>
            <a:r>
              <a:rPr lang="en-US" altLang="zh-CN" dirty="0"/>
              <a:t>/test2_hebing/code/nonore.list.txt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2BEF5D9-BC06-CA8F-7C29-F4A5D30C96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702" y="1730134"/>
            <a:ext cx="9116206" cy="5127866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E898CC82-D221-5368-78C2-F750F2941236}"/>
              </a:ext>
            </a:extLst>
          </p:cNvPr>
          <p:cNvSpPr/>
          <p:nvPr/>
        </p:nvSpPr>
        <p:spPr>
          <a:xfrm>
            <a:off x="4538418" y="5581834"/>
            <a:ext cx="3326971" cy="823574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DC71DD4-E8BC-AA67-5F1A-33CFD20F116A}"/>
              </a:ext>
            </a:extLst>
          </p:cNvPr>
          <p:cNvSpPr/>
          <p:nvPr/>
        </p:nvSpPr>
        <p:spPr>
          <a:xfrm>
            <a:off x="1599780" y="3355383"/>
            <a:ext cx="817955" cy="147234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C9D3F8E-C97F-32AB-D5D5-7363510DCC88}"/>
              </a:ext>
            </a:extLst>
          </p:cNvPr>
          <p:cNvSpPr/>
          <p:nvPr/>
        </p:nvSpPr>
        <p:spPr>
          <a:xfrm>
            <a:off x="1599780" y="5565655"/>
            <a:ext cx="918695" cy="147234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31998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6295B-1E96-E038-732F-1640CCF35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C7F5A216-60F5-1375-9D5A-D942005267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337" y="1193058"/>
            <a:ext cx="10071008" cy="5664942"/>
          </a:xfrm>
          <a:prstGeom prst="rect">
            <a:avLst/>
          </a:prstGeom>
        </p:spPr>
      </p:pic>
      <p:sp>
        <p:nvSpPr>
          <p:cNvPr id="7" name="文本占位符 1">
            <a:extLst>
              <a:ext uri="{FF2B5EF4-FFF2-40B4-BE49-F238E27FC236}">
                <a16:creationId xmlns:a16="http://schemas.microsoft.com/office/drawing/2014/main" id="{10B2BA3A-8D51-547E-D562-4A44B51A57DB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998987" y="12356"/>
            <a:ext cx="11652562" cy="729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  </a:t>
            </a: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11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、</a:t>
            </a: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Create the output folder in batch with the following code: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2018AAA-E49C-E417-651C-7B3FBB21489A}"/>
              </a:ext>
            </a:extLst>
          </p:cNvPr>
          <p:cNvSpPr/>
          <p:nvPr/>
        </p:nvSpPr>
        <p:spPr>
          <a:xfrm>
            <a:off x="10729732" y="1157467"/>
            <a:ext cx="902825" cy="864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0CDA7F8-E990-6FD3-4EA5-9A8AC27752C7}"/>
              </a:ext>
            </a:extLst>
          </p:cNvPr>
          <p:cNvSpPr txBox="1"/>
          <p:nvPr/>
        </p:nvSpPr>
        <p:spPr>
          <a:xfrm>
            <a:off x="1187005" y="665015"/>
            <a:ext cx="8573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Code</a:t>
            </a:r>
            <a:r>
              <a:rPr lang="zh-CN" altLang="en-US" dirty="0"/>
              <a:t>：</a:t>
            </a:r>
            <a:r>
              <a:rPr lang="en-US" altLang="zh-CN" dirty="0"/>
              <a:t> for </a:t>
            </a:r>
            <a:r>
              <a:rPr lang="en-US" altLang="zh-CN" dirty="0" err="1"/>
              <a:t>i</a:t>
            </a:r>
            <a:r>
              <a:rPr lang="en-US" altLang="zh-CN" dirty="0"/>
              <a:t> in `cat /ifs1/User/</a:t>
            </a:r>
            <a:r>
              <a:rPr lang="en-US" altLang="zh-CN" dirty="0" err="1"/>
              <a:t>mgq_st</a:t>
            </a:r>
            <a:r>
              <a:rPr lang="en-US" altLang="zh-CN" dirty="0"/>
              <a:t>/test2_hebing/code/</a:t>
            </a:r>
            <a:r>
              <a:rPr lang="en-US" altLang="zh-CN" dirty="0" err="1"/>
              <a:t>file.list.txt`;do</a:t>
            </a:r>
            <a:r>
              <a:rPr lang="en-US" altLang="zh-CN" dirty="0"/>
              <a:t> </a:t>
            </a:r>
            <a:r>
              <a:rPr lang="en-US" altLang="zh-CN" dirty="0" err="1"/>
              <a:t>mkdir</a:t>
            </a:r>
            <a:r>
              <a:rPr lang="en-US" altLang="zh-CN" dirty="0"/>
              <a:t> $</a:t>
            </a:r>
            <a:r>
              <a:rPr lang="en-US" altLang="zh-CN" dirty="0" err="1"/>
              <a:t>i;done</a:t>
            </a:r>
            <a:endParaRPr lang="en-US" altLang="zh-CN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0250B8B-1000-B3AE-AE06-D76AE7675273}"/>
              </a:ext>
            </a:extLst>
          </p:cNvPr>
          <p:cNvSpPr/>
          <p:nvPr/>
        </p:nvSpPr>
        <p:spPr>
          <a:xfrm>
            <a:off x="4538418" y="5874326"/>
            <a:ext cx="5603109" cy="498765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9D90509-09CD-5ACD-3C85-30387BDD7544}"/>
              </a:ext>
            </a:extLst>
          </p:cNvPr>
          <p:cNvSpPr/>
          <p:nvPr/>
        </p:nvSpPr>
        <p:spPr>
          <a:xfrm flipV="1">
            <a:off x="1499040" y="2978725"/>
            <a:ext cx="918695" cy="1565565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FD695A7-7252-1D2D-6FEB-D56710CAA55C}"/>
              </a:ext>
            </a:extLst>
          </p:cNvPr>
          <p:cNvSpPr/>
          <p:nvPr/>
        </p:nvSpPr>
        <p:spPr>
          <a:xfrm>
            <a:off x="1599780" y="5565655"/>
            <a:ext cx="918695" cy="147234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44106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78BCA-E6AD-2129-229F-866844C6C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F27F5DC-6E41-7C34-B993-7CD441BB1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237" y="979185"/>
            <a:ext cx="10418618" cy="5860473"/>
          </a:xfrm>
          <a:prstGeom prst="rect">
            <a:avLst/>
          </a:prstGeom>
        </p:spPr>
      </p:pic>
      <p:sp>
        <p:nvSpPr>
          <p:cNvPr id="7" name="文本占位符 1">
            <a:extLst>
              <a:ext uri="{FF2B5EF4-FFF2-40B4-BE49-F238E27FC236}">
                <a16:creationId xmlns:a16="http://schemas.microsoft.com/office/drawing/2014/main" id="{BB782B52-7DB5-7121-27FC-9A344D6A7CBB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124173" y="26192"/>
            <a:ext cx="11652562" cy="729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  </a:t>
            </a: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12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、</a:t>
            </a: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Go to the running directory, and the code is as follows: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C09A1CE-2809-4909-1E53-C8860C3E4708}"/>
              </a:ext>
            </a:extLst>
          </p:cNvPr>
          <p:cNvSpPr/>
          <p:nvPr/>
        </p:nvSpPr>
        <p:spPr>
          <a:xfrm>
            <a:off x="10729732" y="1157467"/>
            <a:ext cx="902825" cy="864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AF9BA4C-135F-3571-8E98-27C8AFDC7D1E}"/>
              </a:ext>
            </a:extLst>
          </p:cNvPr>
          <p:cNvSpPr txBox="1"/>
          <p:nvPr/>
        </p:nvSpPr>
        <p:spPr>
          <a:xfrm>
            <a:off x="1312190" y="598061"/>
            <a:ext cx="51026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Code</a:t>
            </a:r>
            <a:r>
              <a:rPr lang="zh-CN" altLang="en-US" dirty="0"/>
              <a:t>：</a:t>
            </a:r>
            <a:r>
              <a:rPr lang="en-US" altLang="zh-CN" dirty="0"/>
              <a:t> cd /ifs1/User/</a:t>
            </a:r>
            <a:r>
              <a:rPr lang="en-US" altLang="zh-CN" dirty="0" err="1"/>
              <a:t>mgq_st</a:t>
            </a:r>
            <a:r>
              <a:rPr lang="en-US" altLang="zh-CN" dirty="0"/>
              <a:t>/test2_hebing/code/</a:t>
            </a:r>
          </a:p>
          <a:p>
            <a:endParaRPr lang="en-US" altLang="zh-CN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0B36FEB-18E8-04AD-495B-94DA7BF01A6E}"/>
              </a:ext>
            </a:extLst>
          </p:cNvPr>
          <p:cNvSpPr/>
          <p:nvPr/>
        </p:nvSpPr>
        <p:spPr>
          <a:xfrm>
            <a:off x="4538418" y="5864960"/>
            <a:ext cx="5603109" cy="494276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C150555-2C85-ADE9-19C3-CC009FE3E095}"/>
              </a:ext>
            </a:extLst>
          </p:cNvPr>
          <p:cNvSpPr/>
          <p:nvPr/>
        </p:nvSpPr>
        <p:spPr>
          <a:xfrm flipV="1">
            <a:off x="1299492" y="2133599"/>
            <a:ext cx="3120108" cy="3241963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82547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3FAAB-086C-3E5D-6C24-5A33607A3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E7047019-76D0-A087-3D0E-6825687EAF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945" y="967393"/>
            <a:ext cx="10418618" cy="5860473"/>
          </a:xfrm>
          <a:prstGeom prst="rect">
            <a:avLst/>
          </a:prstGeom>
        </p:spPr>
      </p:pic>
      <p:sp>
        <p:nvSpPr>
          <p:cNvPr id="7" name="文本占位符 1">
            <a:extLst>
              <a:ext uri="{FF2B5EF4-FFF2-40B4-BE49-F238E27FC236}">
                <a16:creationId xmlns:a16="http://schemas.microsoft.com/office/drawing/2014/main" id="{74CA7917-D456-E007-C9B0-7A026F6D0B78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2218187" y="18342"/>
            <a:ext cx="11652562" cy="729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  </a:t>
            </a: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13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、</a:t>
            </a: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Run the code as follows: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8E2121F-6D0C-849D-5471-DFC54475FCD3}"/>
              </a:ext>
            </a:extLst>
          </p:cNvPr>
          <p:cNvSpPr/>
          <p:nvPr/>
        </p:nvSpPr>
        <p:spPr>
          <a:xfrm>
            <a:off x="10729732" y="1157467"/>
            <a:ext cx="902825" cy="864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F41AE7C-B2D6-BEF4-650B-D30F1B980680}"/>
              </a:ext>
            </a:extLst>
          </p:cNvPr>
          <p:cNvSpPr txBox="1"/>
          <p:nvPr/>
        </p:nvSpPr>
        <p:spPr>
          <a:xfrm>
            <a:off x="1270927" y="600301"/>
            <a:ext cx="3563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Code</a:t>
            </a:r>
            <a:r>
              <a:rPr lang="zh-CN" altLang="en-US" dirty="0"/>
              <a:t>：</a:t>
            </a:r>
            <a:r>
              <a:rPr lang="en-US" altLang="zh-CN" dirty="0"/>
              <a:t> </a:t>
            </a:r>
            <a:r>
              <a:rPr lang="en-US" altLang="zh-CN" dirty="0" err="1"/>
              <a:t>nohup</a:t>
            </a:r>
            <a:r>
              <a:rPr lang="en-US" altLang="zh-CN" dirty="0"/>
              <a:t> </a:t>
            </a:r>
            <a:r>
              <a:rPr lang="en-US" altLang="zh-CN" dirty="0" err="1"/>
              <a:t>sh</a:t>
            </a:r>
            <a:r>
              <a:rPr lang="en-US" altLang="zh-CN" dirty="0"/>
              <a:t> run_scripts.sh &amp;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A526D2F-1355-92C8-1B49-29B0BAB4B174}"/>
              </a:ext>
            </a:extLst>
          </p:cNvPr>
          <p:cNvSpPr/>
          <p:nvPr/>
        </p:nvSpPr>
        <p:spPr>
          <a:xfrm>
            <a:off x="4419600" y="5375562"/>
            <a:ext cx="5603109" cy="1009321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9491633-CF13-4F6D-EE8C-32D247BFA98A}"/>
              </a:ext>
            </a:extLst>
          </p:cNvPr>
          <p:cNvSpPr/>
          <p:nvPr/>
        </p:nvSpPr>
        <p:spPr>
          <a:xfrm flipV="1">
            <a:off x="1299492" y="2133599"/>
            <a:ext cx="3120108" cy="3022712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33717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3FB26-FC58-2C3B-AB29-BA8F7C4A7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536CD68-2EBA-F73A-4E46-4441ECE91E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18" y="919595"/>
            <a:ext cx="10557164" cy="5938405"/>
          </a:xfrm>
          <a:prstGeom prst="rect">
            <a:avLst/>
          </a:prstGeom>
        </p:spPr>
      </p:pic>
      <p:sp>
        <p:nvSpPr>
          <p:cNvPr id="7" name="文本占位符 1">
            <a:extLst>
              <a:ext uri="{FF2B5EF4-FFF2-40B4-BE49-F238E27FC236}">
                <a16:creationId xmlns:a16="http://schemas.microsoft.com/office/drawing/2014/main" id="{8FA1A660-88FF-2B6D-A19A-2FCA54C229D2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2218187" y="18342"/>
            <a:ext cx="11652562" cy="729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  </a:t>
            </a: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14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、</a:t>
            </a: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To view the status of code running: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9E6CB54-D2F2-988D-4582-5875603C1DF1}"/>
              </a:ext>
            </a:extLst>
          </p:cNvPr>
          <p:cNvSpPr/>
          <p:nvPr/>
        </p:nvSpPr>
        <p:spPr>
          <a:xfrm>
            <a:off x="10729732" y="1157467"/>
            <a:ext cx="902825" cy="864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9CF5AEB-8BF4-6E7F-2E7A-B0184030FECC}"/>
              </a:ext>
            </a:extLst>
          </p:cNvPr>
          <p:cNvSpPr txBox="1"/>
          <p:nvPr/>
        </p:nvSpPr>
        <p:spPr>
          <a:xfrm>
            <a:off x="1708853" y="550263"/>
            <a:ext cx="1361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Code</a:t>
            </a:r>
            <a:r>
              <a:rPr lang="zh-CN" altLang="en-US" dirty="0"/>
              <a:t>：</a:t>
            </a:r>
            <a:r>
              <a:rPr lang="en-US" altLang="zh-CN" dirty="0"/>
              <a:t> top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0B46BBA-C800-99B4-5AAA-E438FE63737B}"/>
              </a:ext>
            </a:extLst>
          </p:cNvPr>
          <p:cNvSpPr/>
          <p:nvPr/>
        </p:nvSpPr>
        <p:spPr>
          <a:xfrm>
            <a:off x="4613563" y="4378036"/>
            <a:ext cx="5603109" cy="166256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F0E0A3E-D7AA-578E-9DA3-BDD3D0E24495}"/>
              </a:ext>
            </a:extLst>
          </p:cNvPr>
          <p:cNvSpPr/>
          <p:nvPr/>
        </p:nvSpPr>
        <p:spPr>
          <a:xfrm flipV="1">
            <a:off x="1299492" y="2590799"/>
            <a:ext cx="3120108" cy="235527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14732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E6ED9-08D0-1CBB-ACBA-BB290A66A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AA72ED7A-C096-2D32-ABFB-0FB6FD9CCF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962" y="480993"/>
            <a:ext cx="11022419" cy="6200111"/>
          </a:xfrm>
          <a:prstGeom prst="rect">
            <a:avLst/>
          </a:prstGeom>
        </p:spPr>
      </p:pic>
      <p:sp>
        <p:nvSpPr>
          <p:cNvPr id="7" name="文本占位符 1">
            <a:extLst>
              <a:ext uri="{FF2B5EF4-FFF2-40B4-BE49-F238E27FC236}">
                <a16:creationId xmlns:a16="http://schemas.microsoft.com/office/drawing/2014/main" id="{11807C4E-843C-0C40-E41B-F22A922E9751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-127230" y="42530"/>
            <a:ext cx="11652562" cy="72980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  15</a:t>
            </a:r>
            <a:r>
              <a:rPr lang="zh-CN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、</a:t>
            </a:r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View the log of code running results: select </a:t>
            </a:r>
            <a:r>
              <a:rPr lang="en-US" altLang="zh-CN" sz="2000" b="1" dirty="0" err="1">
                <a:solidFill>
                  <a:schemeClr val="bg1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nohup.out</a:t>
            </a:r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, right-click to open</a:t>
            </a:r>
            <a:endParaRPr lang="zh-CN" altLang="en-US" sz="2000" b="1" dirty="0">
              <a:solidFill>
                <a:schemeClr val="bg1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B12431C-DFEB-5778-539D-C3D24EB98BBF}"/>
              </a:ext>
            </a:extLst>
          </p:cNvPr>
          <p:cNvSpPr/>
          <p:nvPr/>
        </p:nvSpPr>
        <p:spPr>
          <a:xfrm>
            <a:off x="10729732" y="1157467"/>
            <a:ext cx="902825" cy="864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B033B7D-DF38-7F2E-5F16-E6D5C506EED8}"/>
              </a:ext>
            </a:extLst>
          </p:cNvPr>
          <p:cNvSpPr/>
          <p:nvPr/>
        </p:nvSpPr>
        <p:spPr>
          <a:xfrm flipV="1">
            <a:off x="651805" y="3675607"/>
            <a:ext cx="5047246" cy="2522048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9CCA76C-FF97-0EDB-6EF7-091A15492F8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2936" t="620" r="52936" b="-620"/>
          <a:stretch>
            <a:fillRect/>
          </a:stretch>
        </p:blipFill>
        <p:spPr>
          <a:xfrm>
            <a:off x="5699051" y="772330"/>
            <a:ext cx="5282199" cy="5942474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3BA203AE-B252-DBC8-E6F9-603AB9E9158E}"/>
              </a:ext>
            </a:extLst>
          </p:cNvPr>
          <p:cNvSpPr/>
          <p:nvPr/>
        </p:nvSpPr>
        <p:spPr>
          <a:xfrm flipV="1">
            <a:off x="6237170" y="2783997"/>
            <a:ext cx="935665" cy="2522048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1A8C6198-18F0-CEDD-59F7-210509FD54D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74186"/>
          <a:stretch>
            <a:fillRect/>
          </a:stretch>
        </p:blipFill>
        <p:spPr>
          <a:xfrm>
            <a:off x="9413067" y="806522"/>
            <a:ext cx="2633330" cy="5738169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EED0A32B-393A-6998-9D33-02E657F96791}"/>
              </a:ext>
            </a:extLst>
          </p:cNvPr>
          <p:cNvSpPr/>
          <p:nvPr/>
        </p:nvSpPr>
        <p:spPr>
          <a:xfrm flipV="1">
            <a:off x="9728664" y="2761740"/>
            <a:ext cx="935665" cy="2522048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23743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27FB8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7026</TotalTime>
  <Words>490</Words>
  <Application>Microsoft Office PowerPoint</Application>
  <PresentationFormat>宽屏</PresentationFormat>
  <Paragraphs>58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等线</vt:lpstr>
      <vt:lpstr>等线 Light</vt:lpstr>
      <vt:lpstr>思源黑体 CN Light</vt:lpstr>
      <vt:lpstr>微软雅黑</vt:lpstr>
      <vt:lpstr>Arial</vt:lpstr>
      <vt:lpstr>Calibri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9轮PPT模板</dc:title>
  <dc:creator>Chris</dc:creator>
  <cp:lastModifiedBy>鹏 李</cp:lastModifiedBy>
  <cp:revision>496</cp:revision>
  <cp:lastPrinted>2025-07-26T09:02:17Z</cp:lastPrinted>
  <dcterms:created xsi:type="dcterms:W3CDTF">2017-08-10T17:46:00Z</dcterms:created>
  <dcterms:modified xsi:type="dcterms:W3CDTF">2026-08-16T07:52:16Z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2052-10.1.0.7400</vt:lpwstr>
  </property>
</Properties>
</file>