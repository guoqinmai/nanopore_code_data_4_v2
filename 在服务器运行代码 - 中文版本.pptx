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379" r:id="rId2"/>
    <p:sldId id="918" r:id="rId3"/>
    <p:sldId id="919" r:id="rId4"/>
    <p:sldId id="413" r:id="rId5"/>
    <p:sldId id="921" r:id="rId6"/>
    <p:sldId id="920" r:id="rId7"/>
    <p:sldId id="922" r:id="rId8"/>
    <p:sldId id="909" r:id="rId9"/>
    <p:sldId id="923" r:id="rId10"/>
    <p:sldId id="924" r:id="rId11"/>
    <p:sldId id="925" r:id="rId12"/>
    <p:sldId id="926" r:id="rId13"/>
    <p:sldId id="927" r:id="rId14"/>
    <p:sldId id="928" r:id="rId15"/>
    <p:sldId id="929" r:id="rId16"/>
    <p:sldId id="931" r:id="rId17"/>
  </p:sldIdLst>
  <p:sldSz cx="12192000" cy="6858000"/>
  <p:notesSz cx="6888163" cy="100203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>
          <p15:clr>
            <a:srgbClr val="A4A3A4"/>
          </p15:clr>
        </p15:guide>
        <p15:guide id="2" pos="1572">
          <p15:clr>
            <a:srgbClr val="A4A3A4"/>
          </p15:clr>
        </p15:guide>
        <p15:guide id="3" pos="6063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CC00"/>
    <a:srgbClr val="127FB8"/>
    <a:srgbClr val="3366FF"/>
    <a:srgbClr val="FF99CC"/>
    <a:srgbClr val="3CB1EC"/>
    <a:srgbClr val="DEDEDE"/>
    <a:srgbClr val="2B2F3A"/>
    <a:srgbClr val="E5E3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43" autoAdjust="0"/>
    <p:restoredTop sz="93593" autoAdjust="0"/>
  </p:normalViewPr>
  <p:slideViewPr>
    <p:cSldViewPr snapToGrid="0" showGuides="1">
      <p:cViewPr varScale="1">
        <p:scale>
          <a:sx n="88" d="100"/>
          <a:sy n="88" d="100"/>
        </p:scale>
        <p:origin x="33" y="219"/>
      </p:cViewPr>
      <p:guideLst>
        <p:guide orient="horz" pos="2205"/>
        <p:guide pos="1572"/>
        <p:guide pos="606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678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901698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>
              <a:defRPr sz="1300"/>
            </a:lvl1pPr>
          </a:lstStyle>
          <a:p>
            <a:fld id="{D597475B-E5C3-4BB6-9921-DC9B88C4F5C9}" type="datetimeFigureOut">
              <a:rPr lang="zh-CN" altLang="en-US" smtClean="0"/>
              <a:t>2026-08-16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4775" y="750888"/>
            <a:ext cx="6678613" cy="37576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16" tIns="48308" rIns="96616" bIns="4830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8817" y="4759643"/>
            <a:ext cx="5510530" cy="4509135"/>
          </a:xfrm>
          <a:prstGeom prst="rect">
            <a:avLst/>
          </a:prstGeom>
        </p:spPr>
        <p:txBody>
          <a:bodyPr vert="horz" lIns="96616" tIns="48308" rIns="96616" bIns="4830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901698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>
              <a:defRPr sz="1300"/>
            </a:lvl1pPr>
          </a:lstStyle>
          <a:p>
            <a:fld id="{9FF98F60-3D16-45BB-959F-99DD0BF9E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9019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6193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3E41F-4B15-594F-B5AF-7D883CE43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6B55709-2BEC-1788-F373-50E1DAC20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02602E-D891-728B-DD7D-ADB6D5624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2BC600C-DB87-D37B-ACA4-AC81D4116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66929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60911-7350-6690-D2AE-4CB4191B1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672CE1-3802-729C-156A-A092D3EE4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656284-42BE-F30E-82CC-B24EB57EC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526C5E4-1B15-8DFD-F4E5-F0AC7D0C4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557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435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94C4-98DD-6F40-909B-100CC249D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2B453C-4721-9A34-42DF-81D31CE011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233D6B9-51BB-1932-58DE-8658CCAD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751F18-666F-269B-21A8-2C89938DF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734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360B-B556-50EB-E38E-BD873C05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CB39AC-8B39-F209-89CD-9C0FD57D1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FEDFC4-55A6-8019-5F4E-2C05347DB1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E9369F-5516-4D9E-AD57-F9F3CC82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05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227FD-FCC8-4D04-A1A1-56BE469CF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3A5AAC-15D5-155C-F99B-23E6BCE36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748980-BD65-21FA-6DD6-F900716B5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83EDDC-88A8-B86E-C7E6-EE52F5DAA3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4823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B242E-02A6-C6A3-1ADF-2589A13E9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FE31567-4E2A-374B-D1B4-606FE062B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6A60E0-1693-BC5F-DD14-09C35E7116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44CFAF-BF3A-33B8-3003-C28CCE944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84028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2177B-72B2-4853-14DF-6990EE9AB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3AA69F5-5120-5D9D-8C7B-178D3787C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1D5B99-82B0-58B2-64E6-B75FA50CF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BA29F2-56C7-5FF2-CF97-4DFCB2A2C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8717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BEB5B-898C-DE46-C85E-D57344C01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9FCA16-9681-EE7E-082F-54226CEFB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A844F0-BB4D-9757-9052-609BEF025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01B9E2B-DE1B-FE73-C966-759FE29F5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9851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B81E6-8CAA-E1A6-A488-941DD13AC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3BED8A-0C0C-3FD7-5F52-FFB41E2A7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CE1E8-A21C-5DD8-9413-554DB4401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73CFB08-AB4C-1AC4-EFEB-BEF38C6D2B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908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A33C7-1A8A-1448-7FAD-5AD5F6E85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9CF974-4ECE-73DC-5D91-680E6DB5EC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427EAB9-26C3-E6DE-F75C-5930F2373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6DF996-E5F8-1542-5216-EEFEE4FC7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50233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D9EB4-E01A-6865-E17F-C64E59BD2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37A90C-C424-8F50-C31C-D9A9859E4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894DFE-111D-989E-1EC1-1C1427274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EB6CED-8FD4-F485-3A2D-00A01741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90398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0ADC6-B5D6-9DDA-CA4D-801C634E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7D613C-07D9-6BF1-DF8B-3FDF8EEB2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C5345F0-76BE-54D9-35FD-1BD7453C5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92F795-7FF0-535C-7532-3E43965F6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4993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E32BE-52CE-AE95-030C-1EB8254DD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68E637-B480-CD44-9CB2-C025B31CF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2780E4-DE70-F0E6-1B40-C116B5BE9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EE555E-7ED5-B8A7-C33A-5541FD3708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2633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27C9A-FE0E-72BE-6405-D3D9BAE82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3D95B8-199B-3B46-2762-4B52E6ED7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A44A58-3B31-2850-5115-10B7902B3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70F0E9-C068-DD26-EEB6-AF2E8EC859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8524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0" y="0"/>
            <a:ext cx="2815730" cy="1292870"/>
            <a:chOff x="-328564" y="4677697"/>
            <a:chExt cx="7440012" cy="2563904"/>
          </a:xfrm>
        </p:grpSpPr>
        <p:sp>
          <p:nvSpPr>
            <p:cNvPr id="3" name="平行四边形 2"/>
            <p:cNvSpPr/>
            <p:nvPr/>
          </p:nvSpPr>
          <p:spPr>
            <a:xfrm flipH="1">
              <a:off x="2729947" y="4677697"/>
              <a:ext cx="4381501" cy="2563904"/>
            </a:xfrm>
            <a:prstGeom prst="parallelogram">
              <a:avLst>
                <a:gd name="adj" fmla="val 88899"/>
              </a:avLst>
            </a:prstGeom>
            <a:solidFill>
              <a:srgbClr val="127F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  <p:sp>
          <p:nvSpPr>
            <p:cNvPr id="4" name="平行四边形 3"/>
            <p:cNvSpPr/>
            <p:nvPr/>
          </p:nvSpPr>
          <p:spPr>
            <a:xfrm>
              <a:off x="-328564" y="4677697"/>
              <a:ext cx="4381500" cy="2563904"/>
            </a:xfrm>
            <a:prstGeom prst="parallelogram">
              <a:avLst>
                <a:gd name="adj" fmla="val 88899"/>
              </a:avLst>
            </a:prstGeom>
            <a:solidFill>
              <a:srgbClr val="3CB1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</p:grpSp>
      <p:sp>
        <p:nvSpPr>
          <p:cNvPr id="5" name="文本框 4"/>
          <p:cNvSpPr txBox="1"/>
          <p:nvPr userDrawn="1"/>
        </p:nvSpPr>
        <p:spPr>
          <a:xfrm>
            <a:off x="0" y="646435"/>
            <a:ext cx="25400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lvl="0">
              <a:defRPr sz="5400" b="1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/>
            <a:r>
              <a:rPr lang="zh-CN" altLang="en-US" sz="6000" dirty="0">
                <a:solidFill>
                  <a:srgbClr val="127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85BA72E-561E-8D2C-837E-46BCA0F445FF}"/>
              </a:ext>
            </a:extLst>
          </p:cNvPr>
          <p:cNvSpPr/>
          <p:nvPr userDrawn="1"/>
        </p:nvSpPr>
        <p:spPr>
          <a:xfrm>
            <a:off x="0" y="0"/>
            <a:ext cx="3400746" cy="24041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1BF3BD4-05B7-DDE2-7152-DA110D963D28}"/>
              </a:ext>
            </a:extLst>
          </p:cNvPr>
          <p:cNvSpPr/>
          <p:nvPr userDrawn="1"/>
        </p:nvSpPr>
        <p:spPr>
          <a:xfrm>
            <a:off x="9721389" y="6323428"/>
            <a:ext cx="2356586" cy="45716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E07DDA0-F1D6-0990-728C-70D9C3986B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4265" y="6298234"/>
            <a:ext cx="3319581" cy="54864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 userDrawn="1"/>
        </p:nvCxnSpPr>
        <p:spPr>
          <a:xfrm>
            <a:off x="2777101" y="6137084"/>
            <a:ext cx="1265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/>
        </p:nvCxnSpPr>
        <p:spPr>
          <a:xfrm>
            <a:off x="8148638" y="6137084"/>
            <a:ext cx="3743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6"/>
          <p:cNvGrpSpPr/>
          <p:nvPr userDrawn="1"/>
        </p:nvGrpSpPr>
        <p:grpSpPr>
          <a:xfrm>
            <a:off x="9505362" y="0"/>
            <a:ext cx="2686637" cy="2983173"/>
            <a:chOff x="9505362" y="0"/>
            <a:chExt cx="2686637" cy="2983173"/>
          </a:xfrm>
        </p:grpSpPr>
        <p:sp>
          <p:nvSpPr>
            <p:cNvPr id="8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5" name="组合 94"/>
          <p:cNvGrpSpPr/>
          <p:nvPr userDrawn="1"/>
        </p:nvGrpSpPr>
        <p:grpSpPr>
          <a:xfrm flipH="1" flipV="1">
            <a:off x="0" y="3874827"/>
            <a:ext cx="2686637" cy="2983173"/>
            <a:chOff x="9505362" y="0"/>
            <a:chExt cx="2686637" cy="2983173"/>
          </a:xfrm>
        </p:grpSpPr>
        <p:sp>
          <p:nvSpPr>
            <p:cNvPr id="96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9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87" name="图片 186" descr="图片包含 QR 代码&#10;&#10;描述已自动生成">
            <a:extLst>
              <a:ext uri="{FF2B5EF4-FFF2-40B4-BE49-F238E27FC236}">
                <a16:creationId xmlns:a16="http://schemas.microsoft.com/office/drawing/2014/main" id="{AA20FBDE-AE3A-E9FC-6B26-37F7DF8696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438" y="5745959"/>
            <a:ext cx="3494150" cy="7204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498767" y="5931526"/>
            <a:ext cx="881668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组合 10"/>
          <p:cNvGrpSpPr/>
          <p:nvPr userDrawn="1"/>
        </p:nvGrpSpPr>
        <p:grpSpPr>
          <a:xfrm flipH="1">
            <a:off x="0" y="0"/>
            <a:ext cx="2686637" cy="2983173"/>
            <a:chOff x="9505362" y="0"/>
            <a:chExt cx="2686637" cy="2983173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9" name="组合 98"/>
          <p:cNvGrpSpPr/>
          <p:nvPr userDrawn="1"/>
        </p:nvGrpSpPr>
        <p:grpSpPr>
          <a:xfrm flipV="1">
            <a:off x="9505363" y="3874827"/>
            <a:ext cx="2686637" cy="2983173"/>
            <a:chOff x="9505362" y="0"/>
            <a:chExt cx="2686637" cy="2983173"/>
          </a:xfrm>
        </p:grpSpPr>
        <p:sp>
          <p:nvSpPr>
            <p:cNvPr id="100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3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4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5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6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340612AB-1E05-F7EF-E28A-2011E17B9CF9}"/>
              </a:ext>
            </a:extLst>
          </p:cNvPr>
          <p:cNvSpPr/>
          <p:nvPr userDrawn="1"/>
        </p:nvSpPr>
        <p:spPr>
          <a:xfrm>
            <a:off x="3613499" y="5536344"/>
            <a:ext cx="3688422" cy="821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 descr="图片包含 QR 代码&#10;&#10;描述已自动生成">
            <a:extLst>
              <a:ext uri="{FF2B5EF4-FFF2-40B4-BE49-F238E27FC236}">
                <a16:creationId xmlns:a16="http://schemas.microsoft.com/office/drawing/2014/main" id="{32D38094-15C8-1253-FB37-C52BA34904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0701" y="5571304"/>
            <a:ext cx="3494150" cy="7204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8078674-DA55-C75C-D951-E7C6AE9392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4265" y="6298234"/>
            <a:ext cx="3319581" cy="548645"/>
          </a:xfrm>
          <a:prstGeom prst="rect">
            <a:avLst/>
          </a:prstGeom>
        </p:spPr>
      </p:pic>
      <p:pic>
        <p:nvPicPr>
          <p:cNvPr id="8" name="图片 7" descr="图片包含 大, 房间&#10;&#10;描述已自动生成">
            <a:extLst>
              <a:ext uri="{FF2B5EF4-FFF2-40B4-BE49-F238E27FC236}">
                <a16:creationId xmlns:a16="http://schemas.microsoft.com/office/drawing/2014/main" id="{9C4E67F9-090C-F1EF-43E6-1C8DC70B2C3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4338" y="-71603"/>
            <a:ext cx="1424261" cy="113331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鸣谢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 userDrawn="1"/>
        </p:nvGrpSpPr>
        <p:grpSpPr>
          <a:xfrm>
            <a:off x="6553126" y="0"/>
            <a:ext cx="5638874" cy="5828744"/>
            <a:chOff x="9505362" y="0"/>
            <a:chExt cx="2686637" cy="2777100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8" name="心形 97"/>
            <p:cNvSpPr/>
            <p:nvPr/>
          </p:nvSpPr>
          <p:spPr>
            <a:xfrm>
              <a:off x="11413874" y="1622237"/>
              <a:ext cx="277200" cy="244800"/>
            </a:xfrm>
            <a:prstGeom prst="heart">
              <a:avLst/>
            </a:prstGeom>
            <a:pattFill prst="wdDnDiag">
              <a:fgClr>
                <a:srgbClr val="127FB8"/>
              </a:fgClr>
              <a:bgClr>
                <a:schemeClr val="bg1">
                  <a:lumMod val="95000"/>
                </a:schemeClr>
              </a:bgClr>
            </a:patt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99" name="矩形 98"/>
          <p:cNvSpPr/>
          <p:nvPr userDrawn="1"/>
        </p:nvSpPr>
        <p:spPr>
          <a:xfrm>
            <a:off x="706669" y="3293447"/>
            <a:ext cx="5169294" cy="1412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127FB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谢 谢 观 看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127FB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" name="图片 1" descr="图片包含 QR 代码&#10;&#10;描述已自动生成">
            <a:extLst>
              <a:ext uri="{FF2B5EF4-FFF2-40B4-BE49-F238E27FC236}">
                <a16:creationId xmlns:a16="http://schemas.microsoft.com/office/drawing/2014/main" id="{7D97AE7F-3A5C-3D92-77F7-A3127983F0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863" y="526354"/>
            <a:ext cx="3426622" cy="77125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0" y="0"/>
            <a:ext cx="2815730" cy="1292870"/>
            <a:chOff x="-328564" y="4677697"/>
            <a:chExt cx="7440012" cy="2563904"/>
          </a:xfrm>
        </p:grpSpPr>
        <p:sp>
          <p:nvSpPr>
            <p:cNvPr id="3" name="平行四边形 2"/>
            <p:cNvSpPr/>
            <p:nvPr/>
          </p:nvSpPr>
          <p:spPr>
            <a:xfrm flipH="1">
              <a:off x="2729947" y="4677697"/>
              <a:ext cx="4381501" cy="2563904"/>
            </a:xfrm>
            <a:prstGeom prst="parallelogram">
              <a:avLst>
                <a:gd name="adj" fmla="val 88899"/>
              </a:avLst>
            </a:prstGeom>
            <a:solidFill>
              <a:srgbClr val="127F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  <p:sp>
          <p:nvSpPr>
            <p:cNvPr id="4" name="平行四边形 3"/>
            <p:cNvSpPr/>
            <p:nvPr/>
          </p:nvSpPr>
          <p:spPr>
            <a:xfrm>
              <a:off x="-328564" y="4677697"/>
              <a:ext cx="4381500" cy="2563904"/>
            </a:xfrm>
            <a:prstGeom prst="parallelogram">
              <a:avLst>
                <a:gd name="adj" fmla="val 88899"/>
              </a:avLst>
            </a:prstGeom>
            <a:solidFill>
              <a:srgbClr val="3CB1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</p:grpSp>
      <p:sp>
        <p:nvSpPr>
          <p:cNvPr id="5" name="文本框 4"/>
          <p:cNvSpPr txBox="1"/>
          <p:nvPr userDrawn="1"/>
        </p:nvSpPr>
        <p:spPr>
          <a:xfrm>
            <a:off x="0" y="646435"/>
            <a:ext cx="25400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lvl="0">
              <a:defRPr sz="5400" b="1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/>
            <a:r>
              <a:rPr lang="zh-CN" altLang="en-US" sz="6000" dirty="0">
                <a:solidFill>
                  <a:srgbClr val="127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4345953" y="5799859"/>
            <a:ext cx="3500093" cy="674450"/>
            <a:chOff x="4409879" y="5509895"/>
            <a:chExt cx="3500093" cy="674450"/>
          </a:xfrm>
        </p:grpSpPr>
        <p:sp>
          <p:nvSpPr>
            <p:cNvPr id="3" name="矩形 2"/>
            <p:cNvSpPr/>
            <p:nvPr/>
          </p:nvSpPr>
          <p:spPr>
            <a:xfrm>
              <a:off x="4409879" y="5509895"/>
              <a:ext cx="3500093" cy="674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" name="image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73804" y="5509895"/>
              <a:ext cx="3372242" cy="674450"/>
            </a:xfrm>
            <a:prstGeom prst="rect">
              <a:avLst/>
            </a:prstGeom>
            <a:solidFill>
              <a:schemeClr val="bg1"/>
            </a:solidFill>
            <a:ln w="12700">
              <a:miter lim="400000"/>
              <a:headEnd/>
              <a:tailEnd/>
            </a:ln>
          </p:spPr>
        </p:pic>
      </p:grpSp>
      <p:cxnSp>
        <p:nvCxnSpPr>
          <p:cNvPr id="5" name="直接连接符 4"/>
          <p:cNvCxnSpPr/>
          <p:nvPr userDrawn="1"/>
        </p:nvCxnSpPr>
        <p:spPr>
          <a:xfrm>
            <a:off x="2777101" y="6137084"/>
            <a:ext cx="1265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/>
        </p:nvCxnSpPr>
        <p:spPr>
          <a:xfrm>
            <a:off x="8148638" y="6137084"/>
            <a:ext cx="3743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6"/>
          <p:cNvGrpSpPr/>
          <p:nvPr userDrawn="1"/>
        </p:nvGrpSpPr>
        <p:grpSpPr>
          <a:xfrm>
            <a:off x="9505362" y="0"/>
            <a:ext cx="2686637" cy="2983173"/>
            <a:chOff x="9505362" y="0"/>
            <a:chExt cx="2686637" cy="2983173"/>
          </a:xfrm>
        </p:grpSpPr>
        <p:sp>
          <p:nvSpPr>
            <p:cNvPr id="8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5" name="组合 94"/>
          <p:cNvGrpSpPr/>
          <p:nvPr userDrawn="1"/>
        </p:nvGrpSpPr>
        <p:grpSpPr>
          <a:xfrm flipH="1" flipV="1">
            <a:off x="0" y="3874827"/>
            <a:ext cx="2686637" cy="2983173"/>
            <a:chOff x="9505362" y="0"/>
            <a:chExt cx="2686637" cy="2983173"/>
          </a:xfrm>
        </p:grpSpPr>
        <p:sp>
          <p:nvSpPr>
            <p:cNvPr id="96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9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83" name="流程图: 终止 182"/>
          <p:cNvSpPr/>
          <p:nvPr userDrawn="1"/>
        </p:nvSpPr>
        <p:spPr>
          <a:xfrm>
            <a:off x="5096142" y="1509486"/>
            <a:ext cx="1999715" cy="535640"/>
          </a:xfrm>
          <a:prstGeom prst="flowChartTerminator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结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/>
          <p:cNvGrpSpPr/>
          <p:nvPr userDrawn="1"/>
        </p:nvGrpSpPr>
        <p:grpSpPr>
          <a:xfrm>
            <a:off x="998902" y="1112044"/>
            <a:ext cx="10194196" cy="4715333"/>
            <a:chOff x="828920" y="1112044"/>
            <a:chExt cx="10194196" cy="4715333"/>
          </a:xfrm>
        </p:grpSpPr>
        <p:sp>
          <p:nvSpPr>
            <p:cNvPr id="6" name="矩形 5"/>
            <p:cNvSpPr/>
            <p:nvPr/>
          </p:nvSpPr>
          <p:spPr>
            <a:xfrm>
              <a:off x="828920" y="1112044"/>
              <a:ext cx="10194196" cy="4715333"/>
            </a:xfrm>
            <a:prstGeom prst="rect">
              <a:avLst/>
            </a:prstGeom>
            <a:solidFill>
              <a:srgbClr val="127FB8"/>
            </a:solidFill>
            <a:ln w="38100" cap="flat" cmpd="sng" algn="ctr">
              <a:gradFill flip="none" rotWithShape="1"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85000"/>
                    </a:sysClr>
                  </a:gs>
                </a:gsLst>
                <a:lin ang="18900000" scaled="1"/>
                <a:tileRect/>
              </a:gradFill>
              <a:prstDash val="solid"/>
              <a:miter lim="800000"/>
            </a:ln>
            <a:effectLst>
              <a:innerShdw blurRad="63500" dist="50800" dir="18900000">
                <a:prstClr val="black">
                  <a:alpha val="50000"/>
                </a:prstClr>
              </a:inn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1000664" y="1335587"/>
              <a:ext cx="9862945" cy="4287845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>
                <a:rot lat="0" lon="0" rev="4800000"/>
              </a:lightRig>
            </a:scene3d>
            <a:sp3d>
              <a:bevelT w="63500" h="25400" prst="angle"/>
            </a:sp3d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8" name="组合 7"/>
          <p:cNvGrpSpPr/>
          <p:nvPr userDrawn="1"/>
        </p:nvGrpSpPr>
        <p:grpSpPr>
          <a:xfrm>
            <a:off x="246080" y="686801"/>
            <a:ext cx="3460673" cy="1382795"/>
            <a:chOff x="1387563" y="938385"/>
            <a:chExt cx="3460673" cy="1382795"/>
          </a:xfrm>
        </p:grpSpPr>
        <p:sp>
          <p:nvSpPr>
            <p:cNvPr id="9" name="等腰三角形 8"/>
            <p:cNvSpPr/>
            <p:nvPr/>
          </p:nvSpPr>
          <p:spPr>
            <a:xfrm>
              <a:off x="3873883" y="1179068"/>
              <a:ext cx="974353" cy="581629"/>
            </a:xfrm>
            <a:prstGeom prst="triangle">
              <a:avLst/>
            </a:prstGeom>
            <a:solidFill>
              <a:srgbClr val="127FB8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0" name="任意多边形 6"/>
            <p:cNvSpPr/>
            <p:nvPr/>
          </p:nvSpPr>
          <p:spPr>
            <a:xfrm>
              <a:off x="2086395" y="1179068"/>
              <a:ext cx="2274664" cy="835160"/>
            </a:xfrm>
            <a:custGeom>
              <a:avLst/>
              <a:gdLst>
                <a:gd name="connsiteX0" fmla="*/ 443132 w 1647678"/>
                <a:gd name="connsiteY0" fmla="*/ 0 h 640080"/>
                <a:gd name="connsiteX1" fmla="*/ 1647678 w 1647678"/>
                <a:gd name="connsiteY1" fmla="*/ 0 h 640080"/>
                <a:gd name="connsiteX2" fmla="*/ 1204546 w 1647678"/>
                <a:gd name="connsiteY2" fmla="*/ 640080 h 640080"/>
                <a:gd name="connsiteX3" fmla="*/ 0 w 1647678"/>
                <a:gd name="connsiteY3" fmla="*/ 640080 h 640080"/>
                <a:gd name="connsiteX4" fmla="*/ 443132 w 1647678"/>
                <a:gd name="connsiteY4" fmla="*/ 0 h 64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7678" h="640080">
                  <a:moveTo>
                    <a:pt x="443132" y="0"/>
                  </a:moveTo>
                  <a:lnTo>
                    <a:pt x="1647678" y="0"/>
                  </a:lnTo>
                  <a:lnTo>
                    <a:pt x="1204546" y="640080"/>
                  </a:lnTo>
                  <a:lnTo>
                    <a:pt x="0" y="640080"/>
                  </a:lnTo>
                  <a:lnTo>
                    <a:pt x="443132" y="0"/>
                  </a:lnTo>
                  <a:close/>
                </a:path>
              </a:pathLst>
            </a:custGeom>
            <a:solidFill>
              <a:srgbClr val="127FB8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491597" y="1354688"/>
              <a:ext cx="16830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85800"/>
              <a:r>
                <a:rPr lang="zh-CN" altLang="en-US" sz="2400" b="1" dirty="0">
                  <a:solidFill>
                    <a:prstClr val="white"/>
                  </a:solidFill>
                  <a:effectLst>
                    <a:innerShdw blurRad="63500" dist="50800" dir="18900000">
                      <a:prstClr val="black">
                        <a:alpha val="50000"/>
                      </a:prstClr>
                    </a:inn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</a:rPr>
                <a:t>本章小结</a:t>
              </a:r>
            </a:p>
          </p:txBody>
        </p:sp>
        <p:sp>
          <p:nvSpPr>
            <p:cNvPr id="12" name="椭圆 11"/>
            <p:cNvSpPr/>
            <p:nvPr/>
          </p:nvSpPr>
          <p:spPr>
            <a:xfrm flipH="1">
              <a:off x="2321538" y="1897890"/>
              <a:ext cx="423290" cy="423290"/>
            </a:xfrm>
            <a:prstGeom prst="ellipse">
              <a:avLst/>
            </a:prstGeom>
            <a:gradFill flip="none" rotWithShape="1">
              <a:gsLst>
                <a:gs pos="100000">
                  <a:sysClr val="window" lastClr="FFFFFF">
                    <a:lumMod val="85000"/>
                  </a:sysClr>
                </a:gs>
                <a:gs pos="0">
                  <a:sysClr val="window" lastClr="FFFFFF"/>
                </a:gs>
              </a:gsLst>
              <a:lin ang="13200000" scaled="0"/>
              <a:tileRect/>
            </a:gradFill>
            <a:ln w="28575" cap="flat">
              <a:gradFill flip="none" rotWithShape="1">
                <a:gsLst>
                  <a:gs pos="0">
                    <a:sysClr val="window" lastClr="FFFFFF">
                      <a:lumMod val="85000"/>
                    </a:sysClr>
                  </a:gs>
                  <a:gs pos="100000">
                    <a:sysClr val="window" lastClr="FFFFFF"/>
                  </a:gs>
                </a:gsLst>
                <a:lin ang="18900000" scaled="1"/>
                <a:tileRect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68580" tIns="34290" rIns="68580" bIns="34290" numCol="1" anchor="t" anchorCtr="0" compatLnSpc="1"/>
            <a:lstStyle/>
            <a:p>
              <a:pPr marL="0" marR="0" lvl="0" indent="0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3" name="椭圆 12"/>
            <p:cNvSpPr/>
            <p:nvPr/>
          </p:nvSpPr>
          <p:spPr>
            <a:xfrm>
              <a:off x="1387563" y="1471842"/>
              <a:ext cx="426048" cy="426048"/>
            </a:xfrm>
            <a:prstGeom prst="ellipse">
              <a:avLst/>
            </a:prstGeom>
            <a:gradFill flip="none" rotWithShape="1">
              <a:gsLst>
                <a:gs pos="0">
                  <a:srgbClr val="127FB8"/>
                </a:gs>
                <a:gs pos="100000">
                  <a:srgbClr val="3CB1EC"/>
                </a:gs>
              </a:gsLst>
              <a:lin ang="8100000" scaled="1"/>
              <a:tileRect/>
            </a:gradFill>
            <a:ln w="28575" cap="flat" cmpd="sng" algn="ctr">
              <a:gradFill>
                <a:gsLst>
                  <a:gs pos="0">
                    <a:srgbClr val="3CB1EC"/>
                  </a:gs>
                  <a:gs pos="100000">
                    <a:srgbClr val="127FB8"/>
                  </a:gs>
                </a:gsLst>
                <a:lin ang="5400000" scaled="1"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2086395" y="1542967"/>
              <a:ext cx="256981" cy="256981"/>
            </a:xfrm>
            <a:prstGeom prst="ellipse">
              <a:avLst/>
            </a:prstGeom>
            <a:gradFill flip="none" rotWithShape="1"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18900000" scaled="1"/>
              <a:tileRect/>
            </a:gradFill>
            <a:ln w="28575" cap="flat" cmpd="sng" algn="ctr">
              <a:gradFill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85000"/>
                    </a:sysClr>
                  </a:gs>
                </a:gsLst>
                <a:lin ang="5400000" scaled="1"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5" name="椭圆 14"/>
            <p:cNvSpPr/>
            <p:nvPr/>
          </p:nvSpPr>
          <p:spPr>
            <a:xfrm>
              <a:off x="3887893" y="938385"/>
              <a:ext cx="473166" cy="473166"/>
            </a:xfrm>
            <a:prstGeom prst="ellipse">
              <a:avLst/>
            </a:prstGeom>
            <a:gradFill flip="none" rotWithShape="1"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18900000" scaled="1"/>
              <a:tileRect/>
            </a:gradFill>
            <a:ln w="28575" cap="flat" cmpd="sng" algn="ctr">
              <a:gradFill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85000"/>
                    </a:sysClr>
                  </a:gs>
                </a:gsLst>
                <a:lin ang="5400000" scaled="1"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sp>
        <p:nvSpPr>
          <p:cNvPr id="16" name="椭圆 15"/>
          <p:cNvSpPr/>
          <p:nvPr userDrawn="1"/>
        </p:nvSpPr>
        <p:spPr>
          <a:xfrm flipH="1">
            <a:off x="9560282" y="5658449"/>
            <a:ext cx="423290" cy="423290"/>
          </a:xfrm>
          <a:prstGeom prst="ellipse">
            <a:avLst/>
          </a:prstGeom>
          <a:gradFill flip="none" rotWithShape="1">
            <a:gsLst>
              <a:gs pos="100000">
                <a:sysClr val="window" lastClr="FFFFFF">
                  <a:lumMod val="85000"/>
                </a:sysClr>
              </a:gs>
              <a:gs pos="0">
                <a:sysClr val="window" lastClr="FFFFFF"/>
              </a:gs>
            </a:gsLst>
            <a:lin ang="13200000" scaled="0"/>
            <a:tileRect/>
          </a:gradFill>
          <a:ln w="28575" cap="flat">
            <a:gradFill flip="none" rotWithShape="1">
              <a:gsLst>
                <a:gs pos="0">
                  <a:sysClr val="window" lastClr="FFFFFF">
                    <a:lumMod val="85000"/>
                  </a:sysClr>
                </a:gs>
                <a:gs pos="100000">
                  <a:sysClr val="window" lastClr="FFFFFF"/>
                </a:gs>
              </a:gsLst>
              <a:lin ang="18900000" scaled="1"/>
              <a:tileRect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vert="horz" wrap="square" lIns="68580" tIns="34290" rIns="68580" bIns="34290" numCol="1" anchor="t" anchorCtr="0" compatLnSpc="1"/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17" name="椭圆 16"/>
          <p:cNvSpPr/>
          <p:nvPr userDrawn="1"/>
        </p:nvSpPr>
        <p:spPr>
          <a:xfrm flipH="1">
            <a:off x="11597022" y="4927518"/>
            <a:ext cx="238303" cy="238303"/>
          </a:xfrm>
          <a:prstGeom prst="ellipse">
            <a:avLst/>
          </a:prstGeom>
          <a:gradFill flip="none" rotWithShape="1">
            <a:gsLst>
              <a:gs pos="100000">
                <a:sysClr val="window" lastClr="FFFFFF">
                  <a:lumMod val="85000"/>
                </a:sysClr>
              </a:gs>
              <a:gs pos="0">
                <a:sysClr val="window" lastClr="FFFFFF"/>
              </a:gs>
            </a:gsLst>
            <a:lin ang="18900000" scaled="1"/>
            <a:tileRect/>
          </a:gradFill>
          <a:ln w="28575" cap="flat">
            <a:gradFill flip="none" rotWithShape="1">
              <a:gsLst>
                <a:gs pos="0">
                  <a:sysClr val="window" lastClr="FFFFFF">
                    <a:lumMod val="85000"/>
                  </a:sysClr>
                </a:gs>
                <a:gs pos="100000">
                  <a:sysClr val="window" lastClr="FFFFFF"/>
                </a:gs>
              </a:gsLst>
              <a:lin ang="18900000" scaled="1"/>
              <a:tileRect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vert="horz" wrap="square" lIns="68580" tIns="34290" rIns="68580" bIns="34290" numCol="1" anchor="t" anchorCtr="0" compatLnSpc="1"/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18" name="椭圆 17"/>
          <p:cNvSpPr/>
          <p:nvPr userDrawn="1"/>
        </p:nvSpPr>
        <p:spPr>
          <a:xfrm>
            <a:off x="11455241" y="4059606"/>
            <a:ext cx="523999" cy="523999"/>
          </a:xfrm>
          <a:prstGeom prst="ellipse">
            <a:avLst/>
          </a:prstGeom>
          <a:gradFill flip="none" rotWithShape="1">
            <a:gsLst>
              <a:gs pos="0">
                <a:srgbClr val="127FB8"/>
              </a:gs>
              <a:gs pos="100000">
                <a:srgbClr val="3CB1EC"/>
              </a:gs>
            </a:gsLst>
            <a:lin ang="8100000" scaled="1"/>
            <a:tileRect/>
          </a:gradFill>
          <a:ln w="28575" cap="flat" cmpd="sng" algn="ctr">
            <a:gradFill>
              <a:gsLst>
                <a:gs pos="0">
                  <a:srgbClr val="3CB1EC"/>
                </a:gs>
                <a:gs pos="100000">
                  <a:srgbClr val="127FB8"/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685800"/>
            <a:endParaRPr lang="zh-CN" altLang="en-US" sz="1350" kern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19" name="椭圆 18"/>
          <p:cNvSpPr/>
          <p:nvPr userDrawn="1"/>
        </p:nvSpPr>
        <p:spPr>
          <a:xfrm>
            <a:off x="10433609" y="5348782"/>
            <a:ext cx="478595" cy="478595"/>
          </a:xfrm>
          <a:prstGeom prst="ellipse">
            <a:avLst/>
          </a:prstGeom>
          <a:gradFill flip="none" rotWithShape="1">
            <a:gsLst>
              <a:gs pos="0">
                <a:srgbClr val="127FB8"/>
              </a:gs>
              <a:gs pos="100000">
                <a:srgbClr val="3CB1EC"/>
              </a:gs>
            </a:gsLst>
            <a:lin ang="8100000" scaled="1"/>
            <a:tileRect/>
          </a:gradFill>
          <a:ln w="28575" cap="flat" cmpd="sng" algn="ctr">
            <a:gradFill>
              <a:gsLst>
                <a:gs pos="0">
                  <a:srgbClr val="3CB1EC"/>
                </a:gs>
                <a:gs pos="100000">
                  <a:srgbClr val="127FB8"/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685800"/>
            <a:endParaRPr lang="zh-CN" altLang="en-US" sz="1350" kern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20" name="椭圆 19"/>
          <p:cNvSpPr/>
          <p:nvPr userDrawn="1"/>
        </p:nvSpPr>
        <p:spPr>
          <a:xfrm>
            <a:off x="8626307" y="5232401"/>
            <a:ext cx="426048" cy="426048"/>
          </a:xfrm>
          <a:prstGeom prst="ellipse">
            <a:avLst/>
          </a:prstGeom>
          <a:gradFill flip="none" rotWithShape="1">
            <a:gsLst>
              <a:gs pos="0">
                <a:srgbClr val="127FB8"/>
              </a:gs>
              <a:gs pos="100000">
                <a:srgbClr val="3CB1EC"/>
              </a:gs>
            </a:gsLst>
            <a:lin ang="8100000" scaled="1"/>
            <a:tileRect/>
          </a:gradFill>
          <a:ln w="28575" cap="flat" cmpd="sng" algn="ctr">
            <a:gradFill>
              <a:gsLst>
                <a:gs pos="0">
                  <a:srgbClr val="3CB1EC"/>
                </a:gs>
                <a:gs pos="100000">
                  <a:srgbClr val="127FB8"/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685800"/>
            <a:endParaRPr lang="zh-CN" altLang="en-US" sz="1350" kern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21" name="椭圆 20"/>
          <p:cNvSpPr/>
          <p:nvPr userDrawn="1"/>
        </p:nvSpPr>
        <p:spPr>
          <a:xfrm>
            <a:off x="10995712" y="5609070"/>
            <a:ext cx="256981" cy="256981"/>
          </a:xfrm>
          <a:prstGeom prst="ellipse">
            <a:avLst/>
          </a:prstGeom>
          <a:gradFill flip="none" rotWithShape="1">
            <a:gsLst>
              <a:gs pos="0">
                <a:sysClr val="window" lastClr="FFFFFF"/>
              </a:gs>
              <a:gs pos="100000">
                <a:sysClr val="window" lastClr="FFFFFF">
                  <a:lumMod val="85000"/>
                </a:sysClr>
              </a:gs>
            </a:gsLst>
            <a:lin ang="18900000" scaled="1"/>
            <a:tileRect/>
          </a:gradFill>
          <a:ln w="28575" cap="flat" cmpd="sng" algn="ctr">
            <a:gradFill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2" name="椭圆 21"/>
          <p:cNvSpPr/>
          <p:nvPr userDrawn="1"/>
        </p:nvSpPr>
        <p:spPr>
          <a:xfrm>
            <a:off x="9325139" y="5303525"/>
            <a:ext cx="256981" cy="256981"/>
          </a:xfrm>
          <a:prstGeom prst="ellipse">
            <a:avLst/>
          </a:prstGeom>
          <a:gradFill flip="none" rotWithShape="1">
            <a:gsLst>
              <a:gs pos="0">
                <a:sysClr val="window" lastClr="FFFFFF"/>
              </a:gs>
              <a:gs pos="100000">
                <a:sysClr val="window" lastClr="FFFFFF">
                  <a:lumMod val="85000"/>
                </a:sysClr>
              </a:gs>
            </a:gsLst>
            <a:lin ang="18900000" scaled="1"/>
            <a:tileRect/>
          </a:gradFill>
          <a:ln w="28575" cap="flat" cmpd="sng" algn="ctr">
            <a:gradFill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3" name="椭圆 22"/>
          <p:cNvSpPr/>
          <p:nvPr userDrawn="1"/>
        </p:nvSpPr>
        <p:spPr>
          <a:xfrm>
            <a:off x="10634942" y="4207682"/>
            <a:ext cx="473166" cy="473166"/>
          </a:xfrm>
          <a:prstGeom prst="ellipse">
            <a:avLst/>
          </a:prstGeom>
          <a:gradFill flip="none" rotWithShape="1">
            <a:gsLst>
              <a:gs pos="0">
                <a:sysClr val="window" lastClr="FFFFFF"/>
              </a:gs>
              <a:gs pos="100000">
                <a:sysClr val="window" lastClr="FFFFFF">
                  <a:lumMod val="85000"/>
                </a:sysClr>
              </a:gs>
            </a:gsLst>
            <a:lin ang="18900000" scaled="1"/>
            <a:tileRect/>
          </a:gradFill>
          <a:ln w="28575" cap="flat" cmpd="sng" algn="ctr">
            <a:gradFill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grpSp>
        <p:nvGrpSpPr>
          <p:cNvPr id="24" name="组合 23"/>
          <p:cNvGrpSpPr/>
          <p:nvPr userDrawn="1"/>
        </p:nvGrpSpPr>
        <p:grpSpPr>
          <a:xfrm>
            <a:off x="10143078" y="4708774"/>
            <a:ext cx="1470451" cy="1470451"/>
            <a:chOff x="9140512" y="4395599"/>
            <a:chExt cx="1470451" cy="1470451"/>
          </a:xfrm>
        </p:grpSpPr>
        <p:grpSp>
          <p:nvGrpSpPr>
            <p:cNvPr id="25" name="组合 24"/>
            <p:cNvGrpSpPr/>
            <p:nvPr/>
          </p:nvGrpSpPr>
          <p:grpSpPr>
            <a:xfrm>
              <a:off x="9140512" y="4395599"/>
              <a:ext cx="1470451" cy="1470451"/>
              <a:chOff x="9140512" y="4395599"/>
              <a:chExt cx="1470451" cy="1470451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9140512" y="4395599"/>
                <a:ext cx="1470451" cy="1470451"/>
                <a:chOff x="9140512" y="4395599"/>
                <a:chExt cx="1470451" cy="1470451"/>
              </a:xfrm>
            </p:grpSpPr>
            <p:grpSp>
              <p:nvGrpSpPr>
                <p:cNvPr id="34" name="组合 33"/>
                <p:cNvGrpSpPr/>
                <p:nvPr/>
              </p:nvGrpSpPr>
              <p:grpSpPr>
                <a:xfrm flipH="1">
                  <a:off x="9140512" y="4395599"/>
                  <a:ext cx="1470451" cy="1470451"/>
                  <a:chOff x="2848131" y="1860029"/>
                  <a:chExt cx="3807502" cy="3807502"/>
                </a:xfrm>
              </p:grpSpPr>
              <p:sp>
                <p:nvSpPr>
                  <p:cNvPr id="38" name="椭圆 37"/>
                  <p:cNvSpPr/>
                  <p:nvPr/>
                </p:nvSpPr>
                <p:spPr>
                  <a:xfrm>
                    <a:off x="2848131" y="1860029"/>
                    <a:ext cx="3807502" cy="380750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ysClr val="window" lastClr="FFFFFF"/>
                      </a:gs>
                      <a:gs pos="100000">
                        <a:srgbClr val="E0E0E0"/>
                      </a:gs>
                    </a:gsLst>
                    <a:lin ang="5400000" scaled="1"/>
                    <a:tileRect/>
                  </a:gradFill>
                  <a:ln w="12700" cap="flat" cmpd="sng" algn="ctr">
                    <a:noFill/>
                    <a:prstDash val="solid"/>
                    <a:miter lim="800000"/>
                  </a:ln>
                  <a:effectLst>
                    <a:outerShdw blurRad="444500" dist="190500" dir="8100000" algn="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rtlCol="0" anchor="ctr"/>
                  <a:lstStyle/>
                  <a:p>
                    <a:pPr marL="0" marR="0" lvl="0" indent="0" algn="ctr" defTabSz="6858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endParaRPr kumimoji="0" lang="zh-CN" altLang="en-US" sz="9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宋体" panose="02010600030101010101" pitchFamily="2" charset="-122"/>
                      <a:cs typeface="+mn-cs"/>
                    </a:endParaRPr>
                  </a:p>
                </p:txBody>
              </p:sp>
              <p:sp>
                <p:nvSpPr>
                  <p:cNvPr id="39" name="椭圆 38"/>
                  <p:cNvSpPr/>
                  <p:nvPr/>
                </p:nvSpPr>
                <p:spPr>
                  <a:xfrm>
                    <a:off x="2936814" y="1948725"/>
                    <a:ext cx="3630123" cy="363012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ysClr val="window" lastClr="FFFFFF"/>
                      </a:gs>
                      <a:gs pos="100000">
                        <a:srgbClr val="DDDEDD"/>
                      </a:gs>
                    </a:gsLst>
                    <a:lin ang="18900000" scaled="1"/>
                    <a:tileRect/>
                  </a:gra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6858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endParaRPr kumimoji="0" lang="zh-CN" altLang="en-US" sz="9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宋体" panose="02010600030101010101" pitchFamily="2" charset="-122"/>
                      <a:cs typeface="+mn-cs"/>
                    </a:endParaRPr>
                  </a:p>
                </p:txBody>
              </p:sp>
            </p:grpSp>
            <p:grpSp>
              <p:nvGrpSpPr>
                <p:cNvPr id="35" name="组合 34"/>
                <p:cNvGrpSpPr/>
                <p:nvPr/>
              </p:nvGrpSpPr>
              <p:grpSpPr>
                <a:xfrm>
                  <a:off x="9361177" y="4964388"/>
                  <a:ext cx="1061878" cy="368683"/>
                  <a:chOff x="3454194" y="2297765"/>
                  <a:chExt cx="5283612" cy="1834466"/>
                </a:xfrm>
                <a:noFill/>
              </p:grpSpPr>
              <p:sp>
                <p:nvSpPr>
                  <p:cNvPr id="36" name="椭圆 35"/>
                  <p:cNvSpPr/>
                  <p:nvPr/>
                </p:nvSpPr>
                <p:spPr>
                  <a:xfrm rot="900000">
                    <a:off x="3454194" y="2297765"/>
                    <a:ext cx="5283610" cy="1834464"/>
                  </a:xfrm>
                  <a:prstGeom prst="ellipse">
                    <a:avLst/>
                  </a:prstGeom>
                  <a:grpFill/>
                  <a:ln>
                    <a:solidFill>
                      <a:srgbClr val="3CB1E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" name="椭圆 36"/>
                  <p:cNvSpPr/>
                  <p:nvPr/>
                </p:nvSpPr>
                <p:spPr>
                  <a:xfrm rot="375874">
                    <a:off x="3454196" y="2297767"/>
                    <a:ext cx="5283610" cy="1834464"/>
                  </a:xfrm>
                  <a:prstGeom prst="ellipse">
                    <a:avLst/>
                  </a:prstGeom>
                  <a:grpFill/>
                  <a:ln>
                    <a:solidFill>
                      <a:srgbClr val="3CB1E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33" name="加号 32"/>
              <p:cNvSpPr/>
              <p:nvPr/>
            </p:nvSpPr>
            <p:spPr>
              <a:xfrm>
                <a:off x="9470107" y="4726721"/>
                <a:ext cx="844018" cy="844018"/>
              </a:xfrm>
              <a:prstGeom prst="mathPlus">
                <a:avLst/>
              </a:prstGeom>
              <a:solidFill>
                <a:srgbClr val="3CB1E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9489821" y="5292989"/>
              <a:ext cx="204307" cy="181613"/>
              <a:chOff x="4324132" y="2722273"/>
              <a:chExt cx="899848" cy="799898"/>
            </a:xfrm>
            <a:solidFill>
              <a:srgbClr val="3CB1EC"/>
            </a:solidFill>
          </p:grpSpPr>
          <p:sp>
            <p:nvSpPr>
              <p:cNvPr id="30" name="泪滴形 29"/>
              <p:cNvSpPr/>
              <p:nvPr/>
            </p:nvSpPr>
            <p:spPr>
              <a:xfrm rot="2700000">
                <a:off x="4324132" y="2722273"/>
                <a:ext cx="308475" cy="308475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泪滴形 30"/>
              <p:cNvSpPr/>
              <p:nvPr/>
            </p:nvSpPr>
            <p:spPr>
              <a:xfrm rot="18000000">
                <a:off x="4778098" y="3076289"/>
                <a:ext cx="445882" cy="445882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 rot="9900000">
              <a:off x="10089797" y="4813037"/>
              <a:ext cx="204307" cy="181613"/>
              <a:chOff x="4324132" y="2722273"/>
              <a:chExt cx="899848" cy="799898"/>
            </a:xfrm>
            <a:solidFill>
              <a:srgbClr val="3CB1EC"/>
            </a:solidFill>
          </p:grpSpPr>
          <p:sp>
            <p:nvSpPr>
              <p:cNvPr id="28" name="泪滴形 27"/>
              <p:cNvSpPr/>
              <p:nvPr/>
            </p:nvSpPr>
            <p:spPr>
              <a:xfrm rot="2700000">
                <a:off x="4324132" y="2722273"/>
                <a:ext cx="308475" cy="308475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泪滴形 28"/>
              <p:cNvSpPr/>
              <p:nvPr/>
            </p:nvSpPr>
            <p:spPr>
              <a:xfrm rot="18000000">
                <a:off x="4778098" y="3076289"/>
                <a:ext cx="445882" cy="445882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9"/>
          <p:cNvSpPr>
            <a:spLocks noGrp="1"/>
          </p:cNvSpPr>
          <p:nvPr>
            <p:ph type="body" sz="quarter" idx="10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sp>
        <p:nvSpPr>
          <p:cNvPr id="14" name="文本占位符 9"/>
          <p:cNvSpPr>
            <a:spLocks noGrp="1"/>
          </p:cNvSpPr>
          <p:nvPr>
            <p:ph type="body" sz="quarter" idx="16" hasCustomPrompt="1"/>
          </p:nvPr>
        </p:nvSpPr>
        <p:spPr>
          <a:xfrm>
            <a:off x="8581292" y="5748825"/>
            <a:ext cx="3253772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  <p:pic>
        <p:nvPicPr>
          <p:cNvPr id="3" name="图片 2" descr="图片包含 大, 房间&#10;&#10;描述已自动生成">
            <a:extLst>
              <a:ext uri="{FF2B5EF4-FFF2-40B4-BE49-F238E27FC236}">
                <a16:creationId xmlns:a16="http://schemas.microsoft.com/office/drawing/2014/main" id="{75C0B2D9-DD42-9B41-BF40-40400486E48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4338" y="-71603"/>
            <a:ext cx="1424261" cy="113331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0827064" y="20948"/>
            <a:ext cx="1008000" cy="1008000"/>
            <a:chOff x="10879818" y="68025"/>
            <a:chExt cx="1080000" cy="1080000"/>
          </a:xfrm>
        </p:grpSpPr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79818" y="68025"/>
              <a:ext cx="1070154" cy="1080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椭圆 6"/>
            <p:cNvSpPr/>
            <p:nvPr/>
          </p:nvSpPr>
          <p:spPr>
            <a:xfrm>
              <a:off x="10879818" y="68025"/>
              <a:ext cx="1080000" cy="1080000"/>
            </a:xfrm>
            <a:prstGeom prst="ellipse">
              <a:avLst/>
            </a:prstGeom>
            <a:noFill/>
            <a:ln>
              <a:solidFill>
                <a:srgbClr val="127FB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文本占位符 9"/>
          <p:cNvSpPr>
            <a:spLocks noGrp="1"/>
          </p:cNvSpPr>
          <p:nvPr>
            <p:ph type="body" sz="quarter" idx="10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图片占位符 6"/>
          <p:cNvSpPr>
            <a:spLocks noGrp="1"/>
          </p:cNvSpPr>
          <p:nvPr>
            <p:ph type="pic" sz="quarter" idx="12"/>
          </p:nvPr>
        </p:nvSpPr>
        <p:spPr>
          <a:xfrm>
            <a:off x="8581292" y="1257351"/>
            <a:ext cx="3221501" cy="4343298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10827064" y="20948"/>
            <a:ext cx="1008000" cy="1008000"/>
            <a:chOff x="10879818" y="68025"/>
            <a:chExt cx="1080000" cy="1080000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79818" y="68025"/>
              <a:ext cx="1070154" cy="1080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椭圆 11"/>
            <p:cNvSpPr/>
            <p:nvPr/>
          </p:nvSpPr>
          <p:spPr>
            <a:xfrm>
              <a:off x="10879818" y="68025"/>
              <a:ext cx="1080000" cy="1080000"/>
            </a:xfrm>
            <a:prstGeom prst="ellipse">
              <a:avLst/>
            </a:prstGeom>
            <a:noFill/>
            <a:ln>
              <a:solidFill>
                <a:srgbClr val="127FB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" name="文本占位符 9"/>
          <p:cNvSpPr>
            <a:spLocks noGrp="1"/>
          </p:cNvSpPr>
          <p:nvPr>
            <p:ph type="body" sz="quarter" idx="10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sp>
        <p:nvSpPr>
          <p:cNvPr id="14" name="文本占位符 9"/>
          <p:cNvSpPr>
            <a:spLocks noGrp="1"/>
          </p:cNvSpPr>
          <p:nvPr>
            <p:ph type="body" sz="quarter" idx="16" hasCustomPrompt="1"/>
          </p:nvPr>
        </p:nvSpPr>
        <p:spPr>
          <a:xfrm>
            <a:off x="8581292" y="5748825"/>
            <a:ext cx="3253772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图片占位符 6"/>
          <p:cNvSpPr>
            <a:spLocks noGrp="1"/>
          </p:cNvSpPr>
          <p:nvPr>
            <p:ph type="pic" sz="quarter" idx="10"/>
          </p:nvPr>
        </p:nvSpPr>
        <p:spPr>
          <a:xfrm>
            <a:off x="1793569" y="2015331"/>
            <a:ext cx="2097087" cy="28273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/>
          <p:cNvSpPr>
            <a:spLocks noGrp="1"/>
          </p:cNvSpPr>
          <p:nvPr>
            <p:ph type="pic" sz="quarter" idx="11"/>
          </p:nvPr>
        </p:nvSpPr>
        <p:spPr>
          <a:xfrm>
            <a:off x="5061616" y="2015331"/>
            <a:ext cx="2097087" cy="28273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/>
          <p:cNvSpPr>
            <a:spLocks noGrp="1"/>
          </p:cNvSpPr>
          <p:nvPr>
            <p:ph type="pic" sz="quarter" idx="12"/>
          </p:nvPr>
        </p:nvSpPr>
        <p:spPr>
          <a:xfrm>
            <a:off x="8329662" y="2015331"/>
            <a:ext cx="2097087" cy="2827338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10827064" y="20948"/>
            <a:ext cx="1008000" cy="1008000"/>
            <a:chOff x="10879818" y="68025"/>
            <a:chExt cx="1080000" cy="1080000"/>
          </a:xfrm>
        </p:grpSpPr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79818" y="68025"/>
              <a:ext cx="1070154" cy="1080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椭圆 14"/>
            <p:cNvSpPr/>
            <p:nvPr/>
          </p:nvSpPr>
          <p:spPr>
            <a:xfrm>
              <a:off x="10879818" y="68025"/>
              <a:ext cx="1080000" cy="1080000"/>
            </a:xfrm>
            <a:prstGeom prst="ellipse">
              <a:avLst/>
            </a:prstGeom>
            <a:noFill/>
            <a:ln>
              <a:solidFill>
                <a:srgbClr val="127FB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sp>
        <p:nvSpPr>
          <p:cNvPr id="12" name="文本占位符 9"/>
          <p:cNvSpPr>
            <a:spLocks noGrp="1"/>
          </p:cNvSpPr>
          <p:nvPr>
            <p:ph type="body" sz="quarter" idx="14" hasCustomPrompt="1"/>
          </p:nvPr>
        </p:nvSpPr>
        <p:spPr>
          <a:xfrm>
            <a:off x="1793569" y="5023692"/>
            <a:ext cx="2090983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sp>
        <p:nvSpPr>
          <p:cNvPr id="17" name="文本占位符 9"/>
          <p:cNvSpPr>
            <a:spLocks noGrp="1"/>
          </p:cNvSpPr>
          <p:nvPr>
            <p:ph type="body" sz="quarter" idx="15" hasCustomPrompt="1"/>
          </p:nvPr>
        </p:nvSpPr>
        <p:spPr>
          <a:xfrm>
            <a:off x="5067720" y="5035780"/>
            <a:ext cx="2090983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sp>
        <p:nvSpPr>
          <p:cNvPr id="18" name="文本占位符 9"/>
          <p:cNvSpPr>
            <a:spLocks noGrp="1"/>
          </p:cNvSpPr>
          <p:nvPr>
            <p:ph type="body" sz="quarter" idx="16" hasCustomPrompt="1"/>
          </p:nvPr>
        </p:nvSpPr>
        <p:spPr>
          <a:xfrm>
            <a:off x="8329662" y="5035780"/>
            <a:ext cx="2090983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pic>
        <p:nvPicPr>
          <p:cNvPr id="19" name="图片 1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498767" y="5931526"/>
            <a:ext cx="881668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4345954" y="5594301"/>
            <a:ext cx="3500093" cy="674450"/>
            <a:chOff x="4409879" y="5594301"/>
            <a:chExt cx="3500093" cy="674450"/>
          </a:xfrm>
          <a:solidFill>
            <a:srgbClr val="FFFFFF"/>
          </a:solidFill>
        </p:grpSpPr>
        <p:sp>
          <p:nvSpPr>
            <p:cNvPr id="9" name="矩形 8"/>
            <p:cNvSpPr/>
            <p:nvPr/>
          </p:nvSpPr>
          <p:spPr>
            <a:xfrm>
              <a:off x="4409879" y="5594301"/>
              <a:ext cx="3500093" cy="6744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0" name="image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73804" y="5594301"/>
              <a:ext cx="3372242" cy="674450"/>
            </a:xfrm>
            <a:prstGeom prst="rect">
              <a:avLst/>
            </a:prstGeom>
            <a:grpFill/>
            <a:ln w="12700">
              <a:miter lim="400000"/>
              <a:headEnd/>
              <a:tailEnd/>
            </a:ln>
          </p:spPr>
        </p:pic>
      </p:grpSp>
      <p:grpSp>
        <p:nvGrpSpPr>
          <p:cNvPr id="11" name="组合 10"/>
          <p:cNvGrpSpPr/>
          <p:nvPr userDrawn="1"/>
        </p:nvGrpSpPr>
        <p:grpSpPr>
          <a:xfrm flipH="1">
            <a:off x="0" y="0"/>
            <a:ext cx="2686637" cy="2983173"/>
            <a:chOff x="9505362" y="0"/>
            <a:chExt cx="2686637" cy="2983173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9" name="组合 98"/>
          <p:cNvGrpSpPr/>
          <p:nvPr userDrawn="1"/>
        </p:nvGrpSpPr>
        <p:grpSpPr>
          <a:xfrm flipV="1">
            <a:off x="9505363" y="3874827"/>
            <a:ext cx="2686637" cy="2983173"/>
            <a:chOff x="9505362" y="0"/>
            <a:chExt cx="2686637" cy="2983173"/>
          </a:xfrm>
        </p:grpSpPr>
        <p:sp>
          <p:nvSpPr>
            <p:cNvPr id="100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3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4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5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6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cxnSp>
        <p:nvCxnSpPr>
          <p:cNvPr id="187" name="直接连接符 186"/>
          <p:cNvCxnSpPr/>
          <p:nvPr userDrawn="1"/>
        </p:nvCxnSpPr>
        <p:spPr>
          <a:xfrm>
            <a:off x="4028445" y="2215812"/>
            <a:ext cx="1026531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流程图: 准备 187"/>
          <p:cNvSpPr/>
          <p:nvPr userDrawn="1"/>
        </p:nvSpPr>
        <p:spPr>
          <a:xfrm>
            <a:off x="5046509" y="1906868"/>
            <a:ext cx="2124758" cy="622245"/>
          </a:xfrm>
          <a:prstGeom prst="flowChartPreparation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9" name="直接连接符 188"/>
          <p:cNvCxnSpPr/>
          <p:nvPr userDrawn="1"/>
        </p:nvCxnSpPr>
        <p:spPr>
          <a:xfrm>
            <a:off x="7171267" y="2215812"/>
            <a:ext cx="1026531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鸣谢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 userDrawn="1"/>
        </p:nvGrpSpPr>
        <p:grpSpPr>
          <a:xfrm>
            <a:off x="497854" y="596738"/>
            <a:ext cx="3407396" cy="656588"/>
            <a:chOff x="4409879" y="5594301"/>
            <a:chExt cx="3500093" cy="674450"/>
          </a:xfrm>
          <a:solidFill>
            <a:srgbClr val="FFFFFF"/>
          </a:solidFill>
        </p:grpSpPr>
        <p:sp>
          <p:nvSpPr>
            <p:cNvPr id="9" name="矩形 8"/>
            <p:cNvSpPr/>
            <p:nvPr/>
          </p:nvSpPr>
          <p:spPr>
            <a:xfrm>
              <a:off x="4409879" y="5594301"/>
              <a:ext cx="3500093" cy="6744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pic>
          <p:nvPicPr>
            <p:cNvPr id="10" name="image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73804" y="5594301"/>
              <a:ext cx="3372242" cy="674450"/>
            </a:xfrm>
            <a:prstGeom prst="rect">
              <a:avLst/>
            </a:prstGeom>
            <a:grpFill/>
            <a:ln w="12700">
              <a:miter lim="400000"/>
              <a:headEnd/>
              <a:tailEnd/>
            </a:ln>
          </p:spPr>
        </p:pic>
      </p:grpSp>
      <p:grpSp>
        <p:nvGrpSpPr>
          <p:cNvPr id="11" name="组合 10"/>
          <p:cNvGrpSpPr/>
          <p:nvPr userDrawn="1"/>
        </p:nvGrpSpPr>
        <p:grpSpPr>
          <a:xfrm>
            <a:off x="6553126" y="0"/>
            <a:ext cx="5638874" cy="5828744"/>
            <a:chOff x="9505362" y="0"/>
            <a:chExt cx="2686637" cy="2777100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8" name="心形 97"/>
            <p:cNvSpPr/>
            <p:nvPr/>
          </p:nvSpPr>
          <p:spPr>
            <a:xfrm>
              <a:off x="11413874" y="1622237"/>
              <a:ext cx="277200" cy="244800"/>
            </a:xfrm>
            <a:prstGeom prst="heart">
              <a:avLst/>
            </a:prstGeom>
            <a:pattFill prst="wdDnDiag">
              <a:fgClr>
                <a:srgbClr val="127FB8"/>
              </a:fgClr>
              <a:bgClr>
                <a:schemeClr val="bg1">
                  <a:lumMod val="95000"/>
                </a:schemeClr>
              </a:bgClr>
            </a:patt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99" name="矩形 98"/>
          <p:cNvSpPr/>
          <p:nvPr userDrawn="1"/>
        </p:nvSpPr>
        <p:spPr>
          <a:xfrm>
            <a:off x="706669" y="3293447"/>
            <a:ext cx="5169294" cy="1412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127FB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谢 谢 观 看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127FB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3E693-59B5-40BA-8F31-B80878202BBF}" type="datetimeFigureOut">
              <a:rPr lang="zh-CN" altLang="en-US" smtClean="0"/>
              <a:t>2026-08-16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6FA2E8-89B6-44E7-B22B-439693C1E7C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49" r:id="rId6"/>
    <p:sldLayoutId id="2147483650" r:id="rId7"/>
    <p:sldLayoutId id="2147483651" r:id="rId8"/>
    <p:sldLayoutId id="2147483662" r:id="rId9"/>
    <p:sldLayoutId id="2147483652" r:id="rId10"/>
    <p:sldLayoutId id="2147483653" r:id="rId11"/>
    <p:sldLayoutId id="2147483654" r:id="rId12"/>
    <p:sldLayoutId id="2147483655" r:id="rId13"/>
    <p:sldLayoutId id="2147483656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37"/>
          <p:cNvSpPr txBox="1"/>
          <p:nvPr/>
        </p:nvSpPr>
        <p:spPr>
          <a:xfrm>
            <a:off x="3399023" y="4088151"/>
            <a:ext cx="48357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20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湖南文理学院医学院 麦国琴</a:t>
            </a:r>
          </a:p>
        </p:txBody>
      </p:sp>
      <p:sp>
        <p:nvSpPr>
          <p:cNvPr id="32" name="矩形 31"/>
          <p:cNvSpPr/>
          <p:nvPr/>
        </p:nvSpPr>
        <p:spPr>
          <a:xfrm>
            <a:off x="5096142" y="1548343"/>
            <a:ext cx="19997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第六章</a:t>
            </a: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  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952149" y="1923451"/>
            <a:ext cx="7538550" cy="1789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第一步：下载数据</a:t>
            </a:r>
            <a:endParaRPr lang="en-US" altLang="zh-CN" sz="2400" b="1" dirty="0">
              <a:solidFill>
                <a:schemeClr val="bg2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第二步：上传数据</a:t>
            </a:r>
            <a:endParaRPr lang="en-US" altLang="zh-CN" sz="2400" b="1" dirty="0">
              <a:solidFill>
                <a:schemeClr val="bg2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zh-CN" altLang="en-US" sz="4800" b="1" dirty="0">
                <a:solidFill>
                  <a:srgbClr val="2B2F3A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第三步 在服务器运行代码</a:t>
            </a:r>
            <a:endParaRPr lang="en-US" altLang="zh-CN" sz="4800" b="1" dirty="0">
              <a:solidFill>
                <a:srgbClr val="2B2F3A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grpSp>
        <p:nvGrpSpPr>
          <p:cNvPr id="124" name="Group 2" hidden="1"/>
          <p:cNvGrpSpPr/>
          <p:nvPr/>
        </p:nvGrpSpPr>
        <p:grpSpPr>
          <a:xfrm rot="16200000" flipH="1">
            <a:off x="148269" y="4023095"/>
            <a:ext cx="2686637" cy="2983173"/>
            <a:chOff x="6025662" y="-1"/>
            <a:chExt cx="6166338" cy="6846945"/>
          </a:xfrm>
        </p:grpSpPr>
        <p:sp>
          <p:nvSpPr>
            <p:cNvPr id="125" name="Freeform 215"/>
            <p:cNvSpPr/>
            <p:nvPr/>
          </p:nvSpPr>
          <p:spPr bwMode="auto">
            <a:xfrm>
              <a:off x="8076298" y="3429484"/>
              <a:ext cx="1328344" cy="1149575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6" name="Freeform 216"/>
            <p:cNvSpPr/>
            <p:nvPr/>
          </p:nvSpPr>
          <p:spPr bwMode="auto">
            <a:xfrm>
              <a:off x="8076298" y="3429484"/>
              <a:ext cx="1328344" cy="1149575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7" name="Freeform 217"/>
            <p:cNvSpPr/>
            <p:nvPr/>
          </p:nvSpPr>
          <p:spPr bwMode="auto">
            <a:xfrm>
              <a:off x="8076298" y="2291132"/>
              <a:ext cx="1328344" cy="1151178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8" name="Freeform 218"/>
            <p:cNvSpPr/>
            <p:nvPr/>
          </p:nvSpPr>
          <p:spPr bwMode="auto">
            <a:xfrm>
              <a:off x="8076298" y="1135946"/>
              <a:ext cx="1328344" cy="1151178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9" name="Freeform 219"/>
            <p:cNvSpPr/>
            <p:nvPr/>
          </p:nvSpPr>
          <p:spPr bwMode="auto">
            <a:xfrm>
              <a:off x="8076298" y="1135946"/>
              <a:ext cx="1328344" cy="1151178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0" name="Freeform 220"/>
            <p:cNvSpPr/>
            <p:nvPr/>
          </p:nvSpPr>
          <p:spPr bwMode="auto">
            <a:xfrm>
              <a:off x="8444258" y="-1"/>
              <a:ext cx="3422269" cy="2484332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1" name="Freeform 221"/>
            <p:cNvSpPr/>
            <p:nvPr/>
          </p:nvSpPr>
          <p:spPr bwMode="auto">
            <a:xfrm>
              <a:off x="8444258" y="-1"/>
              <a:ext cx="3422269" cy="2484332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2" name="Freeform 222"/>
            <p:cNvSpPr/>
            <p:nvPr/>
          </p:nvSpPr>
          <p:spPr bwMode="auto">
            <a:xfrm>
              <a:off x="8786566" y="1135946"/>
              <a:ext cx="618077" cy="825706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3" name="Freeform 223"/>
            <p:cNvSpPr/>
            <p:nvPr/>
          </p:nvSpPr>
          <p:spPr bwMode="auto">
            <a:xfrm>
              <a:off x="8786566" y="1135946"/>
              <a:ext cx="618077" cy="825706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4" name="Freeform 224"/>
            <p:cNvSpPr/>
            <p:nvPr/>
          </p:nvSpPr>
          <p:spPr bwMode="auto">
            <a:xfrm>
              <a:off x="11171492" y="-1"/>
              <a:ext cx="1020508" cy="3776602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5" name="Freeform 225"/>
            <p:cNvSpPr/>
            <p:nvPr/>
          </p:nvSpPr>
          <p:spPr bwMode="auto">
            <a:xfrm>
              <a:off x="11171492" y="-1"/>
              <a:ext cx="1020508" cy="3776602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6" name="Freeform 226"/>
            <p:cNvSpPr/>
            <p:nvPr/>
          </p:nvSpPr>
          <p:spPr bwMode="auto">
            <a:xfrm>
              <a:off x="10801127" y="-1"/>
              <a:ext cx="1390873" cy="2484332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7" name="Freeform 227"/>
            <p:cNvSpPr/>
            <p:nvPr/>
          </p:nvSpPr>
          <p:spPr bwMode="auto">
            <a:xfrm>
              <a:off x="10801127" y="-1"/>
              <a:ext cx="1390873" cy="2484332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8" name="Freeform 228"/>
            <p:cNvSpPr/>
            <p:nvPr/>
          </p:nvSpPr>
          <p:spPr bwMode="auto">
            <a:xfrm>
              <a:off x="7088658" y="-1"/>
              <a:ext cx="1327542" cy="575589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9" name="Freeform 229"/>
            <p:cNvSpPr/>
            <p:nvPr/>
          </p:nvSpPr>
          <p:spPr bwMode="auto">
            <a:xfrm>
              <a:off x="7088658" y="-1"/>
              <a:ext cx="1327542" cy="575589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0" name="Freeform 230"/>
            <p:cNvSpPr/>
            <p:nvPr/>
          </p:nvSpPr>
          <p:spPr bwMode="auto">
            <a:xfrm>
              <a:off x="6093803" y="2302356"/>
              <a:ext cx="1328344" cy="1148773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1" name="Freeform 231"/>
            <p:cNvSpPr/>
            <p:nvPr/>
          </p:nvSpPr>
          <p:spPr bwMode="auto">
            <a:xfrm>
              <a:off x="9073558" y="4007478"/>
              <a:ext cx="1327542" cy="1151178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2" name="Freeform 232"/>
            <p:cNvSpPr/>
            <p:nvPr/>
          </p:nvSpPr>
          <p:spPr bwMode="auto">
            <a:xfrm>
              <a:off x="9073558" y="4007478"/>
              <a:ext cx="1327542" cy="1151178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3" name="Freeform 233"/>
            <p:cNvSpPr/>
            <p:nvPr/>
          </p:nvSpPr>
          <p:spPr bwMode="auto">
            <a:xfrm>
              <a:off x="10061199" y="3429484"/>
              <a:ext cx="1325939" cy="1149575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4" name="Freeform 234"/>
            <p:cNvSpPr/>
            <p:nvPr/>
          </p:nvSpPr>
          <p:spPr bwMode="auto">
            <a:xfrm>
              <a:off x="10061199" y="3429484"/>
              <a:ext cx="1325939" cy="1149575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5" name="Freeform 235"/>
            <p:cNvSpPr>
              <a:spLocks noEditPoints="1"/>
            </p:cNvSpPr>
            <p:nvPr/>
          </p:nvSpPr>
          <p:spPr bwMode="auto">
            <a:xfrm>
              <a:off x="10121322" y="3872800"/>
              <a:ext cx="1236153" cy="79364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6" name="Freeform 236"/>
            <p:cNvSpPr>
              <a:spLocks noEditPoints="1"/>
            </p:cNvSpPr>
            <p:nvPr/>
          </p:nvSpPr>
          <p:spPr bwMode="auto">
            <a:xfrm>
              <a:off x="10121322" y="3872800"/>
              <a:ext cx="1236153" cy="79364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7" name="Freeform 237"/>
            <p:cNvSpPr/>
            <p:nvPr/>
          </p:nvSpPr>
          <p:spPr bwMode="auto">
            <a:xfrm>
              <a:off x="10118918" y="3620278"/>
              <a:ext cx="1242567" cy="656557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8" name="Freeform 238"/>
            <p:cNvSpPr/>
            <p:nvPr/>
          </p:nvSpPr>
          <p:spPr bwMode="auto">
            <a:xfrm>
              <a:off x="10118918" y="3620278"/>
              <a:ext cx="1242567" cy="656557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9" name="Freeform 239"/>
            <p:cNvSpPr>
              <a:spLocks noEditPoints="1"/>
            </p:cNvSpPr>
            <p:nvPr/>
          </p:nvSpPr>
          <p:spPr bwMode="auto">
            <a:xfrm>
              <a:off x="9240303" y="3716477"/>
              <a:ext cx="125860" cy="476986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0" name="Freeform 240"/>
            <p:cNvSpPr>
              <a:spLocks noEditPoints="1"/>
            </p:cNvSpPr>
            <p:nvPr/>
          </p:nvSpPr>
          <p:spPr bwMode="auto">
            <a:xfrm>
              <a:off x="9240303" y="3716477"/>
              <a:ext cx="125860" cy="476986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1" name="Freeform 241"/>
            <p:cNvSpPr/>
            <p:nvPr/>
          </p:nvSpPr>
          <p:spPr bwMode="auto">
            <a:xfrm>
              <a:off x="8081108" y="3620278"/>
              <a:ext cx="1293873" cy="656557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2" name="Freeform 242"/>
            <p:cNvSpPr/>
            <p:nvPr/>
          </p:nvSpPr>
          <p:spPr bwMode="auto">
            <a:xfrm>
              <a:off x="8081108" y="3620278"/>
              <a:ext cx="1293873" cy="656557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3" name="Freeform 243"/>
            <p:cNvSpPr/>
            <p:nvPr/>
          </p:nvSpPr>
          <p:spPr bwMode="auto">
            <a:xfrm>
              <a:off x="7088658" y="2865118"/>
              <a:ext cx="1327542" cy="1148773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4" name="Freeform 244"/>
            <p:cNvSpPr/>
            <p:nvPr/>
          </p:nvSpPr>
          <p:spPr bwMode="auto">
            <a:xfrm>
              <a:off x="7428560" y="3115235"/>
              <a:ext cx="646135" cy="648540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5" name="Freeform 245"/>
            <p:cNvSpPr/>
            <p:nvPr/>
          </p:nvSpPr>
          <p:spPr bwMode="auto">
            <a:xfrm>
              <a:off x="8065877" y="3425476"/>
              <a:ext cx="1351592" cy="1172823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6" name="Oval 246"/>
            <p:cNvSpPr>
              <a:spLocks noChangeArrowheads="1"/>
            </p:cNvSpPr>
            <p:nvPr/>
          </p:nvSpPr>
          <p:spPr bwMode="auto">
            <a:xfrm>
              <a:off x="8010563" y="3943345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7" name="Oval 247"/>
            <p:cNvSpPr>
              <a:spLocks noChangeArrowheads="1"/>
            </p:cNvSpPr>
            <p:nvPr/>
          </p:nvSpPr>
          <p:spPr bwMode="auto">
            <a:xfrm>
              <a:off x="9334096" y="3943345"/>
              <a:ext cx="143497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8" name="Oval 248"/>
            <p:cNvSpPr>
              <a:spLocks noChangeArrowheads="1"/>
            </p:cNvSpPr>
            <p:nvPr/>
          </p:nvSpPr>
          <p:spPr bwMode="auto">
            <a:xfrm>
              <a:off x="8341646" y="3367756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9" name="Oval 249"/>
            <p:cNvSpPr>
              <a:spLocks noChangeArrowheads="1"/>
            </p:cNvSpPr>
            <p:nvPr/>
          </p:nvSpPr>
          <p:spPr bwMode="auto">
            <a:xfrm>
              <a:off x="8341646" y="451252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0" name="Oval 250"/>
            <p:cNvSpPr>
              <a:spLocks noChangeArrowheads="1"/>
            </p:cNvSpPr>
            <p:nvPr/>
          </p:nvSpPr>
          <p:spPr bwMode="auto">
            <a:xfrm>
              <a:off x="9003013" y="3367756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1" name="Oval 251"/>
            <p:cNvSpPr>
              <a:spLocks noChangeArrowheads="1"/>
            </p:cNvSpPr>
            <p:nvPr/>
          </p:nvSpPr>
          <p:spPr bwMode="auto">
            <a:xfrm>
              <a:off x="9003013" y="4512521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2" name="Freeform 252"/>
            <p:cNvSpPr/>
            <p:nvPr/>
          </p:nvSpPr>
          <p:spPr bwMode="auto">
            <a:xfrm>
              <a:off x="9062335" y="1707527"/>
              <a:ext cx="1347584" cy="592424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3" name="Oval 253"/>
            <p:cNvSpPr>
              <a:spLocks noChangeArrowheads="1"/>
            </p:cNvSpPr>
            <p:nvPr/>
          </p:nvSpPr>
          <p:spPr bwMode="auto">
            <a:xfrm>
              <a:off x="9003013" y="2222991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4" name="Oval 254"/>
            <p:cNvSpPr>
              <a:spLocks noChangeArrowheads="1"/>
            </p:cNvSpPr>
            <p:nvPr/>
          </p:nvSpPr>
          <p:spPr bwMode="auto">
            <a:xfrm>
              <a:off x="10326546" y="222299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5" name="Oval 255"/>
            <p:cNvSpPr>
              <a:spLocks noChangeArrowheads="1"/>
            </p:cNvSpPr>
            <p:nvPr/>
          </p:nvSpPr>
          <p:spPr bwMode="auto">
            <a:xfrm>
              <a:off x="9334096" y="1649807"/>
              <a:ext cx="143497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6" name="Oval 256"/>
            <p:cNvSpPr>
              <a:spLocks noChangeArrowheads="1"/>
            </p:cNvSpPr>
            <p:nvPr/>
          </p:nvSpPr>
          <p:spPr bwMode="auto">
            <a:xfrm>
              <a:off x="9334096" y="2794572"/>
              <a:ext cx="143497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7" name="Oval 257"/>
            <p:cNvSpPr>
              <a:spLocks noChangeArrowheads="1"/>
            </p:cNvSpPr>
            <p:nvPr/>
          </p:nvSpPr>
          <p:spPr bwMode="auto">
            <a:xfrm>
              <a:off x="9995463" y="1649807"/>
              <a:ext cx="141091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8" name="Oval 258"/>
            <p:cNvSpPr>
              <a:spLocks noChangeArrowheads="1"/>
            </p:cNvSpPr>
            <p:nvPr/>
          </p:nvSpPr>
          <p:spPr bwMode="auto">
            <a:xfrm>
              <a:off x="9995463" y="2794572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9" name="Freeform 259"/>
            <p:cNvSpPr/>
            <p:nvPr/>
          </p:nvSpPr>
          <p:spPr bwMode="auto">
            <a:xfrm>
              <a:off x="10054785" y="1138351"/>
              <a:ext cx="352729" cy="58601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0" name="Oval 260"/>
            <p:cNvSpPr>
              <a:spLocks noChangeArrowheads="1"/>
            </p:cNvSpPr>
            <p:nvPr/>
          </p:nvSpPr>
          <p:spPr bwMode="auto">
            <a:xfrm>
              <a:off x="10326546" y="1074218"/>
              <a:ext cx="143497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1" name="Freeform 261"/>
            <p:cNvSpPr/>
            <p:nvPr/>
          </p:nvSpPr>
          <p:spPr bwMode="auto">
            <a:xfrm>
              <a:off x="6087390" y="3435897"/>
              <a:ext cx="352729" cy="586812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2" name="Oval 262"/>
            <p:cNvSpPr>
              <a:spLocks noChangeArrowheads="1"/>
            </p:cNvSpPr>
            <p:nvPr/>
          </p:nvSpPr>
          <p:spPr bwMode="auto">
            <a:xfrm>
              <a:off x="6025662" y="3947354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3" name="Oval 263"/>
            <p:cNvSpPr>
              <a:spLocks noChangeArrowheads="1"/>
            </p:cNvSpPr>
            <p:nvPr/>
          </p:nvSpPr>
          <p:spPr bwMode="auto">
            <a:xfrm>
              <a:off x="6359151" y="3374170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4" name="Freeform 264"/>
            <p:cNvSpPr/>
            <p:nvPr/>
          </p:nvSpPr>
          <p:spPr bwMode="auto">
            <a:xfrm>
              <a:off x="11047235" y="2856300"/>
              <a:ext cx="352729" cy="58601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5" name="Oval 265"/>
            <p:cNvSpPr>
              <a:spLocks noChangeArrowheads="1"/>
            </p:cNvSpPr>
            <p:nvPr/>
          </p:nvSpPr>
          <p:spPr bwMode="auto">
            <a:xfrm>
              <a:off x="10985508" y="3367756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6" name="Oval 266"/>
            <p:cNvSpPr>
              <a:spLocks noChangeArrowheads="1"/>
            </p:cNvSpPr>
            <p:nvPr/>
          </p:nvSpPr>
          <p:spPr bwMode="auto">
            <a:xfrm>
              <a:off x="11318996" y="2794572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7" name="Freeform 267"/>
            <p:cNvSpPr/>
            <p:nvPr/>
          </p:nvSpPr>
          <p:spPr bwMode="auto">
            <a:xfrm>
              <a:off x="8072290" y="1138351"/>
              <a:ext cx="352729" cy="58601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8" name="Oval 268"/>
            <p:cNvSpPr>
              <a:spLocks noChangeArrowheads="1"/>
            </p:cNvSpPr>
            <p:nvPr/>
          </p:nvSpPr>
          <p:spPr bwMode="auto">
            <a:xfrm>
              <a:off x="8010563" y="1649807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9" name="Oval 269"/>
            <p:cNvSpPr>
              <a:spLocks noChangeArrowheads="1"/>
            </p:cNvSpPr>
            <p:nvPr/>
          </p:nvSpPr>
          <p:spPr bwMode="auto">
            <a:xfrm>
              <a:off x="8344051" y="1074218"/>
              <a:ext cx="141091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0" name="Freeform 270"/>
            <p:cNvSpPr/>
            <p:nvPr/>
          </p:nvSpPr>
          <p:spPr bwMode="auto">
            <a:xfrm>
              <a:off x="8072290" y="562762"/>
              <a:ext cx="352729" cy="58601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1" name="Oval 271"/>
            <p:cNvSpPr>
              <a:spLocks noChangeArrowheads="1"/>
            </p:cNvSpPr>
            <p:nvPr/>
          </p:nvSpPr>
          <p:spPr bwMode="auto">
            <a:xfrm>
              <a:off x="8010563" y="500232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2" name="Freeform 272"/>
            <p:cNvSpPr/>
            <p:nvPr/>
          </p:nvSpPr>
          <p:spPr bwMode="auto">
            <a:xfrm>
              <a:off x="6087390" y="1717948"/>
              <a:ext cx="352729" cy="58601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3" name="Oval 273"/>
            <p:cNvSpPr>
              <a:spLocks noChangeArrowheads="1"/>
            </p:cNvSpPr>
            <p:nvPr/>
          </p:nvSpPr>
          <p:spPr bwMode="auto">
            <a:xfrm>
              <a:off x="6359151" y="222940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4" name="Oval 274"/>
            <p:cNvSpPr>
              <a:spLocks noChangeArrowheads="1"/>
            </p:cNvSpPr>
            <p:nvPr/>
          </p:nvSpPr>
          <p:spPr bwMode="auto">
            <a:xfrm>
              <a:off x="6025662" y="1653816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5" name="Freeform 275"/>
            <p:cNvSpPr/>
            <p:nvPr/>
          </p:nvSpPr>
          <p:spPr bwMode="auto">
            <a:xfrm>
              <a:off x="7075832" y="2856300"/>
              <a:ext cx="1006880" cy="1172823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6" name="Oval 276"/>
            <p:cNvSpPr>
              <a:spLocks noChangeArrowheads="1"/>
            </p:cNvSpPr>
            <p:nvPr/>
          </p:nvSpPr>
          <p:spPr bwMode="auto">
            <a:xfrm>
              <a:off x="7018113" y="3374170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7" name="Oval 277"/>
            <p:cNvSpPr>
              <a:spLocks noChangeArrowheads="1"/>
            </p:cNvSpPr>
            <p:nvPr/>
          </p:nvSpPr>
          <p:spPr bwMode="auto">
            <a:xfrm>
              <a:off x="7351601" y="2798580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8" name="Oval 278"/>
            <p:cNvSpPr>
              <a:spLocks noChangeArrowheads="1"/>
            </p:cNvSpPr>
            <p:nvPr/>
          </p:nvSpPr>
          <p:spPr bwMode="auto">
            <a:xfrm>
              <a:off x="7351601" y="394334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9" name="Oval 279"/>
            <p:cNvSpPr>
              <a:spLocks noChangeArrowheads="1"/>
            </p:cNvSpPr>
            <p:nvPr/>
          </p:nvSpPr>
          <p:spPr bwMode="auto">
            <a:xfrm>
              <a:off x="8010563" y="2798580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0" name="Freeform 280"/>
            <p:cNvSpPr/>
            <p:nvPr/>
          </p:nvSpPr>
          <p:spPr bwMode="auto">
            <a:xfrm>
              <a:off x="8068282" y="2280711"/>
              <a:ext cx="1349187" cy="1166410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1" name="Oval 281"/>
            <p:cNvSpPr>
              <a:spLocks noChangeArrowheads="1"/>
            </p:cNvSpPr>
            <p:nvPr/>
          </p:nvSpPr>
          <p:spPr bwMode="auto">
            <a:xfrm>
              <a:off x="8341646" y="222299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2" name="Freeform 282"/>
            <p:cNvSpPr/>
            <p:nvPr/>
          </p:nvSpPr>
          <p:spPr bwMode="auto">
            <a:xfrm>
              <a:off x="7079840" y="1705122"/>
              <a:ext cx="1002872" cy="592424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3" name="Oval 283"/>
            <p:cNvSpPr>
              <a:spLocks noChangeArrowheads="1"/>
            </p:cNvSpPr>
            <p:nvPr/>
          </p:nvSpPr>
          <p:spPr bwMode="auto">
            <a:xfrm>
              <a:off x="7351601" y="1649807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4" name="Freeform 284"/>
            <p:cNvSpPr/>
            <p:nvPr/>
          </p:nvSpPr>
          <p:spPr bwMode="auto">
            <a:xfrm>
              <a:off x="10050777" y="3425476"/>
              <a:ext cx="1349187" cy="1172823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5" name="Oval 285"/>
            <p:cNvSpPr>
              <a:spLocks noChangeArrowheads="1"/>
            </p:cNvSpPr>
            <p:nvPr/>
          </p:nvSpPr>
          <p:spPr bwMode="auto">
            <a:xfrm>
              <a:off x="9995463" y="394334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6" name="Oval 286"/>
            <p:cNvSpPr>
              <a:spLocks noChangeArrowheads="1"/>
            </p:cNvSpPr>
            <p:nvPr/>
          </p:nvSpPr>
          <p:spPr bwMode="auto">
            <a:xfrm>
              <a:off x="11318996" y="394334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7" name="Oval 287"/>
            <p:cNvSpPr>
              <a:spLocks noChangeArrowheads="1"/>
            </p:cNvSpPr>
            <p:nvPr/>
          </p:nvSpPr>
          <p:spPr bwMode="auto">
            <a:xfrm>
              <a:off x="10326546" y="3367756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8" name="Oval 288"/>
            <p:cNvSpPr>
              <a:spLocks noChangeArrowheads="1"/>
            </p:cNvSpPr>
            <p:nvPr/>
          </p:nvSpPr>
          <p:spPr bwMode="auto">
            <a:xfrm>
              <a:off x="10326546" y="4512521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9" name="Oval 289"/>
            <p:cNvSpPr>
              <a:spLocks noChangeArrowheads="1"/>
            </p:cNvSpPr>
            <p:nvPr/>
          </p:nvSpPr>
          <p:spPr bwMode="auto">
            <a:xfrm>
              <a:off x="10985508" y="451252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0" name="Freeform 290"/>
            <p:cNvSpPr/>
            <p:nvPr/>
          </p:nvSpPr>
          <p:spPr bwMode="auto">
            <a:xfrm>
              <a:off x="6087390" y="2284719"/>
              <a:ext cx="1345179" cy="59322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1" name="Rectangle 291"/>
            <p:cNvSpPr>
              <a:spLocks noChangeArrowheads="1"/>
            </p:cNvSpPr>
            <p:nvPr/>
          </p:nvSpPr>
          <p:spPr bwMode="auto">
            <a:xfrm>
              <a:off x="6429697" y="3434294"/>
              <a:ext cx="660564" cy="25653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2" name="Oval 292"/>
            <p:cNvSpPr>
              <a:spLocks noChangeArrowheads="1"/>
            </p:cNvSpPr>
            <p:nvPr/>
          </p:nvSpPr>
          <p:spPr bwMode="auto">
            <a:xfrm>
              <a:off x="6027265" y="2802589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3" name="Oval 293"/>
            <p:cNvSpPr>
              <a:spLocks noChangeArrowheads="1"/>
            </p:cNvSpPr>
            <p:nvPr/>
          </p:nvSpPr>
          <p:spPr bwMode="auto">
            <a:xfrm>
              <a:off x="7018113" y="2229405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4" name="Freeform 294"/>
            <p:cNvSpPr/>
            <p:nvPr/>
          </p:nvSpPr>
          <p:spPr bwMode="auto">
            <a:xfrm>
              <a:off x="9062335" y="2849886"/>
              <a:ext cx="1347584" cy="592424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5" name="Freeform 295"/>
            <p:cNvSpPr/>
            <p:nvPr/>
          </p:nvSpPr>
          <p:spPr bwMode="auto">
            <a:xfrm>
              <a:off x="9058327" y="5143425"/>
              <a:ext cx="1349187" cy="1166410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6" name="Oval 296"/>
            <p:cNvSpPr>
              <a:spLocks noChangeArrowheads="1"/>
            </p:cNvSpPr>
            <p:nvPr/>
          </p:nvSpPr>
          <p:spPr bwMode="auto">
            <a:xfrm>
              <a:off x="9003013" y="5661294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7" name="Oval 297"/>
            <p:cNvSpPr>
              <a:spLocks noChangeArrowheads="1"/>
            </p:cNvSpPr>
            <p:nvPr/>
          </p:nvSpPr>
          <p:spPr bwMode="auto">
            <a:xfrm>
              <a:off x="10326546" y="5661294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8" name="Oval 298"/>
            <p:cNvSpPr>
              <a:spLocks noChangeArrowheads="1"/>
            </p:cNvSpPr>
            <p:nvPr/>
          </p:nvSpPr>
          <p:spPr bwMode="auto">
            <a:xfrm>
              <a:off x="9334096" y="5085705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9" name="Oval 299"/>
            <p:cNvSpPr>
              <a:spLocks noChangeArrowheads="1"/>
            </p:cNvSpPr>
            <p:nvPr/>
          </p:nvSpPr>
          <p:spPr bwMode="auto">
            <a:xfrm>
              <a:off x="9334096" y="6230470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0" name="Oval 300"/>
            <p:cNvSpPr>
              <a:spLocks noChangeArrowheads="1"/>
            </p:cNvSpPr>
            <p:nvPr/>
          </p:nvSpPr>
          <p:spPr bwMode="auto">
            <a:xfrm>
              <a:off x="9993058" y="5085705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1" name="Freeform 301"/>
            <p:cNvSpPr/>
            <p:nvPr/>
          </p:nvSpPr>
          <p:spPr bwMode="auto">
            <a:xfrm>
              <a:off x="10054785" y="4579059"/>
              <a:ext cx="355134" cy="588416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2" name="Freeform 302"/>
            <p:cNvSpPr/>
            <p:nvPr/>
          </p:nvSpPr>
          <p:spPr bwMode="auto">
            <a:xfrm>
              <a:off x="9058327" y="3998660"/>
              <a:ext cx="1009285" cy="1168815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3" name="Freeform 304"/>
            <p:cNvSpPr/>
            <p:nvPr/>
          </p:nvSpPr>
          <p:spPr bwMode="auto">
            <a:xfrm>
              <a:off x="9999471" y="4625555"/>
              <a:ext cx="2192529" cy="2221389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F1487EC9-B5E3-B58D-DC3B-A7C02A933E22}"/>
              </a:ext>
            </a:extLst>
          </p:cNvPr>
          <p:cNvSpPr/>
          <p:nvPr/>
        </p:nvSpPr>
        <p:spPr>
          <a:xfrm>
            <a:off x="4076129" y="5725710"/>
            <a:ext cx="3708971" cy="8637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7CC0D5-2977-E5B7-75AD-252A7ABAA7C8}"/>
              </a:ext>
            </a:extLst>
          </p:cNvPr>
          <p:cNvGrpSpPr/>
          <p:nvPr/>
        </p:nvGrpSpPr>
        <p:grpSpPr>
          <a:xfrm>
            <a:off x="4291621" y="5713362"/>
            <a:ext cx="3493479" cy="719511"/>
            <a:chOff x="770934" y="401291"/>
            <a:chExt cx="4963738" cy="1032466"/>
          </a:xfrm>
        </p:grpSpPr>
        <p:pic>
          <p:nvPicPr>
            <p:cNvPr id="14" name="图片 13" descr="图片包含 徽标&#10;&#10;描述已自动生成">
              <a:extLst>
                <a:ext uri="{FF2B5EF4-FFF2-40B4-BE49-F238E27FC236}">
                  <a16:creationId xmlns:a16="http://schemas.microsoft.com/office/drawing/2014/main" id="{C35C3D7E-AF6A-F9D9-DD86-9C7BAFF622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4" y="401291"/>
              <a:ext cx="1032466" cy="1032466"/>
            </a:xfrm>
            <a:prstGeom prst="rect">
              <a:avLst/>
            </a:prstGeom>
          </p:spPr>
        </p:pic>
        <p:pic>
          <p:nvPicPr>
            <p:cNvPr id="15" name="图片 14" descr="图片包含 文本&#10;&#10;描述已自动生成">
              <a:extLst>
                <a:ext uri="{FF2B5EF4-FFF2-40B4-BE49-F238E27FC236}">
                  <a16:creationId xmlns:a16="http://schemas.microsoft.com/office/drawing/2014/main" id="{4FF90A05-28A9-1BDE-DBC3-C652EB0158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006" t="14764" r="2079" b="16473"/>
            <a:stretch/>
          </p:blipFill>
          <p:spPr>
            <a:xfrm>
              <a:off x="1990134" y="536331"/>
              <a:ext cx="3744538" cy="762386"/>
            </a:xfrm>
            <a:prstGeom prst="rect">
              <a:avLst/>
            </a:prstGeom>
          </p:spPr>
        </p:pic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0D541D25-07ED-E442-6DD4-F56AF1DEA763}"/>
              </a:ext>
            </a:extLst>
          </p:cNvPr>
          <p:cNvSpPr/>
          <p:nvPr/>
        </p:nvSpPr>
        <p:spPr>
          <a:xfrm>
            <a:off x="1279053" y="967954"/>
            <a:ext cx="3267182" cy="9554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108525-68C5-A621-A5B5-28803916D7EE}"/>
              </a:ext>
            </a:extLst>
          </p:cNvPr>
          <p:cNvSpPr/>
          <p:nvPr/>
        </p:nvSpPr>
        <p:spPr>
          <a:xfrm>
            <a:off x="5096141" y="1341371"/>
            <a:ext cx="19997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第六章</a:t>
            </a: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021008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0ACB1-5270-5DCD-0813-51BBF130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EF8681DD-1287-2EF6-9BD4-FFE5472567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09" t="19435" r="23092" b="19322"/>
          <a:stretch>
            <a:fillRect/>
          </a:stretch>
        </p:blipFill>
        <p:spPr>
          <a:xfrm>
            <a:off x="108488" y="1157467"/>
            <a:ext cx="9847174" cy="4923587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C486E37F-1661-7550-BAF8-1C8B7D9C1B2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65634" y="47623"/>
            <a:ext cx="10707166" cy="67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、鼠标左键双击，打开软件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MobaXterm_Personal_22.0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C4E562A-4190-E789-705F-74A0B44F173D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29022C-079B-0794-B12A-EF95753B6F3B}"/>
              </a:ext>
            </a:extLst>
          </p:cNvPr>
          <p:cNvSpPr/>
          <p:nvPr/>
        </p:nvSpPr>
        <p:spPr>
          <a:xfrm>
            <a:off x="2041902" y="3857934"/>
            <a:ext cx="2421610" cy="39494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D5626E-AE2E-F441-D08D-B9FEB9FB1FB1}"/>
              </a:ext>
            </a:extLst>
          </p:cNvPr>
          <p:cNvSpPr txBox="1"/>
          <p:nvPr/>
        </p:nvSpPr>
        <p:spPr>
          <a:xfrm>
            <a:off x="1809428" y="546923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06109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049B4-D9BF-328C-8751-7D99BA07E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7D949372-2B17-A0A5-E1DE-F2B588B12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34" y="623094"/>
            <a:ext cx="10972800" cy="6172200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5FFF078-3E11-4E4D-82BB-D7B6DFC8D36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65634" y="47623"/>
            <a:ext cx="10707166" cy="67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2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、在软件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MobaXterm_Personal_22.0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上登陆账号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B503E17-6105-FA82-204D-181E662A44D6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C07EB83-BC5E-9115-27C4-6CEAC52D6950}"/>
              </a:ext>
            </a:extLst>
          </p:cNvPr>
          <p:cNvSpPr/>
          <p:nvPr/>
        </p:nvSpPr>
        <p:spPr>
          <a:xfrm>
            <a:off x="755543" y="750878"/>
            <a:ext cx="1332854" cy="40658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66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BD7BE495-937E-8DB0-5492-742D83692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782" y="1793614"/>
            <a:ext cx="8855611" cy="4981281"/>
          </a:xfrm>
          <a:prstGeom prst="rect">
            <a:avLst/>
          </a:prstGeom>
        </p:spPr>
      </p:pic>
      <p:sp>
        <p:nvSpPr>
          <p:cNvPr id="7" name="文本占位符 1"/>
          <p:cNvSpPr>
            <a:spLocks noGrp="1"/>
          </p:cNvSpPr>
          <p:nvPr>
            <p:ph type="body" sz="quarter" idx="4294967295"/>
          </p:nvPr>
        </p:nvSpPr>
        <p:spPr>
          <a:xfrm>
            <a:off x="265634" y="47623"/>
            <a:ext cx="10707166" cy="67146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3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、在软件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MobaXterm_Personal_22.0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上填写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IP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、端口、账号，点击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OK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0C82429-2BC5-B3FA-F273-4139C3E90960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E70EADB-AB60-D1E7-68C6-2EDD1A8092DB}"/>
              </a:ext>
            </a:extLst>
          </p:cNvPr>
          <p:cNvSpPr/>
          <p:nvPr/>
        </p:nvSpPr>
        <p:spPr>
          <a:xfrm>
            <a:off x="2774197" y="2471457"/>
            <a:ext cx="430078" cy="597207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85D9695-57DE-1148-A868-733A352749AC}"/>
              </a:ext>
            </a:extLst>
          </p:cNvPr>
          <p:cNvSpPr/>
          <p:nvPr/>
        </p:nvSpPr>
        <p:spPr>
          <a:xfrm>
            <a:off x="2774197" y="3316637"/>
            <a:ext cx="5718874" cy="42987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9452B8-3A4F-195E-20EF-F4A04DA03057}"/>
              </a:ext>
            </a:extLst>
          </p:cNvPr>
          <p:cNvSpPr txBox="1"/>
          <p:nvPr/>
        </p:nvSpPr>
        <p:spPr>
          <a:xfrm>
            <a:off x="3717011" y="557302"/>
            <a:ext cx="60985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IP</a:t>
            </a:r>
            <a:r>
              <a:rPr lang="zh-CN" altLang="en-US" sz="1800" dirty="0"/>
              <a:t>地址：</a:t>
            </a:r>
            <a:endParaRPr lang="en-US" altLang="zh-CN" sz="1800" dirty="0"/>
          </a:p>
          <a:p>
            <a:r>
              <a:rPr lang="zh-CN" altLang="en-US" sz="1800" dirty="0"/>
              <a:t>端口号：</a:t>
            </a:r>
            <a:endParaRPr lang="en-US" altLang="zh-CN" sz="1800" dirty="0"/>
          </a:p>
          <a:p>
            <a:r>
              <a:rPr lang="zh-CN" altLang="en-US" sz="1800" dirty="0"/>
              <a:t>用户名：</a:t>
            </a:r>
            <a:endParaRPr lang="en-US" altLang="zh-CN" sz="1800" dirty="0"/>
          </a:p>
          <a:p>
            <a:r>
              <a:rPr lang="zh-CN" altLang="en-US" sz="1800" dirty="0"/>
              <a:t>密码：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E5D884-FD95-FDD3-682B-835596C5E380}"/>
              </a:ext>
            </a:extLst>
          </p:cNvPr>
          <p:cNvSpPr/>
          <p:nvPr/>
        </p:nvSpPr>
        <p:spPr>
          <a:xfrm>
            <a:off x="4879383" y="5703491"/>
            <a:ext cx="669010" cy="597207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842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C44-8A51-6938-6925-B8480B5D8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D94E9448-D966-E5E1-9907-F507A158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341" y="1585718"/>
            <a:ext cx="8755252" cy="4924829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4D316869-8A04-A07B-1C12-6592E48A9F0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0" y="116072"/>
            <a:ext cx="12365485" cy="67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4</a:t>
            </a:r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、在软件</a:t>
            </a: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MobaXterm_Personal_22.0</a:t>
            </a:r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上写密码，复制密码，右击</a:t>
            </a: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paste</a:t>
            </a:r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（粘贴）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843D82-1DB1-08CF-6398-CEA086218542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9D511B-930C-FBE7-9059-A752DC3349A6}"/>
              </a:ext>
            </a:extLst>
          </p:cNvPr>
          <p:cNvSpPr/>
          <p:nvPr/>
        </p:nvSpPr>
        <p:spPr>
          <a:xfrm>
            <a:off x="7284202" y="2884726"/>
            <a:ext cx="2133601" cy="21493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11F93B1-F713-C548-04D0-EBD38F16761C}"/>
              </a:ext>
            </a:extLst>
          </p:cNvPr>
          <p:cNvSpPr txBox="1"/>
          <p:nvPr/>
        </p:nvSpPr>
        <p:spPr>
          <a:xfrm>
            <a:off x="3717011" y="557302"/>
            <a:ext cx="60985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IP</a:t>
            </a:r>
            <a:r>
              <a:rPr lang="zh-CN" altLang="en-US" sz="1800" dirty="0"/>
              <a:t>地址：</a:t>
            </a:r>
            <a:endParaRPr lang="en-US" altLang="zh-CN" sz="1800" dirty="0"/>
          </a:p>
          <a:p>
            <a:r>
              <a:rPr lang="zh-CN" altLang="en-US" sz="1800" dirty="0"/>
              <a:t>端口号：</a:t>
            </a:r>
            <a:endParaRPr lang="en-US" altLang="zh-CN" sz="1800" dirty="0"/>
          </a:p>
          <a:p>
            <a:r>
              <a:rPr lang="zh-CN" altLang="en-US" sz="1800" dirty="0"/>
              <a:t>用户名：</a:t>
            </a:r>
            <a:endParaRPr lang="en-US" altLang="zh-CN" sz="1800" dirty="0"/>
          </a:p>
          <a:p>
            <a:r>
              <a:rPr lang="zh-CN" altLang="en-US" sz="1800" dirty="0"/>
              <a:t>密码：</a:t>
            </a:r>
          </a:p>
        </p:txBody>
      </p:sp>
    </p:spTree>
    <p:extLst>
      <p:ext uri="{BB962C8B-B14F-4D97-AF65-F5344CB8AC3E}">
        <p14:creationId xmlns:p14="http://schemas.microsoft.com/office/powerpoint/2010/main" val="1859362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47964-3D87-A433-D04E-BF2DE3AE6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E2350194-DC93-0C09-C378-A9F919CB80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-1" y="47623"/>
            <a:ext cx="12352149" cy="823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5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、在软件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MobaXterm_Personal_22.0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上填写密码，复制完密码后，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点击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yes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0923E7-7DBA-5A03-BA8B-BDA162A41678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8025B8-0ACE-AA40-B5A6-35149773F9B3}"/>
              </a:ext>
            </a:extLst>
          </p:cNvPr>
          <p:cNvSpPr/>
          <p:nvPr/>
        </p:nvSpPr>
        <p:spPr>
          <a:xfrm>
            <a:off x="755543" y="750878"/>
            <a:ext cx="1332854" cy="40658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31393D-7C1A-0DAC-AE1C-C121F20E5871}"/>
              </a:ext>
            </a:extLst>
          </p:cNvPr>
          <p:cNvSpPr/>
          <p:nvPr/>
        </p:nvSpPr>
        <p:spPr>
          <a:xfrm>
            <a:off x="1592699" y="3704540"/>
            <a:ext cx="1332854" cy="54368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F0EB225-5AA2-4769-2958-F7251EBF0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771" y="648556"/>
            <a:ext cx="11436457" cy="643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232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BE38-559B-89BF-3F35-BA05CBA9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5E864D2-D027-5F68-E6CB-D1BC97EF0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4350"/>
            <a:ext cx="11277600" cy="6343650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75BE70B-95B2-6746-70E7-614D10ACE68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-1" y="47623"/>
            <a:ext cx="12352149" cy="823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  6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、正常登录成功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2F7FBF-0DA4-BA29-0942-407A99369ADA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265F295-494A-F243-E530-4CE4A167493D}"/>
              </a:ext>
            </a:extLst>
          </p:cNvPr>
          <p:cNvSpPr/>
          <p:nvPr/>
        </p:nvSpPr>
        <p:spPr>
          <a:xfrm>
            <a:off x="5886772" y="5153867"/>
            <a:ext cx="1815885" cy="82357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823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B747B-1C14-C30C-71E5-36B52FEA1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7C9ABFE-D0DC-6BEC-2231-594C1FC83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48" y="520532"/>
            <a:ext cx="11266609" cy="6337468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796C6DDE-9C8E-67F4-E6FD-C2AEBDA4C15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925391" y="0"/>
            <a:ext cx="10707166" cy="67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8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、转到文件目录下，查看：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cd /ifs1/User/</a:t>
            </a:r>
            <a:r>
              <a:rPr lang="en-US" altLang="zh-CN" b="1" dirty="0" err="1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mgq_st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/test2_hebing/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7C2BCC-1A37-1A74-2A96-725C5CD034AA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866BB2B-B73A-7B6F-3923-80BFBDFD92C8}"/>
              </a:ext>
            </a:extLst>
          </p:cNvPr>
          <p:cNvSpPr/>
          <p:nvPr/>
        </p:nvSpPr>
        <p:spPr>
          <a:xfrm>
            <a:off x="5842170" y="5784112"/>
            <a:ext cx="3929150" cy="41917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19746AB-0F32-B867-CAD7-E209ECC3B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4128"/>
          <a:stretch>
            <a:fillRect/>
          </a:stretch>
        </p:blipFill>
        <p:spPr>
          <a:xfrm>
            <a:off x="4857285" y="671465"/>
            <a:ext cx="55927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246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02556-5790-5DCA-D17B-EB493D591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0805BCF-D923-9B87-9652-4FA948684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207" y="1108759"/>
            <a:ext cx="10220873" cy="5749241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D9DDD326-49FA-7198-C4BA-7CB24D0F416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157207" y="0"/>
            <a:ext cx="11652562" cy="67146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9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、复制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需要运行的文件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，到该文件目录下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,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复制粘贴该代码后，</a:t>
            </a:r>
            <a:endParaRPr lang="en-US" altLang="zh-CN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  按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enter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即可，运行效果如下</a:t>
            </a:r>
          </a:p>
          <a:p>
            <a:pPr marL="0" indent="0">
              <a:buNone/>
            </a:pP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A445FC-5063-D0EB-9668-4D0828515E30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2DC2DEC-83E0-8D93-29C1-0C79C536D450}"/>
              </a:ext>
            </a:extLst>
          </p:cNvPr>
          <p:cNvSpPr txBox="1"/>
          <p:nvPr/>
        </p:nvSpPr>
        <p:spPr>
          <a:xfrm>
            <a:off x="1157207" y="729800"/>
            <a:ext cx="9220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代码：</a:t>
            </a:r>
            <a:r>
              <a:rPr lang="en-US" altLang="zh-CN" dirty="0"/>
              <a:t>cp -rf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/test2_hebing_v1/*.fastq.gz 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A675E7-C579-A3D3-E26A-6F2E04F82B23}"/>
              </a:ext>
            </a:extLst>
          </p:cNvPr>
          <p:cNvSpPr/>
          <p:nvPr/>
        </p:nvSpPr>
        <p:spPr>
          <a:xfrm>
            <a:off x="1599780" y="2934586"/>
            <a:ext cx="817955" cy="56803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9D78B5-DFAC-0899-A562-0E56D7FB3FF8}"/>
              </a:ext>
            </a:extLst>
          </p:cNvPr>
          <p:cNvSpPr/>
          <p:nvPr/>
        </p:nvSpPr>
        <p:spPr>
          <a:xfrm>
            <a:off x="6177517" y="5837274"/>
            <a:ext cx="4965404" cy="39340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2989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6921B-E493-0A39-90E9-72CDFE09E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89321C5C-0A11-E9AD-A590-4770A12FA4FA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59750" y="-38847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9</a:t>
            </a:r>
            <a:r>
              <a:rPr lang="zh-CN" altLang="en-US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、复制</a:t>
            </a:r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需要运行的文件</a:t>
            </a:r>
            <a:r>
              <a:rPr lang="zh-CN" altLang="en-US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，到该文件目录下，复制粘贴该代码后，</a:t>
            </a:r>
            <a:endParaRPr lang="en-US" altLang="zh-CN" sz="1600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  按</a:t>
            </a:r>
            <a:r>
              <a:rPr lang="en-US" altLang="zh-CN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enter</a:t>
            </a:r>
            <a:r>
              <a:rPr lang="zh-CN" altLang="en-US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即可，运行完成的效果如下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1F9F0C-BB1C-D032-56E3-E5C82FEF070B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5129C5D-4CDF-026F-1810-E50AFF810A79}"/>
              </a:ext>
            </a:extLst>
          </p:cNvPr>
          <p:cNvSpPr txBox="1"/>
          <p:nvPr/>
        </p:nvSpPr>
        <p:spPr>
          <a:xfrm>
            <a:off x="1157207" y="729800"/>
            <a:ext cx="99758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代码：代码：</a:t>
            </a:r>
            <a:r>
              <a:rPr lang="en-US" altLang="zh-CN" dirty="0"/>
              <a:t>cp -rf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/test2_hebing_v1/*.fastq.gz 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</a:t>
            </a:r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689EA95-4168-6E15-D8EE-1D7D2BA3E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847" y="1157467"/>
            <a:ext cx="9942622" cy="559272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509358B-9C5C-9373-1681-DBB90864933F}"/>
              </a:ext>
            </a:extLst>
          </p:cNvPr>
          <p:cNvSpPr/>
          <p:nvPr/>
        </p:nvSpPr>
        <p:spPr>
          <a:xfrm>
            <a:off x="5682227" y="5679267"/>
            <a:ext cx="5139241" cy="56204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71EA5C-04D3-A9AA-BB2C-986700098F3D}"/>
              </a:ext>
            </a:extLst>
          </p:cNvPr>
          <p:cNvSpPr/>
          <p:nvPr/>
        </p:nvSpPr>
        <p:spPr>
          <a:xfrm>
            <a:off x="1157207" y="2870791"/>
            <a:ext cx="1102544" cy="280847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4304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62ED7-6B26-A513-96BF-6F0216BFA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FAF7EEFB-5EB3-332F-6BF3-ECA6E14FA0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59750" y="-38847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10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、建立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2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个样本文件名列表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AF87A8-3A9A-A46D-0976-761A62A9C1AF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3980C43-C3CD-080C-E197-9869CC38B5D5}"/>
              </a:ext>
            </a:extLst>
          </p:cNvPr>
          <p:cNvSpPr txBox="1"/>
          <p:nvPr/>
        </p:nvSpPr>
        <p:spPr>
          <a:xfrm>
            <a:off x="1312190" y="598061"/>
            <a:ext cx="68018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代码：</a:t>
            </a:r>
            <a:r>
              <a:rPr lang="en-US" altLang="zh-CN" dirty="0"/>
              <a:t> ls *.</a:t>
            </a:r>
            <a:r>
              <a:rPr lang="en-US" altLang="zh-CN" dirty="0" err="1"/>
              <a:t>gz</a:t>
            </a:r>
            <a:r>
              <a:rPr lang="en-US" altLang="zh-CN" dirty="0"/>
              <a:t>&gt;/ifs1/User/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/test2_hebing/code/blastn_list.txt</a:t>
            </a:r>
          </a:p>
          <a:p>
            <a:endParaRPr lang="en-US" altLang="zh-CN" dirty="0"/>
          </a:p>
          <a:p>
            <a:r>
              <a:rPr lang="en-US" altLang="zh-CN" dirty="0"/>
              <a:t>            ls *.</a:t>
            </a:r>
            <a:r>
              <a:rPr lang="en-US" altLang="zh-CN" dirty="0" err="1"/>
              <a:t>gz</a:t>
            </a:r>
            <a:r>
              <a:rPr lang="en-US" altLang="zh-CN" dirty="0"/>
              <a:t>&gt;/ifs1/User/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/test2_hebing/code/nonore.list.txt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2BEF5D9-BC06-CA8F-7C29-F4A5D30C9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702" y="1730134"/>
            <a:ext cx="9116206" cy="512786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898CC82-D221-5368-78C2-F750F2941236}"/>
              </a:ext>
            </a:extLst>
          </p:cNvPr>
          <p:cNvSpPr/>
          <p:nvPr/>
        </p:nvSpPr>
        <p:spPr>
          <a:xfrm>
            <a:off x="4538418" y="5581834"/>
            <a:ext cx="3326971" cy="82357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DC71DD4-E8BC-AA67-5F1A-33CFD20F116A}"/>
              </a:ext>
            </a:extLst>
          </p:cNvPr>
          <p:cNvSpPr/>
          <p:nvPr/>
        </p:nvSpPr>
        <p:spPr>
          <a:xfrm>
            <a:off x="1599780" y="3355383"/>
            <a:ext cx="817955" cy="14723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C9D3F8E-C97F-32AB-D5D5-7363510DCC88}"/>
              </a:ext>
            </a:extLst>
          </p:cNvPr>
          <p:cNvSpPr/>
          <p:nvPr/>
        </p:nvSpPr>
        <p:spPr>
          <a:xfrm>
            <a:off x="1599780" y="5565655"/>
            <a:ext cx="918695" cy="14723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99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295B-1E96-E038-732F-1640CCF35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C7F5A216-60F5-1375-9D5A-D94200526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337" y="1193058"/>
            <a:ext cx="10071008" cy="5664942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10B2BA3A-8D51-547E-D562-4A44B51A57DB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18187" y="18342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11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、批量建立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输出的文件夹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，代码如下：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2018AAA-E49C-E417-651C-7B3FBB21489A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0CDA7F8-E990-6FD3-4EA5-9A8AC27752C7}"/>
              </a:ext>
            </a:extLst>
          </p:cNvPr>
          <p:cNvSpPr txBox="1"/>
          <p:nvPr/>
        </p:nvSpPr>
        <p:spPr>
          <a:xfrm>
            <a:off x="1312190" y="598061"/>
            <a:ext cx="854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代码：</a:t>
            </a:r>
            <a:r>
              <a:rPr lang="en-US" altLang="zh-CN" dirty="0"/>
              <a:t> for </a:t>
            </a:r>
            <a:r>
              <a:rPr lang="en-US" altLang="zh-CN" dirty="0" err="1"/>
              <a:t>i</a:t>
            </a:r>
            <a:r>
              <a:rPr lang="en-US" altLang="zh-CN" dirty="0"/>
              <a:t> in `cat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</a:t>
            </a:r>
            <a:r>
              <a:rPr lang="en-US" altLang="zh-CN" dirty="0" err="1"/>
              <a:t>file.list.txt`;do</a:t>
            </a:r>
            <a:r>
              <a:rPr lang="en-US" altLang="zh-CN" dirty="0"/>
              <a:t> </a:t>
            </a:r>
            <a:r>
              <a:rPr lang="en-US" altLang="zh-CN" dirty="0" err="1"/>
              <a:t>mkdir</a:t>
            </a:r>
            <a:r>
              <a:rPr lang="en-US" altLang="zh-CN" dirty="0"/>
              <a:t> $</a:t>
            </a:r>
            <a:r>
              <a:rPr lang="en-US" altLang="zh-CN" dirty="0" err="1"/>
              <a:t>i;done</a:t>
            </a: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250B8B-1000-B3AE-AE06-D76AE7675273}"/>
              </a:ext>
            </a:extLst>
          </p:cNvPr>
          <p:cNvSpPr/>
          <p:nvPr/>
        </p:nvSpPr>
        <p:spPr>
          <a:xfrm>
            <a:off x="4538418" y="5874326"/>
            <a:ext cx="5603109" cy="49876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9D90509-09CD-5ACD-3C85-30387BDD7544}"/>
              </a:ext>
            </a:extLst>
          </p:cNvPr>
          <p:cNvSpPr/>
          <p:nvPr/>
        </p:nvSpPr>
        <p:spPr>
          <a:xfrm flipV="1">
            <a:off x="1499040" y="2978725"/>
            <a:ext cx="918695" cy="156556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FD695A7-7252-1D2D-6FEB-D56710CAA55C}"/>
              </a:ext>
            </a:extLst>
          </p:cNvPr>
          <p:cNvSpPr/>
          <p:nvPr/>
        </p:nvSpPr>
        <p:spPr>
          <a:xfrm>
            <a:off x="1599780" y="5565655"/>
            <a:ext cx="918695" cy="14723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4410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78BCA-E6AD-2129-229F-866844C6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1F27F5DC-6E41-7C34-B993-7CD441BB1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37" y="979185"/>
            <a:ext cx="10418618" cy="5860473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BB782B52-7DB5-7121-27FC-9A344D6A7CBB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18187" y="18342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12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、转到运行目录下，代码如下：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09A1CE-2809-4909-1E53-C8860C3E4708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AF9BA4C-135F-3571-8E98-27C8AFDC7D1E}"/>
              </a:ext>
            </a:extLst>
          </p:cNvPr>
          <p:cNvSpPr txBox="1"/>
          <p:nvPr/>
        </p:nvSpPr>
        <p:spPr>
          <a:xfrm>
            <a:off x="1312190" y="598061"/>
            <a:ext cx="5020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代码：</a:t>
            </a:r>
            <a:r>
              <a:rPr lang="en-US" altLang="zh-CN" dirty="0"/>
              <a:t> cd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</a:t>
            </a:r>
          </a:p>
          <a:p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B36FEB-18E8-04AD-495B-94DA7BF01A6E}"/>
              </a:ext>
            </a:extLst>
          </p:cNvPr>
          <p:cNvSpPr/>
          <p:nvPr/>
        </p:nvSpPr>
        <p:spPr>
          <a:xfrm>
            <a:off x="4538418" y="5864960"/>
            <a:ext cx="5603109" cy="49427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C150555-2C85-ADE9-19C3-CC009FE3E095}"/>
              </a:ext>
            </a:extLst>
          </p:cNvPr>
          <p:cNvSpPr/>
          <p:nvPr/>
        </p:nvSpPr>
        <p:spPr>
          <a:xfrm flipV="1">
            <a:off x="1299492" y="2133599"/>
            <a:ext cx="3120108" cy="324196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8254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FAAB-086C-3E5D-6C24-5A33607A3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E7047019-76D0-A087-3D0E-6825687EA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945" y="967393"/>
            <a:ext cx="10418618" cy="5860473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74CA7917-D456-E007-C9B0-7A026F6D0B7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18187" y="18342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13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、运行代码，代码如下：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E2121F-6D0C-849D-5471-DFC54475FCD3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F41AE7C-B2D6-BEF4-650B-D30F1B980680}"/>
              </a:ext>
            </a:extLst>
          </p:cNvPr>
          <p:cNvSpPr txBox="1"/>
          <p:nvPr/>
        </p:nvSpPr>
        <p:spPr>
          <a:xfrm>
            <a:off x="1312190" y="598061"/>
            <a:ext cx="3498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代码：</a:t>
            </a:r>
            <a:r>
              <a:rPr lang="en-US" altLang="zh-CN" dirty="0"/>
              <a:t> </a:t>
            </a:r>
            <a:r>
              <a:rPr lang="en-US" altLang="zh-CN" dirty="0" err="1"/>
              <a:t>nohup</a:t>
            </a:r>
            <a:r>
              <a:rPr lang="en-US" altLang="zh-CN" dirty="0"/>
              <a:t> </a:t>
            </a:r>
            <a:r>
              <a:rPr lang="en-US" altLang="zh-CN" dirty="0" err="1"/>
              <a:t>sh</a:t>
            </a:r>
            <a:r>
              <a:rPr lang="en-US" altLang="zh-CN" dirty="0"/>
              <a:t> run_scripts.sh &amp;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526D2F-1355-92C8-1B49-29B0BAB4B174}"/>
              </a:ext>
            </a:extLst>
          </p:cNvPr>
          <p:cNvSpPr/>
          <p:nvPr/>
        </p:nvSpPr>
        <p:spPr>
          <a:xfrm>
            <a:off x="4419600" y="5375562"/>
            <a:ext cx="5603109" cy="100932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491633-CF13-4F6D-EE8C-32D247BFA98A}"/>
              </a:ext>
            </a:extLst>
          </p:cNvPr>
          <p:cNvSpPr/>
          <p:nvPr/>
        </p:nvSpPr>
        <p:spPr>
          <a:xfrm flipV="1">
            <a:off x="1299492" y="2133599"/>
            <a:ext cx="3120108" cy="302271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3371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3FB26-FC58-2C3B-AB29-BA8F7C4A7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536CD68-2EBA-F73A-4E46-4441ECE91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18" y="919595"/>
            <a:ext cx="10557164" cy="5938405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8FA1A660-88FF-2B6D-A19A-2FCA54C229D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18187" y="18342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14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、查看代码运行的状态：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E6CB54-D2F2-988D-4582-5875603C1DF1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9CF5AEB-8BF4-6E7F-2E7A-B0184030FECC}"/>
              </a:ext>
            </a:extLst>
          </p:cNvPr>
          <p:cNvSpPr txBox="1"/>
          <p:nvPr/>
        </p:nvSpPr>
        <p:spPr>
          <a:xfrm>
            <a:off x="1312190" y="598061"/>
            <a:ext cx="127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代码：</a:t>
            </a:r>
            <a:r>
              <a:rPr lang="en-US" altLang="zh-CN" dirty="0"/>
              <a:t> top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B46BBA-C800-99B4-5AAA-E438FE63737B}"/>
              </a:ext>
            </a:extLst>
          </p:cNvPr>
          <p:cNvSpPr/>
          <p:nvPr/>
        </p:nvSpPr>
        <p:spPr>
          <a:xfrm>
            <a:off x="4613563" y="4378036"/>
            <a:ext cx="5603109" cy="16625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F0E0A3E-D7AA-578E-9DA3-BDD3D0E24495}"/>
              </a:ext>
            </a:extLst>
          </p:cNvPr>
          <p:cNvSpPr/>
          <p:nvPr/>
        </p:nvSpPr>
        <p:spPr>
          <a:xfrm flipV="1">
            <a:off x="1299492" y="2590799"/>
            <a:ext cx="3120108" cy="235527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1473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6ED9-08D0-1CBB-ACBA-BB290A66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A72ED7A-C096-2D32-ABFB-0FB6FD9CC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62" y="480993"/>
            <a:ext cx="11022419" cy="6200111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11807C4E-843C-0C40-E41B-F22A922E975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739722" y="42530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15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、查看代码运行的结果：选中</a:t>
            </a:r>
            <a:r>
              <a:rPr lang="en-US" altLang="zh-CN" b="1" dirty="0" err="1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nohup.out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, 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右击，打开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12431C-DFEB-5778-539D-C3D24EB98BBF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033B7D-DF38-7F2E-5F16-E6D5C506EED8}"/>
              </a:ext>
            </a:extLst>
          </p:cNvPr>
          <p:cNvSpPr/>
          <p:nvPr/>
        </p:nvSpPr>
        <p:spPr>
          <a:xfrm flipV="1">
            <a:off x="651805" y="3675607"/>
            <a:ext cx="5047246" cy="252204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9CCA76C-FF97-0EDB-6EF7-091A15492F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936" t="620" r="52936" b="-620"/>
          <a:stretch>
            <a:fillRect/>
          </a:stretch>
        </p:blipFill>
        <p:spPr>
          <a:xfrm>
            <a:off x="5699051" y="772330"/>
            <a:ext cx="5282199" cy="5942474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3BA203AE-B252-DBC8-E6F9-603AB9E9158E}"/>
              </a:ext>
            </a:extLst>
          </p:cNvPr>
          <p:cNvSpPr/>
          <p:nvPr/>
        </p:nvSpPr>
        <p:spPr>
          <a:xfrm flipV="1">
            <a:off x="6237170" y="2783997"/>
            <a:ext cx="935665" cy="252204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A8C6198-18F0-CEDD-59F7-210509FD54D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4186"/>
          <a:stretch>
            <a:fillRect/>
          </a:stretch>
        </p:blipFill>
        <p:spPr>
          <a:xfrm>
            <a:off x="9413067" y="806522"/>
            <a:ext cx="2633330" cy="5738169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EED0A32B-393A-6998-9D33-02E657F96791}"/>
              </a:ext>
            </a:extLst>
          </p:cNvPr>
          <p:cNvSpPr/>
          <p:nvPr/>
        </p:nvSpPr>
        <p:spPr>
          <a:xfrm flipV="1">
            <a:off x="9728664" y="2761740"/>
            <a:ext cx="935665" cy="252204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2374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27FB8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6988</TotalTime>
  <Words>492</Words>
  <Application>Microsoft Office PowerPoint</Application>
  <PresentationFormat>宽屏</PresentationFormat>
  <Paragraphs>57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等线</vt:lpstr>
      <vt:lpstr>等线 Light</vt:lpstr>
      <vt:lpstr>思源黑体 CN Light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9轮PPT模板</dc:title>
  <dc:creator>Chris</dc:creator>
  <cp:lastModifiedBy>鹏 李</cp:lastModifiedBy>
  <cp:revision>496</cp:revision>
  <cp:lastPrinted>2025-07-26T09:02:17Z</cp:lastPrinted>
  <dcterms:created xsi:type="dcterms:W3CDTF">2017-08-10T17:46:00Z</dcterms:created>
  <dcterms:modified xsi:type="dcterms:W3CDTF">2026-08-16T07:50:48Z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2052-10.1.0.7400</vt:lpwstr>
  </property>
</Properties>
</file>